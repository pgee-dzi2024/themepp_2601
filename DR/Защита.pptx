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  <p:sldMasterId id="2147483674" r:id="rId2"/>
  </p:sldMasterIdLst>
  <p:notesMasterIdLst>
    <p:notesMasterId r:id="rId18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5" r:id="rId16"/>
    <p:sldId id="288" r:id="rId17"/>
  </p:sldIdLst>
  <p:sldSz cx="9144000" cy="5143500" type="screen16x9"/>
  <p:notesSz cx="6858000" cy="9144000"/>
  <p:embeddedFontLst>
    <p:embeddedFont>
      <p:font typeface="Proxima Nova Semibold" panose="020B0604020202020204" charset="0"/>
      <p:regular r:id="rId19"/>
      <p:bold r:id="rId20"/>
      <p:boldItalic r:id="rId21"/>
    </p:embeddedFont>
    <p:embeddedFont>
      <p:font typeface="Raleway" panose="020B0604020202020204" charset="-52"/>
      <p:regular r:id="rId22"/>
      <p:bold r:id="rId23"/>
      <p:italic r:id="rId24"/>
      <p:boldItalic r:id="rId25"/>
    </p:embeddedFont>
    <p:embeddedFont>
      <p:font typeface="Proxima Nova" panose="020B0604020202020204" charset="0"/>
      <p:regular r:id="rId26"/>
      <p:bold r:id="rId27"/>
      <p:italic r:id="rId28"/>
      <p:boldItalic r:id="rId29"/>
    </p:embeddedFont>
    <p:embeddedFont>
      <p:font typeface="Century" panose="02040604050505020304" pitchFamily="18" charset="0"/>
      <p:regular r:id="rId30"/>
    </p:embeddedFont>
    <p:embeddedFont>
      <p:font typeface="Bebas Neue" panose="020B0604020202020204" charset="0"/>
      <p:regular r:id="rId31"/>
    </p:embeddedFont>
    <p:embeddedFont>
      <p:font typeface="Open Sans" panose="020B0604020202020204" charset="0"/>
      <p:regular r:id="rId32"/>
      <p:bold r:id="rId33"/>
      <p:italic r:id="rId34"/>
      <p:boldItalic r:id="rId35"/>
    </p:embeddedFont>
    <p:embeddedFont>
      <p:font typeface="Sarabun" panose="020B0604020202020204" charset="-34"/>
      <p:regular r:id="rId36"/>
      <p:bold r:id="rId37"/>
      <p:italic r:id="rId38"/>
      <p:boldItalic r:id="rId39"/>
    </p:embeddedFont>
    <p:embeddedFont>
      <p:font typeface="Figtree" panose="020B0604020202020204" charset="0"/>
      <p:regular r:id="rId40"/>
      <p:bold r:id="rId41"/>
      <p:italic r:id="rId42"/>
      <p:boldItalic r:id="rId43"/>
    </p:embeddedFont>
    <p:embeddedFont>
      <p:font typeface="Fira Sans" panose="020B0604020202020204" charset="0"/>
      <p:regular r:id="rId44"/>
      <p:bold r:id="rId45"/>
      <p:italic r:id="rId46"/>
      <p:boldItalic r:id="rId4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693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78B7B2D-C430-44B6-8AA9-0FA5D5E81D37}">
  <a:tblStyle styleId="{E78B7B2D-C430-44B6-8AA9-0FA5D5E81D3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D4C1B03C-1018-4F09-B62C-526B533BF03C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0" d="100"/>
          <a:sy n="140" d="100"/>
        </p:scale>
        <p:origin x="7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9" Type="http://schemas.openxmlformats.org/officeDocument/2006/relationships/font" Target="fonts/font21.fntdata"/><Relationship Id="rId21" Type="http://schemas.openxmlformats.org/officeDocument/2006/relationships/font" Target="fonts/font3.fntdata"/><Relationship Id="rId34" Type="http://schemas.openxmlformats.org/officeDocument/2006/relationships/font" Target="fonts/font16.fntdata"/><Relationship Id="rId42" Type="http://schemas.openxmlformats.org/officeDocument/2006/relationships/font" Target="fonts/font24.fntdata"/><Relationship Id="rId47" Type="http://schemas.openxmlformats.org/officeDocument/2006/relationships/font" Target="fonts/font29.fntdata"/><Relationship Id="rId50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font" Target="fonts/font11.fntdata"/><Relationship Id="rId11" Type="http://schemas.openxmlformats.org/officeDocument/2006/relationships/slide" Target="slides/slide9.xml"/><Relationship Id="rId24" Type="http://schemas.openxmlformats.org/officeDocument/2006/relationships/font" Target="fonts/font6.fntdata"/><Relationship Id="rId32" Type="http://schemas.openxmlformats.org/officeDocument/2006/relationships/font" Target="fonts/font14.fntdata"/><Relationship Id="rId37" Type="http://schemas.openxmlformats.org/officeDocument/2006/relationships/font" Target="fonts/font19.fntdata"/><Relationship Id="rId40" Type="http://schemas.openxmlformats.org/officeDocument/2006/relationships/font" Target="fonts/font22.fntdata"/><Relationship Id="rId45" Type="http://schemas.openxmlformats.org/officeDocument/2006/relationships/font" Target="fonts/font27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36" Type="http://schemas.openxmlformats.org/officeDocument/2006/relationships/font" Target="fonts/font18.fntdata"/><Relationship Id="rId49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4" Type="http://schemas.openxmlformats.org/officeDocument/2006/relationships/font" Target="fonts/font26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font" Target="fonts/font17.fntdata"/><Relationship Id="rId43" Type="http://schemas.openxmlformats.org/officeDocument/2006/relationships/font" Target="fonts/font25.fntdata"/><Relationship Id="rId48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tableStyles" Target="tableStyle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7.fntdata"/><Relationship Id="rId33" Type="http://schemas.openxmlformats.org/officeDocument/2006/relationships/font" Target="fonts/font15.fntdata"/><Relationship Id="rId38" Type="http://schemas.openxmlformats.org/officeDocument/2006/relationships/font" Target="fonts/font20.fntdata"/><Relationship Id="rId46" Type="http://schemas.openxmlformats.org/officeDocument/2006/relationships/font" Target="fonts/font28.fntdata"/><Relationship Id="rId20" Type="http://schemas.openxmlformats.org/officeDocument/2006/relationships/font" Target="fonts/font2.fntdata"/><Relationship Id="rId41" Type="http://schemas.openxmlformats.org/officeDocument/2006/relationships/font" Target="fonts/font2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3" name="Google Shape;55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g10fb8bc67f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0" name="Google Shape;560;g10fb8bc67f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2b6f000260c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9" name="Google Shape;569;g2b6f000260c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g2b7689dd60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7" name="Google Shape;587;g2b7689dd60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2b7689dd60a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4" name="Google Shape;594;g2b7689dd60a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110860aa57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1" name="Google Shape;601;g110860aa57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2b7689dd60a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1" name="Google Shape;611;g2b7689dd60a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2b7689dd60a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2" name="Google Shape;622;g2b7689dd60a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g2b7689dd60a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5" name="Google Shape;635;g2b7689dd60a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g2b7689dd60a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2" name="Google Shape;652;g2b7689dd60a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2b7689dd60a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9" name="Google Shape;659;g2b7689dd60a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g2b7689dd60a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7" name="Google Shape;677;g2b7689dd60a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g2b7689dd60a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2" name="Google Shape;692;g2b7689dd60a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g2b7689dd60a_0_2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4" name="Google Shape;864;g2b7689dd60a_0_2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8" name="Google Shape;4858;g2b7689dd60a_0_132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9" name="Google Shape;4859;g2b7689dd60a_0_132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hyperlink" Target="https://bit.ly/3A1uf1Q" TargetMode="External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hyperlink" Target="http://bit.ly/2TtBDfr" TargetMode="External"/><Relationship Id="rId4" Type="http://schemas.openxmlformats.org/officeDocument/2006/relationships/image" Target="../media/image3.png"/><Relationship Id="rId9" Type="http://schemas.openxmlformats.org/officeDocument/2006/relationships/hyperlink" Target="http://bit.ly/2TyoMsr" TargetMode="Externa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1017376" y="-1542741"/>
            <a:ext cx="11698852" cy="8085239"/>
            <a:chOff x="-1017376" y="-1542741"/>
            <a:chExt cx="11698852" cy="8085239"/>
          </a:xfrm>
        </p:grpSpPr>
        <p:grpSp>
          <p:nvGrpSpPr>
            <p:cNvPr id="10" name="Google Shape;10;p2"/>
            <p:cNvGrpSpPr/>
            <p:nvPr/>
          </p:nvGrpSpPr>
          <p:grpSpPr>
            <a:xfrm>
              <a:off x="-1017376" y="-1542741"/>
              <a:ext cx="3196998" cy="4533516"/>
              <a:chOff x="-1017376" y="-1542741"/>
              <a:chExt cx="3196998" cy="4533516"/>
            </a:xfrm>
          </p:grpSpPr>
          <p:pic>
            <p:nvPicPr>
              <p:cNvPr id="11" name="Google Shape;11;p2"/>
              <p:cNvPicPr preferRelativeResize="0"/>
              <p:nvPr/>
            </p:nvPicPr>
            <p:blipFill rotWithShape="1">
              <a:blip r:embed="rId2">
                <a:alphaModFix amt="20000"/>
              </a:blip>
              <a:srcRect/>
              <a:stretch/>
            </p:blipFill>
            <p:spPr>
              <a:xfrm>
                <a:off x="455301" y="139971"/>
                <a:ext cx="1362051" cy="144502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" name="Google Shape;12;p2"/>
              <p:cNvPicPr preferRelativeResize="0"/>
              <p:nvPr/>
            </p:nvPicPr>
            <p:blipFill>
              <a:blip r:embed="rId3">
                <a:alphaModFix amt="51000"/>
              </a:blip>
              <a:stretch>
                <a:fillRect/>
              </a:stretch>
            </p:blipFill>
            <p:spPr>
              <a:xfrm>
                <a:off x="93022" y="-1542741"/>
                <a:ext cx="2086600" cy="221368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" name="Google Shape;13;p2"/>
              <p:cNvPicPr preferRelativeResize="0"/>
              <p:nvPr/>
            </p:nvPicPr>
            <p:blipFill rotWithShape="1">
              <a:blip r:embed="rId4">
                <a:alphaModFix amt="50000"/>
              </a:blip>
              <a:srcRect/>
              <a:stretch/>
            </p:blipFill>
            <p:spPr>
              <a:xfrm>
                <a:off x="-1" y="-840225"/>
                <a:ext cx="2086600" cy="221368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4" name="Google Shape;14;p2"/>
              <p:cNvPicPr preferRelativeResize="0"/>
              <p:nvPr/>
            </p:nvPicPr>
            <p:blipFill>
              <a:blip r:embed="rId5">
                <a:alphaModFix amt="51000"/>
              </a:blip>
              <a:stretch>
                <a:fillRect/>
              </a:stretch>
            </p:blipFill>
            <p:spPr>
              <a:xfrm>
                <a:off x="-1017376" y="777088"/>
                <a:ext cx="2086600" cy="221368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" name="Google Shape;15;p2"/>
              <p:cNvPicPr preferRelativeResize="0"/>
              <p:nvPr/>
            </p:nvPicPr>
            <p:blipFill rotWithShape="1">
              <a:blip r:embed="rId6">
                <a:alphaModFix amt="50000"/>
              </a:blip>
              <a:srcRect/>
              <a:stretch/>
            </p:blipFill>
            <p:spPr>
              <a:xfrm>
                <a:off x="54150" y="1684750"/>
                <a:ext cx="976201" cy="103565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6" name="Google Shape;16;p2"/>
              <p:cNvPicPr preferRelativeResize="0"/>
              <p:nvPr/>
            </p:nvPicPr>
            <p:blipFill rotWithShape="1">
              <a:blip r:embed="rId2">
                <a:alphaModFix amt="51000"/>
              </a:blip>
              <a:srcRect/>
              <a:stretch/>
            </p:blipFill>
            <p:spPr>
              <a:xfrm>
                <a:off x="1617500" y="-47775"/>
                <a:ext cx="488574" cy="51833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7" name="Google Shape;17;p2"/>
            <p:cNvGrpSpPr/>
            <p:nvPr/>
          </p:nvGrpSpPr>
          <p:grpSpPr>
            <a:xfrm>
              <a:off x="6896149" y="2519124"/>
              <a:ext cx="3785326" cy="4023374"/>
              <a:chOff x="6896149" y="2519124"/>
              <a:chExt cx="3785326" cy="4023374"/>
            </a:xfrm>
          </p:grpSpPr>
          <p:pic>
            <p:nvPicPr>
              <p:cNvPr id="18" name="Google Shape;18;p2"/>
              <p:cNvPicPr preferRelativeResize="0"/>
              <p:nvPr/>
            </p:nvPicPr>
            <p:blipFill rotWithShape="1">
              <a:blip r:embed="rId7">
                <a:alphaModFix amt="20000"/>
              </a:blip>
              <a:srcRect/>
              <a:stretch/>
            </p:blipFill>
            <p:spPr>
              <a:xfrm>
                <a:off x="8014450" y="4436291"/>
                <a:ext cx="1421225" cy="150777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9" name="Google Shape;19;p2"/>
              <p:cNvPicPr preferRelativeResize="0"/>
              <p:nvPr/>
            </p:nvPicPr>
            <p:blipFill rotWithShape="1">
              <a:blip r:embed="rId5">
                <a:alphaModFix amt="40000"/>
              </a:blip>
              <a:srcRect/>
              <a:stretch/>
            </p:blipFill>
            <p:spPr>
              <a:xfrm>
                <a:off x="8574724" y="2519124"/>
                <a:ext cx="2106751" cy="223504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0" name="Google Shape;20;p2"/>
              <p:cNvPicPr preferRelativeResize="0"/>
              <p:nvPr/>
            </p:nvPicPr>
            <p:blipFill rotWithShape="1">
              <a:blip r:embed="rId5">
                <a:alphaModFix amt="50000"/>
              </a:blip>
              <a:srcRect/>
              <a:stretch/>
            </p:blipFill>
            <p:spPr>
              <a:xfrm>
                <a:off x="7803749" y="3971236"/>
                <a:ext cx="2106751" cy="223504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1" name="Google Shape;21;p2"/>
              <p:cNvPicPr preferRelativeResize="0"/>
              <p:nvPr/>
            </p:nvPicPr>
            <p:blipFill rotWithShape="1">
              <a:blip r:embed="rId4">
                <a:alphaModFix amt="50000"/>
              </a:blip>
              <a:srcRect/>
              <a:stretch/>
            </p:blipFill>
            <p:spPr>
              <a:xfrm>
                <a:off x="6896149" y="4307449"/>
                <a:ext cx="2106751" cy="223504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2" name="Google Shape;22;p2"/>
              <p:cNvPicPr preferRelativeResize="0"/>
              <p:nvPr/>
            </p:nvPicPr>
            <p:blipFill rotWithShape="1">
              <a:blip r:embed="rId6">
                <a:alphaModFix amt="50000"/>
              </a:blip>
              <a:srcRect/>
              <a:stretch/>
            </p:blipFill>
            <p:spPr>
              <a:xfrm>
                <a:off x="8784575" y="3377488"/>
                <a:ext cx="488574" cy="51833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3" name="Google Shape;23;p2"/>
              <p:cNvPicPr preferRelativeResize="0"/>
              <p:nvPr/>
            </p:nvPicPr>
            <p:blipFill rotWithShape="1">
              <a:blip r:embed="rId2">
                <a:alphaModFix amt="51000"/>
              </a:blip>
              <a:srcRect/>
              <a:stretch/>
            </p:blipFill>
            <p:spPr>
              <a:xfrm>
                <a:off x="7498700" y="4709975"/>
                <a:ext cx="488574" cy="51833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24" name="Google Shape;24;p2"/>
          <p:cNvGrpSpPr/>
          <p:nvPr/>
        </p:nvGrpSpPr>
        <p:grpSpPr>
          <a:xfrm>
            <a:off x="944648" y="-1043287"/>
            <a:ext cx="9172975" cy="7259138"/>
            <a:chOff x="944648" y="-1043287"/>
            <a:chExt cx="9172975" cy="7259138"/>
          </a:xfrm>
        </p:grpSpPr>
        <p:cxnSp>
          <p:nvCxnSpPr>
            <p:cNvPr id="25" name="Google Shape;25;p2"/>
            <p:cNvCxnSpPr/>
            <p:nvPr/>
          </p:nvCxnSpPr>
          <p:spPr>
            <a:xfrm rot="10800000" flipH="1">
              <a:off x="2726248" y="-1043287"/>
              <a:ext cx="1542900" cy="1542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" name="Google Shape;26;p2"/>
            <p:cNvCxnSpPr/>
            <p:nvPr/>
          </p:nvCxnSpPr>
          <p:spPr>
            <a:xfrm rot="10800000" flipH="1">
              <a:off x="944648" y="4672950"/>
              <a:ext cx="1542900" cy="1542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" name="Google Shape;27;p2"/>
            <p:cNvCxnSpPr/>
            <p:nvPr/>
          </p:nvCxnSpPr>
          <p:spPr>
            <a:xfrm rot="10800000" flipH="1">
              <a:off x="8574723" y="1294125"/>
              <a:ext cx="1542900" cy="1542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8" name="Google Shape;28;p2"/>
          <p:cNvGrpSpPr/>
          <p:nvPr/>
        </p:nvGrpSpPr>
        <p:grpSpPr>
          <a:xfrm>
            <a:off x="-87950" y="-111852"/>
            <a:ext cx="9067971" cy="5089755"/>
            <a:chOff x="-87950" y="-111852"/>
            <a:chExt cx="9067971" cy="5089755"/>
          </a:xfrm>
        </p:grpSpPr>
        <p:pic>
          <p:nvPicPr>
            <p:cNvPr id="29" name="Google Shape;29;p2"/>
            <p:cNvPicPr preferRelativeResize="0"/>
            <p:nvPr/>
          </p:nvPicPr>
          <p:blipFill rotWithShape="1">
            <a:blip r:embed="rId2">
              <a:alphaModFix amt="51000"/>
            </a:blip>
            <a:srcRect/>
            <a:stretch/>
          </p:blipFill>
          <p:spPr>
            <a:xfrm>
              <a:off x="-87950" y="3065802"/>
              <a:ext cx="245783" cy="2607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" name="Google Shape;30;p2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0" y="4004123"/>
              <a:ext cx="385995" cy="409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" name="Google Shape;31;p2"/>
            <p:cNvPicPr preferRelativeResize="0"/>
            <p:nvPr/>
          </p:nvPicPr>
          <p:blipFill rotWithShape="1">
            <a:blip r:embed="rId2">
              <a:alphaModFix amt="51000"/>
            </a:blip>
            <a:srcRect/>
            <a:stretch/>
          </p:blipFill>
          <p:spPr>
            <a:xfrm>
              <a:off x="331850" y="4848926"/>
              <a:ext cx="121575" cy="1289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" name="Google Shape;32;p2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7987275" y="-111852"/>
              <a:ext cx="385995" cy="409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" name="Google Shape;33;p2"/>
            <p:cNvPicPr preferRelativeResize="0"/>
            <p:nvPr/>
          </p:nvPicPr>
          <p:blipFill rotWithShape="1">
            <a:blip r:embed="rId2">
              <a:alphaModFix amt="51000"/>
            </a:blip>
            <a:srcRect/>
            <a:stretch/>
          </p:blipFill>
          <p:spPr>
            <a:xfrm>
              <a:off x="8734237" y="492902"/>
              <a:ext cx="245783" cy="2607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" name="Google Shape;34;p2"/>
            <p:cNvPicPr preferRelativeResize="0"/>
            <p:nvPr/>
          </p:nvPicPr>
          <p:blipFill rotWithShape="1">
            <a:blip r:embed="rId2">
              <a:alphaModFix amt="51000"/>
            </a:blip>
            <a:srcRect/>
            <a:stretch/>
          </p:blipFill>
          <p:spPr>
            <a:xfrm>
              <a:off x="8428900" y="1585001"/>
              <a:ext cx="121575" cy="1289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" name="Google Shape;35;p2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6896150" y="4848923"/>
              <a:ext cx="121575" cy="12897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6" name="Google Shape;36;p2"/>
          <p:cNvSpPr txBox="1">
            <a:spLocks noGrp="1"/>
          </p:cNvSpPr>
          <p:nvPr>
            <p:ph type="ctrTitle"/>
          </p:nvPr>
        </p:nvSpPr>
        <p:spPr>
          <a:xfrm>
            <a:off x="4607800" y="1232625"/>
            <a:ext cx="3821100" cy="215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2"/>
          <p:cNvSpPr txBox="1">
            <a:spLocks noGrp="1"/>
          </p:cNvSpPr>
          <p:nvPr>
            <p:ph type="subTitle" idx="1"/>
          </p:nvPr>
        </p:nvSpPr>
        <p:spPr>
          <a:xfrm>
            <a:off x="4607750" y="3504450"/>
            <a:ext cx="3821100" cy="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8" name="Google Shape;38;p2"/>
          <p:cNvSpPr>
            <a:spLocks noGrp="1"/>
          </p:cNvSpPr>
          <p:nvPr>
            <p:ph type="pic" idx="2"/>
          </p:nvPr>
        </p:nvSpPr>
        <p:spPr>
          <a:xfrm>
            <a:off x="715100" y="936150"/>
            <a:ext cx="3271200" cy="3271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oogle Shape;40;p3"/>
          <p:cNvGrpSpPr/>
          <p:nvPr/>
        </p:nvGrpSpPr>
        <p:grpSpPr>
          <a:xfrm>
            <a:off x="1963548" y="-1043287"/>
            <a:ext cx="8134900" cy="7194675"/>
            <a:chOff x="1963548" y="-1043287"/>
            <a:chExt cx="8134900" cy="7194675"/>
          </a:xfrm>
        </p:grpSpPr>
        <p:cxnSp>
          <p:nvCxnSpPr>
            <p:cNvPr id="41" name="Google Shape;41;p3"/>
            <p:cNvCxnSpPr/>
            <p:nvPr/>
          </p:nvCxnSpPr>
          <p:spPr>
            <a:xfrm rot="10800000" flipH="1">
              <a:off x="4821798" y="-1043287"/>
              <a:ext cx="1542900" cy="1542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2" name="Google Shape;42;p3"/>
            <p:cNvCxnSpPr/>
            <p:nvPr/>
          </p:nvCxnSpPr>
          <p:spPr>
            <a:xfrm rot="10800000" flipH="1">
              <a:off x="8555548" y="1080113"/>
              <a:ext cx="1542900" cy="1542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3" name="Google Shape;43;p3"/>
            <p:cNvCxnSpPr/>
            <p:nvPr/>
          </p:nvCxnSpPr>
          <p:spPr>
            <a:xfrm rot="10800000" flipH="1">
              <a:off x="1963548" y="4608488"/>
              <a:ext cx="1542900" cy="1542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4" name="Google Shape;44;p3"/>
          <p:cNvGrpSpPr/>
          <p:nvPr/>
        </p:nvGrpSpPr>
        <p:grpSpPr>
          <a:xfrm>
            <a:off x="-793088" y="-1678687"/>
            <a:ext cx="11435235" cy="8249333"/>
            <a:chOff x="-793088" y="-1678687"/>
            <a:chExt cx="11435235" cy="8249333"/>
          </a:xfrm>
        </p:grpSpPr>
        <p:grpSp>
          <p:nvGrpSpPr>
            <p:cNvPr id="45" name="Google Shape;45;p3"/>
            <p:cNvGrpSpPr/>
            <p:nvPr/>
          </p:nvGrpSpPr>
          <p:grpSpPr>
            <a:xfrm>
              <a:off x="-793088" y="-1678687"/>
              <a:ext cx="4299537" cy="4396378"/>
              <a:chOff x="-793088" y="-1678687"/>
              <a:chExt cx="4299537" cy="4396378"/>
            </a:xfrm>
          </p:grpSpPr>
          <p:pic>
            <p:nvPicPr>
              <p:cNvPr id="46" name="Google Shape;46;p3"/>
              <p:cNvPicPr preferRelativeResize="0"/>
              <p:nvPr/>
            </p:nvPicPr>
            <p:blipFill rotWithShape="1">
              <a:blip r:embed="rId2">
                <a:alphaModFix amt="20000"/>
              </a:blip>
              <a:srcRect/>
              <a:stretch/>
            </p:blipFill>
            <p:spPr>
              <a:xfrm>
                <a:off x="-234200" y="1209916"/>
                <a:ext cx="1421225" cy="15077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7" name="Google Shape;47;p3"/>
              <p:cNvPicPr preferRelativeResize="0"/>
              <p:nvPr/>
            </p:nvPicPr>
            <p:blipFill rotWithShape="1">
              <a:blip r:embed="rId3">
                <a:alphaModFix amt="50000"/>
              </a:blip>
              <a:srcRect/>
              <a:stretch/>
            </p:blipFill>
            <p:spPr>
              <a:xfrm>
                <a:off x="1419849" y="-1678687"/>
                <a:ext cx="2086600" cy="221368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8" name="Google Shape;48;p3"/>
              <p:cNvPicPr preferRelativeResize="0"/>
              <p:nvPr/>
            </p:nvPicPr>
            <p:blipFill>
              <a:blip r:embed="rId4">
                <a:alphaModFix amt="51000"/>
              </a:blip>
              <a:stretch>
                <a:fillRect/>
              </a:stretch>
            </p:blipFill>
            <p:spPr>
              <a:xfrm>
                <a:off x="-169553" y="-1277541"/>
                <a:ext cx="2086600" cy="221368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9" name="Google Shape;49;p3"/>
              <p:cNvPicPr preferRelativeResize="0"/>
              <p:nvPr/>
            </p:nvPicPr>
            <p:blipFill rotWithShape="1">
              <a:blip r:embed="rId3">
                <a:alphaModFix amt="50000"/>
              </a:blip>
              <a:srcRect/>
              <a:stretch/>
            </p:blipFill>
            <p:spPr>
              <a:xfrm>
                <a:off x="-793088" y="167575"/>
                <a:ext cx="2086600" cy="221368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0" name="Google Shape;50;p3"/>
              <p:cNvPicPr preferRelativeResize="0"/>
              <p:nvPr/>
            </p:nvPicPr>
            <p:blipFill rotWithShape="1">
              <a:blip r:embed="rId5">
                <a:alphaModFix amt="50000"/>
              </a:blip>
              <a:srcRect/>
              <a:stretch/>
            </p:blipFill>
            <p:spPr>
              <a:xfrm>
                <a:off x="-234200" y="-492798"/>
                <a:ext cx="968818" cy="102780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1" name="Google Shape;51;p3"/>
              <p:cNvPicPr preferRelativeResize="0"/>
              <p:nvPr/>
            </p:nvPicPr>
            <p:blipFill rotWithShape="1">
              <a:blip r:embed="rId6">
                <a:alphaModFix amt="51000"/>
              </a:blip>
              <a:srcRect/>
              <a:stretch/>
            </p:blipFill>
            <p:spPr>
              <a:xfrm>
                <a:off x="1917050" y="275837"/>
                <a:ext cx="488574" cy="51833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52" name="Google Shape;52;p3"/>
            <p:cNvGrpSpPr/>
            <p:nvPr/>
          </p:nvGrpSpPr>
          <p:grpSpPr>
            <a:xfrm>
              <a:off x="6709724" y="2264434"/>
              <a:ext cx="3932423" cy="4306212"/>
              <a:chOff x="6709724" y="2264434"/>
              <a:chExt cx="3932423" cy="4306212"/>
            </a:xfrm>
          </p:grpSpPr>
          <p:pic>
            <p:nvPicPr>
              <p:cNvPr id="53" name="Google Shape;53;p3"/>
              <p:cNvPicPr preferRelativeResize="0"/>
              <p:nvPr/>
            </p:nvPicPr>
            <p:blipFill rotWithShape="1">
              <a:blip r:embed="rId5">
                <a:alphaModFix amt="20000"/>
              </a:blip>
              <a:srcRect/>
              <a:stretch/>
            </p:blipFill>
            <p:spPr>
              <a:xfrm>
                <a:off x="8428900" y="3150012"/>
                <a:ext cx="1374776" cy="14585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4" name="Google Shape;54;p3"/>
              <p:cNvPicPr preferRelativeResize="0"/>
              <p:nvPr/>
            </p:nvPicPr>
            <p:blipFill>
              <a:blip r:embed="rId4">
                <a:alphaModFix amt="51000"/>
              </a:blip>
              <a:stretch>
                <a:fillRect/>
              </a:stretch>
            </p:blipFill>
            <p:spPr>
              <a:xfrm>
                <a:off x="8555547" y="2264434"/>
                <a:ext cx="2086600" cy="221368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5" name="Google Shape;55;p3"/>
              <p:cNvPicPr preferRelativeResize="0"/>
              <p:nvPr/>
            </p:nvPicPr>
            <p:blipFill>
              <a:blip r:embed="rId4">
                <a:alphaModFix amt="51000"/>
              </a:blip>
              <a:stretch>
                <a:fillRect/>
              </a:stretch>
            </p:blipFill>
            <p:spPr>
              <a:xfrm>
                <a:off x="7385597" y="4356959"/>
                <a:ext cx="2086600" cy="221368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6" name="Google Shape;56;p3"/>
              <p:cNvPicPr preferRelativeResize="0"/>
              <p:nvPr/>
            </p:nvPicPr>
            <p:blipFill rotWithShape="1">
              <a:blip r:embed="rId3">
                <a:alphaModFix amt="50000"/>
              </a:blip>
              <a:srcRect/>
              <a:stretch/>
            </p:blipFill>
            <p:spPr>
              <a:xfrm>
                <a:off x="6709724" y="4207338"/>
                <a:ext cx="2086600" cy="221368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7" name="Google Shape;57;p3"/>
              <p:cNvPicPr preferRelativeResize="0"/>
              <p:nvPr/>
            </p:nvPicPr>
            <p:blipFill rotWithShape="1">
              <a:blip r:embed="rId6">
                <a:alphaModFix amt="51000"/>
              </a:blip>
              <a:srcRect/>
              <a:stretch/>
            </p:blipFill>
            <p:spPr>
              <a:xfrm>
                <a:off x="8066057" y="3933679"/>
                <a:ext cx="725686" cy="7698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58" name="Google Shape;58;p3"/>
          <p:cNvGrpSpPr/>
          <p:nvPr/>
        </p:nvGrpSpPr>
        <p:grpSpPr>
          <a:xfrm>
            <a:off x="189412" y="-2"/>
            <a:ext cx="8728500" cy="4998227"/>
            <a:chOff x="189412" y="-2"/>
            <a:chExt cx="8728500" cy="4998227"/>
          </a:xfrm>
        </p:grpSpPr>
        <p:pic>
          <p:nvPicPr>
            <p:cNvPr id="59" name="Google Shape;59;p3"/>
            <p:cNvPicPr preferRelativeResize="0"/>
            <p:nvPr/>
          </p:nvPicPr>
          <p:blipFill rotWithShape="1">
            <a:blip r:embed="rId5">
              <a:alphaModFix amt="50000"/>
            </a:blip>
            <a:srcRect/>
            <a:stretch/>
          </p:blipFill>
          <p:spPr>
            <a:xfrm>
              <a:off x="7680050" y="-2"/>
              <a:ext cx="385995" cy="409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0" name="Google Shape;60;p3"/>
            <p:cNvPicPr preferRelativeResize="0"/>
            <p:nvPr/>
          </p:nvPicPr>
          <p:blipFill rotWithShape="1">
            <a:blip r:embed="rId6">
              <a:alphaModFix amt="51000"/>
            </a:blip>
            <a:srcRect/>
            <a:stretch/>
          </p:blipFill>
          <p:spPr>
            <a:xfrm>
              <a:off x="8428912" y="292377"/>
              <a:ext cx="245783" cy="2607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" name="Google Shape;61;p3"/>
            <p:cNvPicPr preferRelativeResize="0"/>
            <p:nvPr/>
          </p:nvPicPr>
          <p:blipFill rotWithShape="1">
            <a:blip r:embed="rId6">
              <a:alphaModFix amt="51000"/>
            </a:blip>
            <a:srcRect/>
            <a:stretch/>
          </p:blipFill>
          <p:spPr>
            <a:xfrm>
              <a:off x="8796337" y="1209926"/>
              <a:ext cx="121575" cy="1289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2" name="Google Shape;62;p3"/>
            <p:cNvPicPr preferRelativeResize="0"/>
            <p:nvPr/>
          </p:nvPicPr>
          <p:blipFill rotWithShape="1">
            <a:blip r:embed="rId6">
              <a:alphaModFix amt="51000"/>
            </a:blip>
            <a:srcRect/>
            <a:stretch/>
          </p:blipFill>
          <p:spPr>
            <a:xfrm>
              <a:off x="353525" y="4478123"/>
              <a:ext cx="386000" cy="4095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3" name="Google Shape;63;p3"/>
            <p:cNvPicPr preferRelativeResize="0"/>
            <p:nvPr/>
          </p:nvPicPr>
          <p:blipFill rotWithShape="1">
            <a:blip r:embed="rId5">
              <a:alphaModFix amt="50000"/>
            </a:blip>
            <a:srcRect/>
            <a:stretch/>
          </p:blipFill>
          <p:spPr>
            <a:xfrm>
              <a:off x="189412" y="4105123"/>
              <a:ext cx="121575" cy="1289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4" name="Google Shape;64;p3"/>
            <p:cNvPicPr preferRelativeResize="0"/>
            <p:nvPr/>
          </p:nvPicPr>
          <p:blipFill rotWithShape="1">
            <a:blip r:embed="rId6">
              <a:alphaModFix amt="51000"/>
            </a:blip>
            <a:srcRect/>
            <a:stretch/>
          </p:blipFill>
          <p:spPr>
            <a:xfrm>
              <a:off x="6463937" y="4608502"/>
              <a:ext cx="245783" cy="2607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5" name="Google Shape;65;p3"/>
            <p:cNvPicPr preferRelativeResize="0"/>
            <p:nvPr/>
          </p:nvPicPr>
          <p:blipFill rotWithShape="1">
            <a:blip r:embed="rId5">
              <a:alphaModFix amt="50000"/>
            </a:blip>
            <a:srcRect/>
            <a:stretch/>
          </p:blipFill>
          <p:spPr>
            <a:xfrm>
              <a:off x="6197437" y="4869248"/>
              <a:ext cx="121575" cy="12897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6" name="Google Shape;66;p3"/>
          <p:cNvSpPr txBox="1">
            <a:spLocks noGrp="1"/>
          </p:cNvSpPr>
          <p:nvPr>
            <p:ph type="title"/>
          </p:nvPr>
        </p:nvSpPr>
        <p:spPr>
          <a:xfrm>
            <a:off x="5229100" y="2623025"/>
            <a:ext cx="3199800" cy="95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sp>
        <p:nvSpPr>
          <p:cNvPr id="67" name="Google Shape;67;p3"/>
          <p:cNvSpPr txBox="1">
            <a:spLocks noGrp="1"/>
          </p:cNvSpPr>
          <p:nvPr>
            <p:ph type="title" idx="2" hasCustomPrompt="1"/>
          </p:nvPr>
        </p:nvSpPr>
        <p:spPr>
          <a:xfrm>
            <a:off x="5229100" y="1566183"/>
            <a:ext cx="1089900" cy="1027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5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68" name="Google Shape;68;p3"/>
          <p:cNvSpPr>
            <a:spLocks noGrp="1"/>
          </p:cNvSpPr>
          <p:nvPr>
            <p:ph type="pic" idx="3"/>
          </p:nvPr>
        </p:nvSpPr>
        <p:spPr>
          <a:xfrm>
            <a:off x="715100" y="936150"/>
            <a:ext cx="3271200" cy="3271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" name="Google Shape;93;p5"/>
          <p:cNvGrpSpPr/>
          <p:nvPr/>
        </p:nvGrpSpPr>
        <p:grpSpPr>
          <a:xfrm>
            <a:off x="6534762" y="1017734"/>
            <a:ext cx="4173198" cy="4855491"/>
            <a:chOff x="6534762" y="1017734"/>
            <a:chExt cx="4173198" cy="4855491"/>
          </a:xfrm>
        </p:grpSpPr>
        <p:pic>
          <p:nvPicPr>
            <p:cNvPr id="94" name="Google Shape;94;p5"/>
            <p:cNvPicPr preferRelativeResize="0"/>
            <p:nvPr/>
          </p:nvPicPr>
          <p:blipFill rotWithShape="1">
            <a:blip r:embed="rId2">
              <a:alphaModFix amt="23000"/>
            </a:blip>
            <a:srcRect/>
            <a:stretch/>
          </p:blipFill>
          <p:spPr>
            <a:xfrm>
              <a:off x="7767262" y="1747113"/>
              <a:ext cx="2086600" cy="22136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5" name="Google Shape;95;p5"/>
            <p:cNvPicPr preferRelativeResize="0"/>
            <p:nvPr/>
          </p:nvPicPr>
          <p:blipFill rotWithShape="1">
            <a:blip r:embed="rId2">
              <a:alphaModFix amt="49000"/>
            </a:blip>
            <a:srcRect/>
            <a:stretch/>
          </p:blipFill>
          <p:spPr>
            <a:xfrm>
              <a:off x="7713913" y="2258878"/>
              <a:ext cx="1583675" cy="16800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6" name="Google Shape;96;p5"/>
            <p:cNvPicPr preferRelativeResize="0"/>
            <p:nvPr/>
          </p:nvPicPr>
          <p:blipFill>
            <a:blip r:embed="rId3">
              <a:alphaModFix amt="51000"/>
            </a:blip>
            <a:stretch>
              <a:fillRect/>
            </a:stretch>
          </p:blipFill>
          <p:spPr>
            <a:xfrm>
              <a:off x="8621360" y="1017734"/>
              <a:ext cx="2086600" cy="22136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" name="Google Shape;97;p5"/>
            <p:cNvPicPr preferRelativeResize="0"/>
            <p:nvPr/>
          </p:nvPicPr>
          <p:blipFill rotWithShape="1">
            <a:blip r:embed="rId4">
              <a:alphaModFix amt="20000"/>
            </a:blip>
            <a:srcRect/>
            <a:stretch/>
          </p:blipFill>
          <p:spPr>
            <a:xfrm>
              <a:off x="6744626" y="4232633"/>
              <a:ext cx="1362051" cy="1445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8" name="Google Shape;98;p5"/>
            <p:cNvPicPr preferRelativeResize="0"/>
            <p:nvPr/>
          </p:nvPicPr>
          <p:blipFill rotWithShape="1">
            <a:blip r:embed="rId5">
              <a:alphaModFix amt="50000"/>
            </a:blip>
            <a:srcRect/>
            <a:stretch/>
          </p:blipFill>
          <p:spPr>
            <a:xfrm>
              <a:off x="6534762" y="3659538"/>
              <a:ext cx="2086600" cy="22136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9" name="Google Shape;99;p5"/>
            <p:cNvPicPr preferRelativeResize="0"/>
            <p:nvPr/>
          </p:nvPicPr>
          <p:blipFill>
            <a:blip r:embed="rId6">
              <a:alphaModFix amt="51000"/>
            </a:blip>
            <a:stretch>
              <a:fillRect/>
            </a:stretch>
          </p:blipFill>
          <p:spPr>
            <a:xfrm>
              <a:off x="7919649" y="2874250"/>
              <a:ext cx="2086600" cy="22136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0" name="Google Shape;100;p5"/>
            <p:cNvPicPr preferRelativeResize="0"/>
            <p:nvPr/>
          </p:nvPicPr>
          <p:blipFill rotWithShape="1">
            <a:blip r:embed="rId2">
              <a:alphaModFix amt="50000"/>
            </a:blip>
            <a:srcRect/>
            <a:stretch/>
          </p:blipFill>
          <p:spPr>
            <a:xfrm>
              <a:off x="8718662" y="4232613"/>
              <a:ext cx="488574" cy="51833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1" name="Google Shape;101;p5"/>
          <p:cNvGrpSpPr/>
          <p:nvPr/>
        </p:nvGrpSpPr>
        <p:grpSpPr>
          <a:xfrm>
            <a:off x="3278698" y="-1193287"/>
            <a:ext cx="4798950" cy="7344675"/>
            <a:chOff x="3278698" y="-1193287"/>
            <a:chExt cx="4798950" cy="7344675"/>
          </a:xfrm>
        </p:grpSpPr>
        <p:cxnSp>
          <p:nvCxnSpPr>
            <p:cNvPr id="102" name="Google Shape;102;p5"/>
            <p:cNvCxnSpPr/>
            <p:nvPr/>
          </p:nvCxnSpPr>
          <p:spPr>
            <a:xfrm rot="10800000" flipH="1">
              <a:off x="3278698" y="4608488"/>
              <a:ext cx="1542900" cy="1542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3" name="Google Shape;103;p5"/>
            <p:cNvCxnSpPr/>
            <p:nvPr/>
          </p:nvCxnSpPr>
          <p:spPr>
            <a:xfrm rot="10800000" flipH="1">
              <a:off x="6534748" y="-1193287"/>
              <a:ext cx="1542900" cy="1542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04" name="Google Shape;104;p5"/>
          <p:cNvGrpSpPr/>
          <p:nvPr/>
        </p:nvGrpSpPr>
        <p:grpSpPr>
          <a:xfrm>
            <a:off x="-231500" y="-111852"/>
            <a:ext cx="9211521" cy="5089755"/>
            <a:chOff x="-231500" y="-111852"/>
            <a:chExt cx="9211521" cy="5089755"/>
          </a:xfrm>
        </p:grpSpPr>
        <p:pic>
          <p:nvPicPr>
            <p:cNvPr id="105" name="Google Shape;105;p5"/>
            <p:cNvPicPr preferRelativeResize="0"/>
            <p:nvPr/>
          </p:nvPicPr>
          <p:blipFill rotWithShape="1">
            <a:blip r:embed="rId4">
              <a:alphaModFix amt="51000"/>
            </a:blip>
            <a:srcRect/>
            <a:stretch/>
          </p:blipFill>
          <p:spPr>
            <a:xfrm>
              <a:off x="0" y="3364477"/>
              <a:ext cx="245783" cy="2607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6" name="Google Shape;106;p5"/>
            <p:cNvPicPr preferRelativeResize="0"/>
            <p:nvPr/>
          </p:nvPicPr>
          <p:blipFill rotWithShape="1">
            <a:blip r:embed="rId2">
              <a:alphaModFix amt="50000"/>
            </a:blip>
            <a:srcRect/>
            <a:stretch/>
          </p:blipFill>
          <p:spPr>
            <a:xfrm>
              <a:off x="-231500" y="4023173"/>
              <a:ext cx="385995" cy="409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7" name="Google Shape;107;p5"/>
            <p:cNvPicPr preferRelativeResize="0"/>
            <p:nvPr/>
          </p:nvPicPr>
          <p:blipFill rotWithShape="1">
            <a:blip r:embed="rId4">
              <a:alphaModFix amt="51000"/>
            </a:blip>
            <a:srcRect/>
            <a:stretch/>
          </p:blipFill>
          <p:spPr>
            <a:xfrm>
              <a:off x="331850" y="4848926"/>
              <a:ext cx="121575" cy="1289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8" name="Google Shape;108;p5"/>
            <p:cNvPicPr preferRelativeResize="0"/>
            <p:nvPr/>
          </p:nvPicPr>
          <p:blipFill rotWithShape="1">
            <a:blip r:embed="rId2">
              <a:alphaModFix amt="50000"/>
            </a:blip>
            <a:srcRect/>
            <a:stretch/>
          </p:blipFill>
          <p:spPr>
            <a:xfrm>
              <a:off x="7987275" y="-111852"/>
              <a:ext cx="385995" cy="409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9" name="Google Shape;109;p5"/>
            <p:cNvPicPr preferRelativeResize="0"/>
            <p:nvPr/>
          </p:nvPicPr>
          <p:blipFill rotWithShape="1">
            <a:blip r:embed="rId4">
              <a:alphaModFix amt="51000"/>
            </a:blip>
            <a:srcRect/>
            <a:stretch/>
          </p:blipFill>
          <p:spPr>
            <a:xfrm>
              <a:off x="8734237" y="492902"/>
              <a:ext cx="245783" cy="2607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0" name="Google Shape;110;p5"/>
            <p:cNvPicPr preferRelativeResize="0"/>
            <p:nvPr/>
          </p:nvPicPr>
          <p:blipFill rotWithShape="1">
            <a:blip r:embed="rId2">
              <a:alphaModFix amt="50000"/>
            </a:blip>
            <a:srcRect/>
            <a:stretch/>
          </p:blipFill>
          <p:spPr>
            <a:xfrm>
              <a:off x="8796337" y="1376401"/>
              <a:ext cx="121575" cy="1289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1" name="Google Shape;111;p5"/>
            <p:cNvPicPr preferRelativeResize="0"/>
            <p:nvPr/>
          </p:nvPicPr>
          <p:blipFill rotWithShape="1">
            <a:blip r:embed="rId4">
              <a:alphaModFix amt="51000"/>
            </a:blip>
            <a:srcRect/>
            <a:stretch/>
          </p:blipFill>
          <p:spPr>
            <a:xfrm>
              <a:off x="331837" y="610976"/>
              <a:ext cx="121575" cy="1289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2" name="Google Shape;112;p5"/>
            <p:cNvPicPr preferRelativeResize="0"/>
            <p:nvPr/>
          </p:nvPicPr>
          <p:blipFill rotWithShape="1">
            <a:blip r:embed="rId2">
              <a:alphaModFix amt="50000"/>
            </a:blip>
            <a:srcRect/>
            <a:stretch/>
          </p:blipFill>
          <p:spPr>
            <a:xfrm>
              <a:off x="152850" y="255723"/>
              <a:ext cx="121575" cy="12897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3" name="Google Shape;113;p5"/>
          <p:cNvSpPr txBox="1">
            <a:spLocks noGrp="1"/>
          </p:cNvSpPr>
          <p:nvPr>
            <p:ph type="subTitle" idx="1"/>
          </p:nvPr>
        </p:nvSpPr>
        <p:spPr>
          <a:xfrm>
            <a:off x="720000" y="1543045"/>
            <a:ext cx="4213200" cy="45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14" name="Google Shape;114;p5"/>
          <p:cNvSpPr txBox="1">
            <a:spLocks noGrp="1"/>
          </p:cNvSpPr>
          <p:nvPr>
            <p:ph type="subTitle" idx="2"/>
          </p:nvPr>
        </p:nvSpPr>
        <p:spPr>
          <a:xfrm>
            <a:off x="715100" y="2986475"/>
            <a:ext cx="4213200" cy="45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15" name="Google Shape;115;p5"/>
          <p:cNvSpPr txBox="1">
            <a:spLocks noGrp="1"/>
          </p:cNvSpPr>
          <p:nvPr>
            <p:ph type="subTitle" idx="3"/>
          </p:nvPr>
        </p:nvSpPr>
        <p:spPr>
          <a:xfrm>
            <a:off x="720000" y="1921013"/>
            <a:ext cx="4213200" cy="93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5"/>
          <p:cNvSpPr txBox="1">
            <a:spLocks noGrp="1"/>
          </p:cNvSpPr>
          <p:nvPr>
            <p:ph type="subTitle" idx="4"/>
          </p:nvPr>
        </p:nvSpPr>
        <p:spPr>
          <a:xfrm>
            <a:off x="715105" y="3364475"/>
            <a:ext cx="4213200" cy="93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5"/>
          <p:cNvSpPr>
            <a:spLocks noGrp="1"/>
          </p:cNvSpPr>
          <p:nvPr>
            <p:ph type="pic" idx="5"/>
          </p:nvPr>
        </p:nvSpPr>
        <p:spPr>
          <a:xfrm>
            <a:off x="5730700" y="1509200"/>
            <a:ext cx="2698200" cy="2698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" name="Google Shape;120;p6"/>
          <p:cNvGrpSpPr/>
          <p:nvPr/>
        </p:nvGrpSpPr>
        <p:grpSpPr>
          <a:xfrm>
            <a:off x="7555124" y="-1364279"/>
            <a:ext cx="3196998" cy="4685916"/>
            <a:chOff x="7555124" y="-1364279"/>
            <a:chExt cx="3196998" cy="4685916"/>
          </a:xfrm>
        </p:grpSpPr>
        <p:pic>
          <p:nvPicPr>
            <p:cNvPr id="121" name="Google Shape;121;p6"/>
            <p:cNvPicPr preferRelativeResize="0"/>
            <p:nvPr/>
          </p:nvPicPr>
          <p:blipFill rotWithShape="1">
            <a:blip r:embed="rId2">
              <a:alphaModFix amt="20000"/>
            </a:blip>
            <a:srcRect/>
            <a:stretch/>
          </p:blipFill>
          <p:spPr>
            <a:xfrm rot="10800000" flipH="1">
              <a:off x="8500201" y="-143537"/>
              <a:ext cx="1362051" cy="1445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2" name="Google Shape;122;p6"/>
            <p:cNvPicPr preferRelativeResize="0"/>
            <p:nvPr/>
          </p:nvPicPr>
          <p:blipFill>
            <a:blip r:embed="rId3">
              <a:alphaModFix amt="51000"/>
            </a:blip>
            <a:stretch>
              <a:fillRect/>
            </a:stretch>
          </p:blipFill>
          <p:spPr>
            <a:xfrm rot="10800000" flipH="1">
              <a:off x="8665522" y="1107950"/>
              <a:ext cx="2086600" cy="22136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3" name="Google Shape;123;p6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 rot="10800000" flipH="1">
              <a:off x="8428899" y="133234"/>
              <a:ext cx="2086600" cy="22136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4" name="Google Shape;124;p6"/>
            <p:cNvPicPr preferRelativeResize="0"/>
            <p:nvPr/>
          </p:nvPicPr>
          <p:blipFill>
            <a:blip r:embed="rId5">
              <a:alphaModFix amt="51000"/>
            </a:blip>
            <a:stretch>
              <a:fillRect/>
            </a:stretch>
          </p:blipFill>
          <p:spPr>
            <a:xfrm rot="10800000" flipH="1">
              <a:off x="7555124" y="-1364279"/>
              <a:ext cx="2086600" cy="22136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5" name="Google Shape;125;p6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 rot="10800000" flipH="1">
              <a:off x="7555125" y="-590632"/>
              <a:ext cx="976201" cy="10356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6" name="Google Shape;126;p6"/>
            <p:cNvPicPr preferRelativeResize="0"/>
            <p:nvPr/>
          </p:nvPicPr>
          <p:blipFill rotWithShape="1">
            <a:blip r:embed="rId2">
              <a:alphaModFix amt="51000"/>
            </a:blip>
            <a:srcRect/>
            <a:stretch/>
          </p:blipFill>
          <p:spPr>
            <a:xfrm rot="10800000" flipH="1">
              <a:off x="8034800" y="-9"/>
              <a:ext cx="488574" cy="51833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7" name="Google Shape;127;p6"/>
          <p:cNvGrpSpPr/>
          <p:nvPr/>
        </p:nvGrpSpPr>
        <p:grpSpPr>
          <a:xfrm>
            <a:off x="163600" y="1017727"/>
            <a:ext cx="9176975" cy="4289746"/>
            <a:chOff x="163600" y="1017727"/>
            <a:chExt cx="9176975" cy="4289746"/>
          </a:xfrm>
        </p:grpSpPr>
        <p:pic>
          <p:nvPicPr>
            <p:cNvPr id="128" name="Google Shape;128;p6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199637" y="4897973"/>
              <a:ext cx="385995" cy="409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9" name="Google Shape;129;p6"/>
            <p:cNvPicPr preferRelativeResize="0"/>
            <p:nvPr/>
          </p:nvPicPr>
          <p:blipFill rotWithShape="1">
            <a:blip r:embed="rId2">
              <a:alphaModFix amt="51000"/>
            </a:blip>
            <a:srcRect/>
            <a:stretch/>
          </p:blipFill>
          <p:spPr>
            <a:xfrm>
              <a:off x="316012" y="3995401"/>
              <a:ext cx="121575" cy="1289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0" name="Google Shape;130;p6"/>
            <p:cNvPicPr preferRelativeResize="0"/>
            <p:nvPr/>
          </p:nvPicPr>
          <p:blipFill rotWithShape="1">
            <a:blip r:embed="rId2">
              <a:alphaModFix amt="51000"/>
            </a:blip>
            <a:srcRect/>
            <a:stretch/>
          </p:blipFill>
          <p:spPr>
            <a:xfrm>
              <a:off x="269750" y="1017727"/>
              <a:ext cx="245783" cy="2607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1" name="Google Shape;131;p6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163600" y="1632323"/>
              <a:ext cx="121575" cy="1289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2" name="Google Shape;132;p6"/>
            <p:cNvPicPr preferRelativeResize="0"/>
            <p:nvPr/>
          </p:nvPicPr>
          <p:blipFill rotWithShape="1">
            <a:blip r:embed="rId2">
              <a:alphaModFix amt="51000"/>
            </a:blip>
            <a:srcRect/>
            <a:stretch/>
          </p:blipFill>
          <p:spPr>
            <a:xfrm>
              <a:off x="8954575" y="3556830"/>
              <a:ext cx="386000" cy="4095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3" name="Google Shape;133;p6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8554800" y="4314173"/>
              <a:ext cx="121575" cy="1289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4" name="Google Shape;134;p6"/>
          <p:cNvGrpSpPr/>
          <p:nvPr/>
        </p:nvGrpSpPr>
        <p:grpSpPr>
          <a:xfrm>
            <a:off x="-827802" y="-1028887"/>
            <a:ext cx="10746825" cy="7180288"/>
            <a:chOff x="-827802" y="-1028887"/>
            <a:chExt cx="10746825" cy="7180288"/>
          </a:xfrm>
        </p:grpSpPr>
        <p:cxnSp>
          <p:nvCxnSpPr>
            <p:cNvPr id="135" name="Google Shape;135;p6"/>
            <p:cNvCxnSpPr/>
            <p:nvPr/>
          </p:nvCxnSpPr>
          <p:spPr>
            <a:xfrm rot="10800000">
              <a:off x="-827802" y="-1028887"/>
              <a:ext cx="1542900" cy="1542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6" name="Google Shape;136;p6"/>
            <p:cNvCxnSpPr/>
            <p:nvPr/>
          </p:nvCxnSpPr>
          <p:spPr>
            <a:xfrm rot="10800000">
              <a:off x="8376123" y="4608500"/>
              <a:ext cx="1542900" cy="1542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7" name="Google Shape;137;p6"/>
            <p:cNvCxnSpPr/>
            <p:nvPr/>
          </p:nvCxnSpPr>
          <p:spPr>
            <a:xfrm rot="10800000">
              <a:off x="655748" y="4608488"/>
              <a:ext cx="1542900" cy="1542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38" name="Google Shape;138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" name="Google Shape;140;p7"/>
          <p:cNvGrpSpPr/>
          <p:nvPr/>
        </p:nvGrpSpPr>
        <p:grpSpPr>
          <a:xfrm>
            <a:off x="-1169151" y="-1614726"/>
            <a:ext cx="12098277" cy="7868301"/>
            <a:chOff x="-1169151" y="-1614726"/>
            <a:chExt cx="12098277" cy="7868301"/>
          </a:xfrm>
        </p:grpSpPr>
        <p:grpSp>
          <p:nvGrpSpPr>
            <p:cNvPr id="141" name="Google Shape;141;p7"/>
            <p:cNvGrpSpPr/>
            <p:nvPr/>
          </p:nvGrpSpPr>
          <p:grpSpPr>
            <a:xfrm rot="10800000" flipH="1">
              <a:off x="-1169151" y="1356909"/>
              <a:ext cx="3237750" cy="4896666"/>
              <a:chOff x="-826876" y="-1542741"/>
              <a:chExt cx="3237750" cy="4896666"/>
            </a:xfrm>
          </p:grpSpPr>
          <p:pic>
            <p:nvPicPr>
              <p:cNvPr id="142" name="Google Shape;142;p7"/>
              <p:cNvPicPr preferRelativeResize="0"/>
              <p:nvPr/>
            </p:nvPicPr>
            <p:blipFill rotWithShape="1">
              <a:blip r:embed="rId2">
                <a:alphaModFix amt="20000"/>
              </a:blip>
              <a:srcRect/>
              <a:stretch/>
            </p:blipFill>
            <p:spPr>
              <a:xfrm>
                <a:off x="455301" y="139971"/>
                <a:ext cx="1362051" cy="144502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43" name="Google Shape;143;p7"/>
              <p:cNvPicPr preferRelativeResize="0"/>
              <p:nvPr/>
            </p:nvPicPr>
            <p:blipFill>
              <a:blip r:embed="rId3">
                <a:alphaModFix amt="51000"/>
              </a:blip>
              <a:stretch>
                <a:fillRect/>
              </a:stretch>
            </p:blipFill>
            <p:spPr>
              <a:xfrm>
                <a:off x="93022" y="-1542741"/>
                <a:ext cx="2086600" cy="221368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44" name="Google Shape;144;p7"/>
              <p:cNvPicPr preferRelativeResize="0"/>
              <p:nvPr/>
            </p:nvPicPr>
            <p:blipFill rotWithShape="1">
              <a:blip r:embed="rId4">
                <a:alphaModFix amt="50000"/>
              </a:blip>
              <a:srcRect/>
              <a:stretch/>
            </p:blipFill>
            <p:spPr>
              <a:xfrm>
                <a:off x="14074" y="-628700"/>
                <a:ext cx="2086600" cy="221368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45" name="Google Shape;145;p7"/>
              <p:cNvPicPr preferRelativeResize="0"/>
              <p:nvPr/>
            </p:nvPicPr>
            <p:blipFill>
              <a:blip r:embed="rId5">
                <a:alphaModFix amt="51000"/>
              </a:blip>
              <a:stretch>
                <a:fillRect/>
              </a:stretch>
            </p:blipFill>
            <p:spPr>
              <a:xfrm>
                <a:off x="-826876" y="1140238"/>
                <a:ext cx="2086600" cy="221368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46" name="Google Shape;146;p7"/>
              <p:cNvPicPr preferRelativeResize="0"/>
              <p:nvPr/>
            </p:nvPicPr>
            <p:blipFill rotWithShape="1">
              <a:blip r:embed="rId6">
                <a:alphaModFix amt="50000"/>
              </a:blip>
              <a:srcRect/>
              <a:stretch/>
            </p:blipFill>
            <p:spPr>
              <a:xfrm>
                <a:off x="-411625" y="1334900"/>
                <a:ext cx="976201" cy="103565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47" name="Google Shape;147;p7"/>
              <p:cNvPicPr preferRelativeResize="0"/>
              <p:nvPr/>
            </p:nvPicPr>
            <p:blipFill rotWithShape="1">
              <a:blip r:embed="rId2">
                <a:alphaModFix amt="51000"/>
              </a:blip>
              <a:srcRect/>
              <a:stretch/>
            </p:blipFill>
            <p:spPr>
              <a:xfrm>
                <a:off x="1922300" y="-156837"/>
                <a:ext cx="488574" cy="51833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48" name="Google Shape;148;p7"/>
            <p:cNvGrpSpPr/>
            <p:nvPr/>
          </p:nvGrpSpPr>
          <p:grpSpPr>
            <a:xfrm>
              <a:off x="7143799" y="-1614726"/>
              <a:ext cx="3785326" cy="4023374"/>
              <a:chOff x="7143799" y="-1614726"/>
              <a:chExt cx="3785326" cy="4023374"/>
            </a:xfrm>
          </p:grpSpPr>
          <p:pic>
            <p:nvPicPr>
              <p:cNvPr id="149" name="Google Shape;149;p7"/>
              <p:cNvPicPr preferRelativeResize="0"/>
              <p:nvPr/>
            </p:nvPicPr>
            <p:blipFill rotWithShape="1">
              <a:blip r:embed="rId5">
                <a:alphaModFix amt="40000"/>
              </a:blip>
              <a:srcRect/>
              <a:stretch/>
            </p:blipFill>
            <p:spPr>
              <a:xfrm flipH="1">
                <a:off x="7143799" y="-1614726"/>
                <a:ext cx="2106751" cy="223504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0" name="Google Shape;150;p7"/>
              <p:cNvPicPr preferRelativeResize="0"/>
              <p:nvPr/>
            </p:nvPicPr>
            <p:blipFill rotWithShape="1">
              <a:blip r:embed="rId5">
                <a:alphaModFix amt="50000"/>
              </a:blip>
              <a:srcRect/>
              <a:stretch/>
            </p:blipFill>
            <p:spPr>
              <a:xfrm flipH="1">
                <a:off x="7914774" y="-162614"/>
                <a:ext cx="2106751" cy="223504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1" name="Google Shape;151;p7"/>
              <p:cNvPicPr preferRelativeResize="0"/>
              <p:nvPr/>
            </p:nvPicPr>
            <p:blipFill rotWithShape="1">
              <a:blip r:embed="rId4">
                <a:alphaModFix amt="50000"/>
              </a:blip>
              <a:srcRect/>
              <a:stretch/>
            </p:blipFill>
            <p:spPr>
              <a:xfrm flipH="1">
                <a:off x="8822374" y="173599"/>
                <a:ext cx="2106751" cy="223504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2" name="Google Shape;152;p7"/>
              <p:cNvPicPr preferRelativeResize="0"/>
              <p:nvPr/>
            </p:nvPicPr>
            <p:blipFill rotWithShape="1">
              <a:blip r:embed="rId2">
                <a:alphaModFix amt="51000"/>
              </a:blip>
              <a:srcRect/>
              <a:stretch/>
            </p:blipFill>
            <p:spPr>
              <a:xfrm flipH="1">
                <a:off x="8723863" y="1174538"/>
                <a:ext cx="488574" cy="51833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3" name="Google Shape;153;p7"/>
              <p:cNvPicPr preferRelativeResize="0"/>
              <p:nvPr/>
            </p:nvPicPr>
            <p:blipFill rotWithShape="1">
              <a:blip r:embed="rId6">
                <a:alphaModFix amt="20000"/>
              </a:blip>
              <a:srcRect/>
              <a:stretch/>
            </p:blipFill>
            <p:spPr>
              <a:xfrm flipH="1">
                <a:off x="8428898" y="738505"/>
                <a:ext cx="1310596" cy="13904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54" name="Google Shape;154;p7"/>
          <p:cNvGrpSpPr/>
          <p:nvPr/>
        </p:nvGrpSpPr>
        <p:grpSpPr>
          <a:xfrm>
            <a:off x="2796611" y="-1007912"/>
            <a:ext cx="3225400" cy="7159300"/>
            <a:chOff x="2796611" y="-1007912"/>
            <a:chExt cx="3225400" cy="7159300"/>
          </a:xfrm>
        </p:grpSpPr>
        <p:cxnSp>
          <p:nvCxnSpPr>
            <p:cNvPr id="155" name="Google Shape;155;p7"/>
            <p:cNvCxnSpPr/>
            <p:nvPr/>
          </p:nvCxnSpPr>
          <p:spPr>
            <a:xfrm rot="10800000">
              <a:off x="2796611" y="-1007912"/>
              <a:ext cx="1542900" cy="1542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6" name="Google Shape;156;p7"/>
            <p:cNvCxnSpPr/>
            <p:nvPr/>
          </p:nvCxnSpPr>
          <p:spPr>
            <a:xfrm rot="10800000">
              <a:off x="4479111" y="4608488"/>
              <a:ext cx="1542900" cy="1542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57" name="Google Shape;157;p7"/>
          <p:cNvGrpSpPr/>
          <p:nvPr/>
        </p:nvGrpSpPr>
        <p:grpSpPr>
          <a:xfrm>
            <a:off x="305250" y="334576"/>
            <a:ext cx="8634825" cy="4572260"/>
            <a:chOff x="305250" y="334576"/>
            <a:chExt cx="8634825" cy="4572260"/>
          </a:xfrm>
        </p:grpSpPr>
        <p:pic>
          <p:nvPicPr>
            <p:cNvPr id="158" name="Google Shape;158;p7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305250" y="636723"/>
              <a:ext cx="121575" cy="1289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9" name="Google Shape;159;p7"/>
            <p:cNvPicPr preferRelativeResize="0"/>
            <p:nvPr/>
          </p:nvPicPr>
          <p:blipFill rotWithShape="1">
            <a:blip r:embed="rId2">
              <a:alphaModFix amt="51000"/>
            </a:blip>
            <a:srcRect/>
            <a:stretch/>
          </p:blipFill>
          <p:spPr>
            <a:xfrm>
              <a:off x="513775" y="334576"/>
              <a:ext cx="121575" cy="1289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0" name="Google Shape;160;p7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8432512" y="4497335"/>
              <a:ext cx="385995" cy="409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1" name="Google Shape;161;p7"/>
            <p:cNvPicPr preferRelativeResize="0"/>
            <p:nvPr/>
          </p:nvPicPr>
          <p:blipFill rotWithShape="1">
            <a:blip r:embed="rId2">
              <a:alphaModFix amt="51000"/>
            </a:blip>
            <a:srcRect/>
            <a:stretch/>
          </p:blipFill>
          <p:spPr>
            <a:xfrm>
              <a:off x="8818500" y="3996151"/>
              <a:ext cx="121575" cy="12897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2" name="Google Shape;162;p7"/>
          <p:cNvSpPr txBox="1">
            <a:spLocks noGrp="1"/>
          </p:cNvSpPr>
          <p:nvPr>
            <p:ph type="title"/>
          </p:nvPr>
        </p:nvSpPr>
        <p:spPr>
          <a:xfrm>
            <a:off x="4479100" y="1147350"/>
            <a:ext cx="3949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7"/>
          <p:cNvSpPr txBox="1">
            <a:spLocks noGrp="1"/>
          </p:cNvSpPr>
          <p:nvPr>
            <p:ph type="body" idx="1"/>
          </p:nvPr>
        </p:nvSpPr>
        <p:spPr>
          <a:xfrm>
            <a:off x="4479100" y="1720050"/>
            <a:ext cx="3949800" cy="227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pen Sans Light"/>
              <a:buChar char="■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/>
            </a:lvl9pPr>
          </a:lstStyle>
          <a:p>
            <a:endParaRPr/>
          </a:p>
        </p:txBody>
      </p:sp>
      <p:sp>
        <p:nvSpPr>
          <p:cNvPr id="164" name="Google Shape;164;p7"/>
          <p:cNvSpPr>
            <a:spLocks noGrp="1"/>
          </p:cNvSpPr>
          <p:nvPr>
            <p:ph type="pic" idx="2"/>
          </p:nvPr>
        </p:nvSpPr>
        <p:spPr>
          <a:xfrm>
            <a:off x="715100" y="936150"/>
            <a:ext cx="3271200" cy="3271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6" name="Google Shape;166;p8"/>
          <p:cNvGrpSpPr/>
          <p:nvPr/>
        </p:nvGrpSpPr>
        <p:grpSpPr>
          <a:xfrm flipH="1">
            <a:off x="-472715" y="-1043287"/>
            <a:ext cx="8134900" cy="7194675"/>
            <a:chOff x="1963548" y="-1043287"/>
            <a:chExt cx="8134900" cy="7194675"/>
          </a:xfrm>
        </p:grpSpPr>
        <p:cxnSp>
          <p:nvCxnSpPr>
            <p:cNvPr id="167" name="Google Shape;167;p8"/>
            <p:cNvCxnSpPr/>
            <p:nvPr/>
          </p:nvCxnSpPr>
          <p:spPr>
            <a:xfrm rot="10800000" flipH="1">
              <a:off x="4821798" y="-1043287"/>
              <a:ext cx="1542900" cy="1542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8" name="Google Shape;168;p8"/>
            <p:cNvCxnSpPr/>
            <p:nvPr/>
          </p:nvCxnSpPr>
          <p:spPr>
            <a:xfrm rot="10800000" flipH="1">
              <a:off x="8555548" y="1080113"/>
              <a:ext cx="1542900" cy="1542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9" name="Google Shape;169;p8"/>
            <p:cNvCxnSpPr/>
            <p:nvPr/>
          </p:nvCxnSpPr>
          <p:spPr>
            <a:xfrm rot="10800000" flipH="1">
              <a:off x="1963548" y="4608488"/>
              <a:ext cx="1542900" cy="1542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70" name="Google Shape;170;p8"/>
          <p:cNvGrpSpPr/>
          <p:nvPr/>
        </p:nvGrpSpPr>
        <p:grpSpPr>
          <a:xfrm flipH="1">
            <a:off x="-1016413" y="-1678687"/>
            <a:ext cx="11435235" cy="8249333"/>
            <a:chOff x="-793088" y="-1678687"/>
            <a:chExt cx="11435235" cy="8249333"/>
          </a:xfrm>
        </p:grpSpPr>
        <p:grpSp>
          <p:nvGrpSpPr>
            <p:cNvPr id="171" name="Google Shape;171;p8"/>
            <p:cNvGrpSpPr/>
            <p:nvPr/>
          </p:nvGrpSpPr>
          <p:grpSpPr>
            <a:xfrm>
              <a:off x="-793088" y="-1678687"/>
              <a:ext cx="4299537" cy="4396378"/>
              <a:chOff x="-793088" y="-1678687"/>
              <a:chExt cx="4299537" cy="4396378"/>
            </a:xfrm>
          </p:grpSpPr>
          <p:pic>
            <p:nvPicPr>
              <p:cNvPr id="172" name="Google Shape;172;p8"/>
              <p:cNvPicPr preferRelativeResize="0"/>
              <p:nvPr/>
            </p:nvPicPr>
            <p:blipFill rotWithShape="1">
              <a:blip r:embed="rId2">
                <a:alphaModFix amt="20000"/>
              </a:blip>
              <a:srcRect/>
              <a:stretch/>
            </p:blipFill>
            <p:spPr>
              <a:xfrm>
                <a:off x="-234200" y="1209916"/>
                <a:ext cx="1421225" cy="15077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73" name="Google Shape;173;p8"/>
              <p:cNvPicPr preferRelativeResize="0"/>
              <p:nvPr/>
            </p:nvPicPr>
            <p:blipFill rotWithShape="1">
              <a:blip r:embed="rId3">
                <a:alphaModFix amt="50000"/>
              </a:blip>
              <a:srcRect/>
              <a:stretch/>
            </p:blipFill>
            <p:spPr>
              <a:xfrm>
                <a:off x="1419849" y="-1678687"/>
                <a:ext cx="2086600" cy="221368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74" name="Google Shape;174;p8"/>
              <p:cNvPicPr preferRelativeResize="0"/>
              <p:nvPr/>
            </p:nvPicPr>
            <p:blipFill>
              <a:blip r:embed="rId4">
                <a:alphaModFix amt="51000"/>
              </a:blip>
              <a:stretch>
                <a:fillRect/>
              </a:stretch>
            </p:blipFill>
            <p:spPr>
              <a:xfrm>
                <a:off x="-169553" y="-1277541"/>
                <a:ext cx="2086600" cy="221368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75" name="Google Shape;175;p8"/>
              <p:cNvPicPr preferRelativeResize="0"/>
              <p:nvPr/>
            </p:nvPicPr>
            <p:blipFill rotWithShape="1">
              <a:blip r:embed="rId3">
                <a:alphaModFix amt="50000"/>
              </a:blip>
              <a:srcRect/>
              <a:stretch/>
            </p:blipFill>
            <p:spPr>
              <a:xfrm>
                <a:off x="-793088" y="167575"/>
                <a:ext cx="2086600" cy="221368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76" name="Google Shape;176;p8"/>
              <p:cNvPicPr preferRelativeResize="0"/>
              <p:nvPr/>
            </p:nvPicPr>
            <p:blipFill rotWithShape="1">
              <a:blip r:embed="rId5">
                <a:alphaModFix amt="50000"/>
              </a:blip>
              <a:srcRect/>
              <a:stretch/>
            </p:blipFill>
            <p:spPr>
              <a:xfrm>
                <a:off x="-234200" y="-492798"/>
                <a:ext cx="968818" cy="102780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77" name="Google Shape;177;p8"/>
              <p:cNvPicPr preferRelativeResize="0"/>
              <p:nvPr/>
            </p:nvPicPr>
            <p:blipFill rotWithShape="1">
              <a:blip r:embed="rId6">
                <a:alphaModFix amt="51000"/>
              </a:blip>
              <a:srcRect/>
              <a:stretch/>
            </p:blipFill>
            <p:spPr>
              <a:xfrm>
                <a:off x="1917050" y="275837"/>
                <a:ext cx="488574" cy="51833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78" name="Google Shape;178;p8"/>
            <p:cNvGrpSpPr/>
            <p:nvPr/>
          </p:nvGrpSpPr>
          <p:grpSpPr>
            <a:xfrm>
              <a:off x="6709724" y="2264434"/>
              <a:ext cx="3932423" cy="4306212"/>
              <a:chOff x="6709724" y="2264434"/>
              <a:chExt cx="3932423" cy="4306212"/>
            </a:xfrm>
          </p:grpSpPr>
          <p:pic>
            <p:nvPicPr>
              <p:cNvPr id="179" name="Google Shape;179;p8"/>
              <p:cNvPicPr preferRelativeResize="0"/>
              <p:nvPr/>
            </p:nvPicPr>
            <p:blipFill rotWithShape="1">
              <a:blip r:embed="rId5">
                <a:alphaModFix amt="20000"/>
              </a:blip>
              <a:srcRect/>
              <a:stretch/>
            </p:blipFill>
            <p:spPr>
              <a:xfrm>
                <a:off x="8428900" y="3150012"/>
                <a:ext cx="1374776" cy="14585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80" name="Google Shape;180;p8"/>
              <p:cNvPicPr preferRelativeResize="0"/>
              <p:nvPr/>
            </p:nvPicPr>
            <p:blipFill>
              <a:blip r:embed="rId4">
                <a:alphaModFix amt="51000"/>
              </a:blip>
              <a:stretch>
                <a:fillRect/>
              </a:stretch>
            </p:blipFill>
            <p:spPr>
              <a:xfrm>
                <a:off x="8555547" y="2264434"/>
                <a:ext cx="2086600" cy="221368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81" name="Google Shape;181;p8"/>
              <p:cNvPicPr preferRelativeResize="0"/>
              <p:nvPr/>
            </p:nvPicPr>
            <p:blipFill>
              <a:blip r:embed="rId4">
                <a:alphaModFix amt="51000"/>
              </a:blip>
              <a:stretch>
                <a:fillRect/>
              </a:stretch>
            </p:blipFill>
            <p:spPr>
              <a:xfrm>
                <a:off x="7385597" y="4356959"/>
                <a:ext cx="2086600" cy="221368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82" name="Google Shape;182;p8"/>
              <p:cNvPicPr preferRelativeResize="0"/>
              <p:nvPr/>
            </p:nvPicPr>
            <p:blipFill rotWithShape="1">
              <a:blip r:embed="rId3">
                <a:alphaModFix amt="50000"/>
              </a:blip>
              <a:srcRect/>
              <a:stretch/>
            </p:blipFill>
            <p:spPr>
              <a:xfrm>
                <a:off x="6709724" y="4207338"/>
                <a:ext cx="2086600" cy="221368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83" name="Google Shape;183;p8"/>
              <p:cNvPicPr preferRelativeResize="0"/>
              <p:nvPr/>
            </p:nvPicPr>
            <p:blipFill rotWithShape="1">
              <a:blip r:embed="rId6">
                <a:alphaModFix amt="51000"/>
              </a:blip>
              <a:srcRect/>
              <a:stretch/>
            </p:blipFill>
            <p:spPr>
              <a:xfrm>
                <a:off x="8066057" y="3933679"/>
                <a:ext cx="725686" cy="7698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84" name="Google Shape;184;p8"/>
          <p:cNvGrpSpPr/>
          <p:nvPr/>
        </p:nvGrpSpPr>
        <p:grpSpPr>
          <a:xfrm flipH="1">
            <a:off x="707821" y="-2"/>
            <a:ext cx="8728500" cy="4998227"/>
            <a:chOff x="189412" y="-2"/>
            <a:chExt cx="8728500" cy="4998227"/>
          </a:xfrm>
        </p:grpSpPr>
        <p:pic>
          <p:nvPicPr>
            <p:cNvPr id="185" name="Google Shape;185;p8"/>
            <p:cNvPicPr preferRelativeResize="0"/>
            <p:nvPr/>
          </p:nvPicPr>
          <p:blipFill rotWithShape="1">
            <a:blip r:embed="rId5">
              <a:alphaModFix amt="50000"/>
            </a:blip>
            <a:srcRect/>
            <a:stretch/>
          </p:blipFill>
          <p:spPr>
            <a:xfrm>
              <a:off x="7680050" y="-2"/>
              <a:ext cx="385995" cy="409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6" name="Google Shape;186;p8"/>
            <p:cNvPicPr preferRelativeResize="0"/>
            <p:nvPr/>
          </p:nvPicPr>
          <p:blipFill rotWithShape="1">
            <a:blip r:embed="rId6">
              <a:alphaModFix amt="51000"/>
            </a:blip>
            <a:srcRect/>
            <a:stretch/>
          </p:blipFill>
          <p:spPr>
            <a:xfrm>
              <a:off x="8428912" y="292377"/>
              <a:ext cx="245783" cy="2607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7" name="Google Shape;187;p8"/>
            <p:cNvPicPr preferRelativeResize="0"/>
            <p:nvPr/>
          </p:nvPicPr>
          <p:blipFill rotWithShape="1">
            <a:blip r:embed="rId6">
              <a:alphaModFix amt="51000"/>
            </a:blip>
            <a:srcRect/>
            <a:stretch/>
          </p:blipFill>
          <p:spPr>
            <a:xfrm>
              <a:off x="8796337" y="1209926"/>
              <a:ext cx="121575" cy="1289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8" name="Google Shape;188;p8"/>
            <p:cNvPicPr preferRelativeResize="0"/>
            <p:nvPr/>
          </p:nvPicPr>
          <p:blipFill rotWithShape="1">
            <a:blip r:embed="rId6">
              <a:alphaModFix amt="51000"/>
            </a:blip>
            <a:srcRect/>
            <a:stretch/>
          </p:blipFill>
          <p:spPr>
            <a:xfrm>
              <a:off x="353525" y="4478123"/>
              <a:ext cx="386000" cy="4095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9" name="Google Shape;189;p8"/>
            <p:cNvPicPr preferRelativeResize="0"/>
            <p:nvPr/>
          </p:nvPicPr>
          <p:blipFill rotWithShape="1">
            <a:blip r:embed="rId5">
              <a:alphaModFix amt="50000"/>
            </a:blip>
            <a:srcRect/>
            <a:stretch/>
          </p:blipFill>
          <p:spPr>
            <a:xfrm>
              <a:off x="189412" y="4105123"/>
              <a:ext cx="121575" cy="1289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0" name="Google Shape;190;p8"/>
            <p:cNvPicPr preferRelativeResize="0"/>
            <p:nvPr/>
          </p:nvPicPr>
          <p:blipFill rotWithShape="1">
            <a:blip r:embed="rId6">
              <a:alphaModFix amt="51000"/>
            </a:blip>
            <a:srcRect/>
            <a:stretch/>
          </p:blipFill>
          <p:spPr>
            <a:xfrm>
              <a:off x="6463937" y="4608502"/>
              <a:ext cx="245783" cy="2607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1" name="Google Shape;191;p8"/>
            <p:cNvPicPr preferRelativeResize="0"/>
            <p:nvPr/>
          </p:nvPicPr>
          <p:blipFill rotWithShape="1">
            <a:blip r:embed="rId5">
              <a:alphaModFix amt="50000"/>
            </a:blip>
            <a:srcRect/>
            <a:stretch/>
          </p:blipFill>
          <p:spPr>
            <a:xfrm>
              <a:off x="6197437" y="4869248"/>
              <a:ext cx="121575" cy="12897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2" name="Google Shape;192;p8"/>
          <p:cNvSpPr txBox="1">
            <a:spLocks noGrp="1"/>
          </p:cNvSpPr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9"/>
          <p:cNvSpPr txBox="1">
            <a:spLocks noGrp="1"/>
          </p:cNvSpPr>
          <p:nvPr>
            <p:ph type="title"/>
          </p:nvPr>
        </p:nvSpPr>
        <p:spPr>
          <a:xfrm>
            <a:off x="715100" y="1293100"/>
            <a:ext cx="46611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5" name="Google Shape;195;p9"/>
          <p:cNvSpPr txBox="1">
            <a:spLocks noGrp="1"/>
          </p:cNvSpPr>
          <p:nvPr>
            <p:ph type="subTitle" idx="1"/>
          </p:nvPr>
        </p:nvSpPr>
        <p:spPr>
          <a:xfrm>
            <a:off x="715150" y="2168600"/>
            <a:ext cx="4661100" cy="168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196" name="Google Shape;196;p9"/>
          <p:cNvGrpSpPr/>
          <p:nvPr/>
        </p:nvGrpSpPr>
        <p:grpSpPr>
          <a:xfrm rot="10800000" flipH="1">
            <a:off x="6534762" y="-915124"/>
            <a:ext cx="4173198" cy="4855491"/>
            <a:chOff x="6534762" y="1017734"/>
            <a:chExt cx="4173198" cy="4855491"/>
          </a:xfrm>
        </p:grpSpPr>
        <p:pic>
          <p:nvPicPr>
            <p:cNvPr id="197" name="Google Shape;197;p9"/>
            <p:cNvPicPr preferRelativeResize="0"/>
            <p:nvPr/>
          </p:nvPicPr>
          <p:blipFill rotWithShape="1">
            <a:blip r:embed="rId2">
              <a:alphaModFix amt="23000"/>
            </a:blip>
            <a:srcRect/>
            <a:stretch/>
          </p:blipFill>
          <p:spPr>
            <a:xfrm>
              <a:off x="7767262" y="1747113"/>
              <a:ext cx="2086600" cy="22136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8" name="Google Shape;198;p9"/>
            <p:cNvPicPr preferRelativeResize="0"/>
            <p:nvPr/>
          </p:nvPicPr>
          <p:blipFill rotWithShape="1">
            <a:blip r:embed="rId2">
              <a:alphaModFix amt="49000"/>
            </a:blip>
            <a:srcRect/>
            <a:stretch/>
          </p:blipFill>
          <p:spPr>
            <a:xfrm>
              <a:off x="7713913" y="2258878"/>
              <a:ext cx="1583675" cy="16800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9" name="Google Shape;199;p9"/>
            <p:cNvPicPr preferRelativeResize="0"/>
            <p:nvPr/>
          </p:nvPicPr>
          <p:blipFill>
            <a:blip r:embed="rId3">
              <a:alphaModFix amt="51000"/>
            </a:blip>
            <a:stretch>
              <a:fillRect/>
            </a:stretch>
          </p:blipFill>
          <p:spPr>
            <a:xfrm>
              <a:off x="8621360" y="1017734"/>
              <a:ext cx="2086600" cy="22136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0" name="Google Shape;200;p9"/>
            <p:cNvPicPr preferRelativeResize="0"/>
            <p:nvPr/>
          </p:nvPicPr>
          <p:blipFill rotWithShape="1">
            <a:blip r:embed="rId4">
              <a:alphaModFix amt="20000"/>
            </a:blip>
            <a:srcRect/>
            <a:stretch/>
          </p:blipFill>
          <p:spPr>
            <a:xfrm>
              <a:off x="6744626" y="4232633"/>
              <a:ext cx="1362051" cy="1445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1" name="Google Shape;201;p9"/>
            <p:cNvPicPr preferRelativeResize="0"/>
            <p:nvPr/>
          </p:nvPicPr>
          <p:blipFill rotWithShape="1">
            <a:blip r:embed="rId5">
              <a:alphaModFix amt="50000"/>
            </a:blip>
            <a:srcRect/>
            <a:stretch/>
          </p:blipFill>
          <p:spPr>
            <a:xfrm>
              <a:off x="6534762" y="3659538"/>
              <a:ext cx="2086600" cy="22136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2" name="Google Shape;202;p9"/>
            <p:cNvPicPr preferRelativeResize="0"/>
            <p:nvPr/>
          </p:nvPicPr>
          <p:blipFill>
            <a:blip r:embed="rId6">
              <a:alphaModFix amt="51000"/>
            </a:blip>
            <a:stretch>
              <a:fillRect/>
            </a:stretch>
          </p:blipFill>
          <p:spPr>
            <a:xfrm>
              <a:off x="7919649" y="2874250"/>
              <a:ext cx="2086600" cy="22136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3" name="Google Shape;203;p9"/>
            <p:cNvPicPr preferRelativeResize="0"/>
            <p:nvPr/>
          </p:nvPicPr>
          <p:blipFill rotWithShape="1">
            <a:blip r:embed="rId2">
              <a:alphaModFix amt="50000"/>
            </a:blip>
            <a:srcRect/>
            <a:stretch/>
          </p:blipFill>
          <p:spPr>
            <a:xfrm>
              <a:off x="8718662" y="4232613"/>
              <a:ext cx="488574" cy="51833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4" name="Google Shape;204;p9"/>
          <p:cNvGrpSpPr/>
          <p:nvPr/>
        </p:nvGrpSpPr>
        <p:grpSpPr>
          <a:xfrm rot="10800000" flipH="1">
            <a:off x="3278698" y="-1193287"/>
            <a:ext cx="4798950" cy="7344675"/>
            <a:chOff x="3278698" y="-1193287"/>
            <a:chExt cx="4798950" cy="7344675"/>
          </a:xfrm>
        </p:grpSpPr>
        <p:cxnSp>
          <p:nvCxnSpPr>
            <p:cNvPr id="205" name="Google Shape;205;p9"/>
            <p:cNvCxnSpPr/>
            <p:nvPr/>
          </p:nvCxnSpPr>
          <p:spPr>
            <a:xfrm rot="10800000" flipH="1">
              <a:off x="3278698" y="4608488"/>
              <a:ext cx="1542900" cy="1542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6" name="Google Shape;206;p9"/>
            <p:cNvCxnSpPr/>
            <p:nvPr/>
          </p:nvCxnSpPr>
          <p:spPr>
            <a:xfrm rot="10800000" flipH="1">
              <a:off x="6534748" y="-1193287"/>
              <a:ext cx="1542900" cy="1542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07" name="Google Shape;207;p9"/>
          <p:cNvGrpSpPr/>
          <p:nvPr/>
        </p:nvGrpSpPr>
        <p:grpSpPr>
          <a:xfrm rot="10800000" flipH="1">
            <a:off x="-231500" y="-19802"/>
            <a:ext cx="9211521" cy="5089755"/>
            <a:chOff x="-231500" y="-111852"/>
            <a:chExt cx="9211521" cy="5089755"/>
          </a:xfrm>
        </p:grpSpPr>
        <p:pic>
          <p:nvPicPr>
            <p:cNvPr id="208" name="Google Shape;208;p9"/>
            <p:cNvPicPr preferRelativeResize="0"/>
            <p:nvPr/>
          </p:nvPicPr>
          <p:blipFill rotWithShape="1">
            <a:blip r:embed="rId4">
              <a:alphaModFix amt="51000"/>
            </a:blip>
            <a:srcRect/>
            <a:stretch/>
          </p:blipFill>
          <p:spPr>
            <a:xfrm>
              <a:off x="0" y="3364477"/>
              <a:ext cx="245783" cy="2607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9" name="Google Shape;209;p9"/>
            <p:cNvPicPr preferRelativeResize="0"/>
            <p:nvPr/>
          </p:nvPicPr>
          <p:blipFill rotWithShape="1">
            <a:blip r:embed="rId2">
              <a:alphaModFix amt="50000"/>
            </a:blip>
            <a:srcRect/>
            <a:stretch/>
          </p:blipFill>
          <p:spPr>
            <a:xfrm>
              <a:off x="-231500" y="4023173"/>
              <a:ext cx="385995" cy="409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0" name="Google Shape;210;p9"/>
            <p:cNvPicPr preferRelativeResize="0"/>
            <p:nvPr/>
          </p:nvPicPr>
          <p:blipFill rotWithShape="1">
            <a:blip r:embed="rId4">
              <a:alphaModFix amt="51000"/>
            </a:blip>
            <a:srcRect/>
            <a:stretch/>
          </p:blipFill>
          <p:spPr>
            <a:xfrm>
              <a:off x="331850" y="4848926"/>
              <a:ext cx="121575" cy="1289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1" name="Google Shape;211;p9"/>
            <p:cNvPicPr preferRelativeResize="0"/>
            <p:nvPr/>
          </p:nvPicPr>
          <p:blipFill rotWithShape="1">
            <a:blip r:embed="rId2">
              <a:alphaModFix amt="50000"/>
            </a:blip>
            <a:srcRect/>
            <a:stretch/>
          </p:blipFill>
          <p:spPr>
            <a:xfrm>
              <a:off x="7987275" y="-111852"/>
              <a:ext cx="385995" cy="409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2" name="Google Shape;212;p9"/>
            <p:cNvPicPr preferRelativeResize="0"/>
            <p:nvPr/>
          </p:nvPicPr>
          <p:blipFill rotWithShape="1">
            <a:blip r:embed="rId4">
              <a:alphaModFix amt="51000"/>
            </a:blip>
            <a:srcRect/>
            <a:stretch/>
          </p:blipFill>
          <p:spPr>
            <a:xfrm>
              <a:off x="8734237" y="492902"/>
              <a:ext cx="245783" cy="2607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3" name="Google Shape;213;p9"/>
            <p:cNvPicPr preferRelativeResize="0"/>
            <p:nvPr/>
          </p:nvPicPr>
          <p:blipFill rotWithShape="1">
            <a:blip r:embed="rId2">
              <a:alphaModFix amt="50000"/>
            </a:blip>
            <a:srcRect/>
            <a:stretch/>
          </p:blipFill>
          <p:spPr>
            <a:xfrm>
              <a:off x="8796337" y="1376401"/>
              <a:ext cx="121575" cy="1289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4" name="Google Shape;214;p9"/>
            <p:cNvPicPr preferRelativeResize="0"/>
            <p:nvPr/>
          </p:nvPicPr>
          <p:blipFill rotWithShape="1">
            <a:blip r:embed="rId4">
              <a:alphaModFix amt="51000"/>
            </a:blip>
            <a:srcRect/>
            <a:stretch/>
          </p:blipFill>
          <p:spPr>
            <a:xfrm>
              <a:off x="331837" y="610976"/>
              <a:ext cx="121575" cy="1289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5" name="Google Shape;215;p9"/>
            <p:cNvPicPr preferRelativeResize="0"/>
            <p:nvPr/>
          </p:nvPicPr>
          <p:blipFill rotWithShape="1">
            <a:blip r:embed="rId2">
              <a:alphaModFix amt="50000"/>
            </a:blip>
            <a:srcRect/>
            <a:stretch/>
          </p:blipFill>
          <p:spPr>
            <a:xfrm>
              <a:off x="152850" y="255723"/>
              <a:ext cx="121575" cy="12897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18" name="Google Shape;218;p10"/>
          <p:cNvSpPr txBox="1">
            <a:spLocks noGrp="1"/>
          </p:cNvSpPr>
          <p:nvPr>
            <p:ph type="title"/>
          </p:nvPr>
        </p:nvSpPr>
        <p:spPr>
          <a:xfrm>
            <a:off x="720000" y="4104775"/>
            <a:ext cx="7704000" cy="5037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0" name="Google Shape;220;p11"/>
          <p:cNvGrpSpPr/>
          <p:nvPr/>
        </p:nvGrpSpPr>
        <p:grpSpPr>
          <a:xfrm rot="10800000" flipH="1">
            <a:off x="1963548" y="-1259430"/>
            <a:ext cx="8134900" cy="7194675"/>
            <a:chOff x="1963548" y="-1043287"/>
            <a:chExt cx="8134900" cy="7194675"/>
          </a:xfrm>
        </p:grpSpPr>
        <p:cxnSp>
          <p:nvCxnSpPr>
            <p:cNvPr id="221" name="Google Shape;221;p11"/>
            <p:cNvCxnSpPr/>
            <p:nvPr/>
          </p:nvCxnSpPr>
          <p:spPr>
            <a:xfrm rot="10800000" flipH="1">
              <a:off x="4821798" y="-1043287"/>
              <a:ext cx="1542900" cy="1542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2" name="Google Shape;222;p11"/>
            <p:cNvCxnSpPr/>
            <p:nvPr/>
          </p:nvCxnSpPr>
          <p:spPr>
            <a:xfrm rot="10800000" flipH="1">
              <a:off x="8555548" y="1080113"/>
              <a:ext cx="1542900" cy="1542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3" name="Google Shape;223;p11"/>
            <p:cNvCxnSpPr/>
            <p:nvPr/>
          </p:nvCxnSpPr>
          <p:spPr>
            <a:xfrm rot="10800000" flipH="1">
              <a:off x="1963548" y="4608488"/>
              <a:ext cx="1542900" cy="1542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24" name="Google Shape;224;p11"/>
          <p:cNvGrpSpPr/>
          <p:nvPr/>
        </p:nvGrpSpPr>
        <p:grpSpPr>
          <a:xfrm>
            <a:off x="-1148600" y="-1335787"/>
            <a:ext cx="11790747" cy="8020733"/>
            <a:chOff x="-1148600" y="-1335787"/>
            <a:chExt cx="11790747" cy="8020733"/>
          </a:xfrm>
        </p:grpSpPr>
        <p:grpSp>
          <p:nvGrpSpPr>
            <p:cNvPr id="225" name="Google Shape;225;p11"/>
            <p:cNvGrpSpPr/>
            <p:nvPr/>
          </p:nvGrpSpPr>
          <p:grpSpPr>
            <a:xfrm rot="10800000" flipH="1">
              <a:off x="-1148600" y="2970413"/>
              <a:ext cx="3424599" cy="3714533"/>
              <a:chOff x="-1148600" y="-1792987"/>
              <a:chExt cx="3424599" cy="3714533"/>
            </a:xfrm>
          </p:grpSpPr>
          <p:pic>
            <p:nvPicPr>
              <p:cNvPr id="226" name="Google Shape;226;p11"/>
              <p:cNvPicPr preferRelativeResize="0"/>
              <p:nvPr/>
            </p:nvPicPr>
            <p:blipFill rotWithShape="1">
              <a:blip r:embed="rId2">
                <a:alphaModFix amt="20000"/>
              </a:blip>
              <a:srcRect/>
              <a:stretch/>
            </p:blipFill>
            <p:spPr>
              <a:xfrm>
                <a:off x="-1148600" y="-234384"/>
                <a:ext cx="1421225" cy="15077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27" name="Google Shape;227;p11"/>
              <p:cNvPicPr preferRelativeResize="0"/>
              <p:nvPr/>
            </p:nvPicPr>
            <p:blipFill rotWithShape="1">
              <a:blip r:embed="rId3">
                <a:alphaModFix amt="50000"/>
              </a:blip>
              <a:srcRect/>
              <a:stretch/>
            </p:blipFill>
            <p:spPr>
              <a:xfrm>
                <a:off x="189399" y="-1792987"/>
                <a:ext cx="2086600" cy="221368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28" name="Google Shape;228;p11"/>
              <p:cNvPicPr preferRelativeResize="0"/>
              <p:nvPr/>
            </p:nvPicPr>
            <p:blipFill>
              <a:blip r:embed="rId4">
                <a:alphaModFix amt="51000"/>
              </a:blip>
              <a:stretch>
                <a:fillRect/>
              </a:stretch>
            </p:blipFill>
            <p:spPr>
              <a:xfrm>
                <a:off x="-1148590" y="-292141"/>
                <a:ext cx="2086600" cy="221368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29" name="Google Shape;229;p11"/>
              <p:cNvPicPr preferRelativeResize="0"/>
              <p:nvPr/>
            </p:nvPicPr>
            <p:blipFill rotWithShape="1">
              <a:blip r:embed="rId5">
                <a:alphaModFix amt="50000"/>
              </a:blip>
              <a:srcRect/>
              <a:stretch/>
            </p:blipFill>
            <p:spPr>
              <a:xfrm>
                <a:off x="-589712" y="893727"/>
                <a:ext cx="968818" cy="102780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30" name="Google Shape;230;p11"/>
              <p:cNvPicPr preferRelativeResize="0"/>
              <p:nvPr/>
            </p:nvPicPr>
            <p:blipFill rotWithShape="1">
              <a:blip r:embed="rId6">
                <a:alphaModFix amt="51000"/>
              </a:blip>
              <a:srcRect/>
              <a:stretch/>
            </p:blipFill>
            <p:spPr>
              <a:xfrm>
                <a:off x="1075862" y="-194900"/>
                <a:ext cx="488574" cy="51833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31" name="Google Shape;231;p11"/>
            <p:cNvGrpSpPr/>
            <p:nvPr/>
          </p:nvGrpSpPr>
          <p:grpSpPr>
            <a:xfrm rot="10800000" flipH="1">
              <a:off x="6709724" y="-1335788"/>
              <a:ext cx="3932423" cy="4306212"/>
              <a:chOff x="6709724" y="2264434"/>
              <a:chExt cx="3932423" cy="4306212"/>
            </a:xfrm>
          </p:grpSpPr>
          <p:pic>
            <p:nvPicPr>
              <p:cNvPr id="232" name="Google Shape;232;p11"/>
              <p:cNvPicPr preferRelativeResize="0"/>
              <p:nvPr/>
            </p:nvPicPr>
            <p:blipFill rotWithShape="1">
              <a:blip r:embed="rId5">
                <a:alphaModFix amt="20000"/>
              </a:blip>
              <a:srcRect/>
              <a:stretch/>
            </p:blipFill>
            <p:spPr>
              <a:xfrm>
                <a:off x="8428900" y="3150012"/>
                <a:ext cx="1374776" cy="14585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33" name="Google Shape;233;p11"/>
              <p:cNvPicPr preferRelativeResize="0"/>
              <p:nvPr/>
            </p:nvPicPr>
            <p:blipFill>
              <a:blip r:embed="rId4">
                <a:alphaModFix amt="51000"/>
              </a:blip>
              <a:stretch>
                <a:fillRect/>
              </a:stretch>
            </p:blipFill>
            <p:spPr>
              <a:xfrm>
                <a:off x="8555547" y="2264434"/>
                <a:ext cx="2086600" cy="221368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34" name="Google Shape;234;p11"/>
              <p:cNvPicPr preferRelativeResize="0"/>
              <p:nvPr/>
            </p:nvPicPr>
            <p:blipFill>
              <a:blip r:embed="rId4">
                <a:alphaModFix amt="51000"/>
              </a:blip>
              <a:stretch>
                <a:fillRect/>
              </a:stretch>
            </p:blipFill>
            <p:spPr>
              <a:xfrm>
                <a:off x="7385597" y="4356959"/>
                <a:ext cx="2086600" cy="221368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35" name="Google Shape;235;p11"/>
              <p:cNvPicPr preferRelativeResize="0"/>
              <p:nvPr/>
            </p:nvPicPr>
            <p:blipFill rotWithShape="1">
              <a:blip r:embed="rId3">
                <a:alphaModFix amt="50000"/>
              </a:blip>
              <a:srcRect/>
              <a:stretch/>
            </p:blipFill>
            <p:spPr>
              <a:xfrm>
                <a:off x="6709724" y="4207338"/>
                <a:ext cx="2086600" cy="221368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36" name="Google Shape;236;p11"/>
              <p:cNvPicPr preferRelativeResize="0"/>
              <p:nvPr/>
            </p:nvPicPr>
            <p:blipFill rotWithShape="1">
              <a:blip r:embed="rId6">
                <a:alphaModFix amt="51000"/>
              </a:blip>
              <a:srcRect/>
              <a:stretch/>
            </p:blipFill>
            <p:spPr>
              <a:xfrm>
                <a:off x="8066057" y="3933679"/>
                <a:ext cx="725686" cy="7698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237" name="Google Shape;237;p11"/>
          <p:cNvGrpSpPr/>
          <p:nvPr/>
        </p:nvGrpSpPr>
        <p:grpSpPr>
          <a:xfrm rot="10800000" flipH="1">
            <a:off x="189412" y="-106267"/>
            <a:ext cx="8728500" cy="4998227"/>
            <a:chOff x="189412" y="-2"/>
            <a:chExt cx="8728500" cy="4998227"/>
          </a:xfrm>
        </p:grpSpPr>
        <p:pic>
          <p:nvPicPr>
            <p:cNvPr id="238" name="Google Shape;238;p11"/>
            <p:cNvPicPr preferRelativeResize="0"/>
            <p:nvPr/>
          </p:nvPicPr>
          <p:blipFill rotWithShape="1">
            <a:blip r:embed="rId5">
              <a:alphaModFix amt="50000"/>
            </a:blip>
            <a:srcRect/>
            <a:stretch/>
          </p:blipFill>
          <p:spPr>
            <a:xfrm>
              <a:off x="7680050" y="-2"/>
              <a:ext cx="385995" cy="409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9" name="Google Shape;239;p11"/>
            <p:cNvPicPr preferRelativeResize="0"/>
            <p:nvPr/>
          </p:nvPicPr>
          <p:blipFill rotWithShape="1">
            <a:blip r:embed="rId6">
              <a:alphaModFix amt="51000"/>
            </a:blip>
            <a:srcRect/>
            <a:stretch/>
          </p:blipFill>
          <p:spPr>
            <a:xfrm>
              <a:off x="8428912" y="292377"/>
              <a:ext cx="245783" cy="2607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0" name="Google Shape;240;p11"/>
            <p:cNvPicPr preferRelativeResize="0"/>
            <p:nvPr/>
          </p:nvPicPr>
          <p:blipFill rotWithShape="1">
            <a:blip r:embed="rId6">
              <a:alphaModFix amt="51000"/>
            </a:blip>
            <a:srcRect/>
            <a:stretch/>
          </p:blipFill>
          <p:spPr>
            <a:xfrm>
              <a:off x="8796337" y="1209926"/>
              <a:ext cx="121575" cy="1289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1" name="Google Shape;241;p11"/>
            <p:cNvPicPr preferRelativeResize="0"/>
            <p:nvPr/>
          </p:nvPicPr>
          <p:blipFill rotWithShape="1">
            <a:blip r:embed="rId6">
              <a:alphaModFix amt="51000"/>
            </a:blip>
            <a:srcRect/>
            <a:stretch/>
          </p:blipFill>
          <p:spPr>
            <a:xfrm>
              <a:off x="353525" y="4478123"/>
              <a:ext cx="386000" cy="4095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2" name="Google Shape;242;p11"/>
            <p:cNvPicPr preferRelativeResize="0"/>
            <p:nvPr/>
          </p:nvPicPr>
          <p:blipFill rotWithShape="1">
            <a:blip r:embed="rId5">
              <a:alphaModFix amt="50000"/>
            </a:blip>
            <a:srcRect/>
            <a:stretch/>
          </p:blipFill>
          <p:spPr>
            <a:xfrm>
              <a:off x="189412" y="4105123"/>
              <a:ext cx="121575" cy="1289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3" name="Google Shape;243;p11"/>
            <p:cNvPicPr preferRelativeResize="0"/>
            <p:nvPr/>
          </p:nvPicPr>
          <p:blipFill rotWithShape="1">
            <a:blip r:embed="rId6">
              <a:alphaModFix amt="51000"/>
            </a:blip>
            <a:srcRect/>
            <a:stretch/>
          </p:blipFill>
          <p:spPr>
            <a:xfrm>
              <a:off x="6463937" y="4608502"/>
              <a:ext cx="245783" cy="2607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4" name="Google Shape;244;p11"/>
            <p:cNvPicPr preferRelativeResize="0"/>
            <p:nvPr/>
          </p:nvPicPr>
          <p:blipFill rotWithShape="1">
            <a:blip r:embed="rId5">
              <a:alphaModFix amt="50000"/>
            </a:blip>
            <a:srcRect/>
            <a:stretch/>
          </p:blipFill>
          <p:spPr>
            <a:xfrm>
              <a:off x="6197437" y="4869248"/>
              <a:ext cx="121575" cy="12897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5" name="Google Shape;245;p11"/>
          <p:cNvSpPr txBox="1">
            <a:spLocks noGrp="1"/>
          </p:cNvSpPr>
          <p:nvPr>
            <p:ph type="title" hasCustomPrompt="1"/>
          </p:nvPr>
        </p:nvSpPr>
        <p:spPr>
          <a:xfrm>
            <a:off x="715100" y="1630938"/>
            <a:ext cx="4261200" cy="116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246" name="Google Shape;246;p11"/>
          <p:cNvSpPr txBox="1">
            <a:spLocks noGrp="1"/>
          </p:cNvSpPr>
          <p:nvPr>
            <p:ph type="subTitle" idx="1"/>
          </p:nvPr>
        </p:nvSpPr>
        <p:spPr>
          <a:xfrm>
            <a:off x="715100" y="2799163"/>
            <a:ext cx="42612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47" name="Google Shape;247;p11"/>
          <p:cNvSpPr>
            <a:spLocks noGrp="1"/>
          </p:cNvSpPr>
          <p:nvPr>
            <p:ph type="pic" idx="2"/>
          </p:nvPr>
        </p:nvSpPr>
        <p:spPr>
          <a:xfrm>
            <a:off x="5157700" y="936150"/>
            <a:ext cx="3271200" cy="3271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0" name="Google Shape;250;p13"/>
          <p:cNvGrpSpPr/>
          <p:nvPr/>
        </p:nvGrpSpPr>
        <p:grpSpPr>
          <a:xfrm>
            <a:off x="-1617026" y="-1367076"/>
            <a:ext cx="12165151" cy="8010687"/>
            <a:chOff x="-1617026" y="-1367076"/>
            <a:chExt cx="12165151" cy="8010687"/>
          </a:xfrm>
        </p:grpSpPr>
        <p:grpSp>
          <p:nvGrpSpPr>
            <p:cNvPr id="251" name="Google Shape;251;p13"/>
            <p:cNvGrpSpPr/>
            <p:nvPr/>
          </p:nvGrpSpPr>
          <p:grpSpPr>
            <a:xfrm>
              <a:off x="-1617026" y="2656086"/>
              <a:ext cx="3288689" cy="3987524"/>
              <a:chOff x="-1617026" y="2656086"/>
              <a:chExt cx="3288689" cy="3987524"/>
            </a:xfrm>
          </p:grpSpPr>
          <p:pic>
            <p:nvPicPr>
              <p:cNvPr id="252" name="Google Shape;252;p13"/>
              <p:cNvPicPr preferRelativeResize="0"/>
              <p:nvPr/>
            </p:nvPicPr>
            <p:blipFill rotWithShape="1">
              <a:blip r:embed="rId2">
                <a:alphaModFix amt="40000"/>
              </a:blip>
              <a:srcRect/>
              <a:stretch/>
            </p:blipFill>
            <p:spPr>
              <a:xfrm rot="10800000" flipH="1">
                <a:off x="-1617026" y="2656086"/>
                <a:ext cx="2106751" cy="223504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53" name="Google Shape;253;p13"/>
              <p:cNvPicPr preferRelativeResize="0"/>
              <p:nvPr/>
            </p:nvPicPr>
            <p:blipFill rotWithShape="1">
              <a:blip r:embed="rId3">
                <a:alphaModFix amt="50000"/>
              </a:blip>
              <a:srcRect/>
              <a:stretch/>
            </p:blipFill>
            <p:spPr>
              <a:xfrm rot="10800000" flipH="1">
                <a:off x="-435088" y="4408561"/>
                <a:ext cx="2106751" cy="223504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54" name="Google Shape;254;p13"/>
              <p:cNvPicPr preferRelativeResize="0"/>
              <p:nvPr/>
            </p:nvPicPr>
            <p:blipFill rotWithShape="1">
              <a:blip r:embed="rId4">
                <a:alphaModFix amt="50000"/>
              </a:blip>
              <a:srcRect/>
              <a:stretch/>
            </p:blipFill>
            <p:spPr>
              <a:xfrm rot="10800000" flipH="1">
                <a:off x="-479300" y="3259591"/>
                <a:ext cx="969024" cy="10280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55" name="Google Shape;255;p13"/>
              <p:cNvPicPr preferRelativeResize="0"/>
              <p:nvPr/>
            </p:nvPicPr>
            <p:blipFill rotWithShape="1">
              <a:blip r:embed="rId5">
                <a:alphaModFix amt="51000"/>
              </a:blip>
              <a:srcRect/>
              <a:stretch/>
            </p:blipFill>
            <p:spPr>
              <a:xfrm rot="10800000" flipH="1">
                <a:off x="600800" y="4891129"/>
                <a:ext cx="488574" cy="51833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56" name="Google Shape;256;p13"/>
            <p:cNvGrpSpPr/>
            <p:nvPr/>
          </p:nvGrpSpPr>
          <p:grpSpPr>
            <a:xfrm>
              <a:off x="6762799" y="-1367076"/>
              <a:ext cx="3785326" cy="4023374"/>
              <a:chOff x="6762799" y="-1367076"/>
              <a:chExt cx="3785326" cy="4023374"/>
            </a:xfrm>
          </p:grpSpPr>
          <p:pic>
            <p:nvPicPr>
              <p:cNvPr id="257" name="Google Shape;257;p13"/>
              <p:cNvPicPr preferRelativeResize="0"/>
              <p:nvPr/>
            </p:nvPicPr>
            <p:blipFill rotWithShape="1">
              <a:blip r:embed="rId6">
                <a:alphaModFix amt="20000"/>
              </a:blip>
              <a:srcRect/>
              <a:stretch/>
            </p:blipFill>
            <p:spPr>
              <a:xfrm rot="10800000" flipH="1">
                <a:off x="7881100" y="-768644"/>
                <a:ext cx="1421225" cy="15077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58" name="Google Shape;258;p13"/>
              <p:cNvPicPr preferRelativeResize="0"/>
              <p:nvPr/>
            </p:nvPicPr>
            <p:blipFill rotWithShape="1">
              <a:blip r:embed="rId2">
                <a:alphaModFix amt="40000"/>
              </a:blip>
              <a:srcRect/>
              <a:stretch/>
            </p:blipFill>
            <p:spPr>
              <a:xfrm rot="10800000" flipH="1">
                <a:off x="8441374" y="421249"/>
                <a:ext cx="2106751" cy="223504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59" name="Google Shape;259;p13"/>
              <p:cNvPicPr preferRelativeResize="0"/>
              <p:nvPr/>
            </p:nvPicPr>
            <p:blipFill rotWithShape="1">
              <a:blip r:embed="rId2">
                <a:alphaModFix amt="50000"/>
              </a:blip>
              <a:srcRect/>
              <a:stretch/>
            </p:blipFill>
            <p:spPr>
              <a:xfrm rot="10800000" flipH="1">
                <a:off x="7670399" y="-1030864"/>
                <a:ext cx="2106751" cy="223504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60" name="Google Shape;260;p13"/>
              <p:cNvPicPr preferRelativeResize="0"/>
              <p:nvPr/>
            </p:nvPicPr>
            <p:blipFill rotWithShape="1">
              <a:blip r:embed="rId3">
                <a:alphaModFix amt="50000"/>
              </a:blip>
              <a:srcRect/>
              <a:stretch/>
            </p:blipFill>
            <p:spPr>
              <a:xfrm rot="10800000" flipH="1">
                <a:off x="6762799" y="-1367076"/>
                <a:ext cx="2106751" cy="223504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61" name="Google Shape;261;p13"/>
              <p:cNvPicPr preferRelativeResize="0"/>
              <p:nvPr/>
            </p:nvPicPr>
            <p:blipFill rotWithShape="1">
              <a:blip r:embed="rId4">
                <a:alphaModFix amt="50000"/>
              </a:blip>
              <a:srcRect/>
              <a:stretch/>
            </p:blipFill>
            <p:spPr>
              <a:xfrm rot="10800000" flipH="1">
                <a:off x="8651225" y="1279604"/>
                <a:ext cx="488574" cy="51833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62" name="Google Shape;262;p13"/>
              <p:cNvPicPr preferRelativeResize="0"/>
              <p:nvPr/>
            </p:nvPicPr>
            <p:blipFill rotWithShape="1">
              <a:blip r:embed="rId5">
                <a:alphaModFix amt="51000"/>
              </a:blip>
              <a:srcRect/>
              <a:stretch/>
            </p:blipFill>
            <p:spPr>
              <a:xfrm rot="10800000" flipH="1">
                <a:off x="7365350" y="-52883"/>
                <a:ext cx="488574" cy="51833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263" name="Google Shape;263;p13"/>
          <p:cNvGrpSpPr/>
          <p:nvPr/>
        </p:nvGrpSpPr>
        <p:grpSpPr>
          <a:xfrm>
            <a:off x="5235011" y="-1085762"/>
            <a:ext cx="1809113" cy="6789550"/>
            <a:chOff x="5235011" y="-1085762"/>
            <a:chExt cx="1809113" cy="6789550"/>
          </a:xfrm>
        </p:grpSpPr>
        <p:cxnSp>
          <p:nvCxnSpPr>
            <p:cNvPr id="264" name="Google Shape;264;p13"/>
            <p:cNvCxnSpPr/>
            <p:nvPr/>
          </p:nvCxnSpPr>
          <p:spPr>
            <a:xfrm rot="10800000">
              <a:off x="5501223" y="4160888"/>
              <a:ext cx="1542900" cy="1542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5" name="Google Shape;265;p13"/>
            <p:cNvCxnSpPr/>
            <p:nvPr/>
          </p:nvCxnSpPr>
          <p:spPr>
            <a:xfrm rot="10800000">
              <a:off x="5235011" y="-1085762"/>
              <a:ext cx="1542900" cy="1542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66" name="Google Shape;266;p13"/>
          <p:cNvGrpSpPr/>
          <p:nvPr/>
        </p:nvGrpSpPr>
        <p:grpSpPr>
          <a:xfrm>
            <a:off x="76650" y="1535"/>
            <a:ext cx="8914475" cy="4867717"/>
            <a:chOff x="76650" y="1535"/>
            <a:chExt cx="8914475" cy="4867717"/>
          </a:xfrm>
        </p:grpSpPr>
        <p:pic>
          <p:nvPicPr>
            <p:cNvPr id="267" name="Google Shape;267;p13"/>
            <p:cNvPicPr preferRelativeResize="0"/>
            <p:nvPr/>
          </p:nvPicPr>
          <p:blipFill rotWithShape="1">
            <a:blip r:embed="rId5">
              <a:alphaModFix amt="51000"/>
            </a:blip>
            <a:srcRect/>
            <a:stretch/>
          </p:blipFill>
          <p:spPr>
            <a:xfrm>
              <a:off x="8600887" y="4608502"/>
              <a:ext cx="245783" cy="2607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8" name="Google Shape;268;p13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76650" y="1017723"/>
              <a:ext cx="121575" cy="1289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9" name="Google Shape;269;p13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8869550" y="4160898"/>
              <a:ext cx="121575" cy="1289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0" name="Google Shape;270;p13"/>
            <p:cNvPicPr preferRelativeResize="0"/>
            <p:nvPr/>
          </p:nvPicPr>
          <p:blipFill rotWithShape="1">
            <a:blip r:embed="rId5">
              <a:alphaModFix amt="51000"/>
            </a:blip>
            <a:srcRect/>
            <a:stretch/>
          </p:blipFill>
          <p:spPr>
            <a:xfrm>
              <a:off x="285175" y="715576"/>
              <a:ext cx="121575" cy="1289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1" name="Google Shape;271;p13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152962" y="1535"/>
              <a:ext cx="385995" cy="4095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2" name="Google Shape;272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73" name="Google Shape;273;p13"/>
          <p:cNvSpPr txBox="1">
            <a:spLocks noGrp="1"/>
          </p:cNvSpPr>
          <p:nvPr>
            <p:ph type="title" idx="2" hasCustomPrompt="1"/>
          </p:nvPr>
        </p:nvSpPr>
        <p:spPr>
          <a:xfrm>
            <a:off x="715099" y="1115000"/>
            <a:ext cx="7491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74" name="Google Shape;274;p13"/>
          <p:cNvSpPr txBox="1">
            <a:spLocks noGrp="1"/>
          </p:cNvSpPr>
          <p:nvPr>
            <p:ph type="title" idx="3" hasCustomPrompt="1"/>
          </p:nvPr>
        </p:nvSpPr>
        <p:spPr>
          <a:xfrm>
            <a:off x="715099" y="2862494"/>
            <a:ext cx="7491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75" name="Google Shape;275;p13"/>
          <p:cNvSpPr txBox="1">
            <a:spLocks noGrp="1"/>
          </p:cNvSpPr>
          <p:nvPr>
            <p:ph type="title" idx="4" hasCustomPrompt="1"/>
          </p:nvPr>
        </p:nvSpPr>
        <p:spPr>
          <a:xfrm>
            <a:off x="715100" y="1697502"/>
            <a:ext cx="7491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76" name="Google Shape;276;p13"/>
          <p:cNvSpPr txBox="1">
            <a:spLocks noGrp="1"/>
          </p:cNvSpPr>
          <p:nvPr>
            <p:ph type="title" idx="5" hasCustomPrompt="1"/>
          </p:nvPr>
        </p:nvSpPr>
        <p:spPr>
          <a:xfrm>
            <a:off x="715100" y="3473597"/>
            <a:ext cx="7491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77" name="Google Shape;277;p13"/>
          <p:cNvSpPr txBox="1">
            <a:spLocks noGrp="1"/>
          </p:cNvSpPr>
          <p:nvPr>
            <p:ph type="title" idx="6" hasCustomPrompt="1"/>
          </p:nvPr>
        </p:nvSpPr>
        <p:spPr>
          <a:xfrm>
            <a:off x="715109" y="2280004"/>
            <a:ext cx="7491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78" name="Google Shape;278;p13"/>
          <p:cNvSpPr txBox="1">
            <a:spLocks noGrp="1"/>
          </p:cNvSpPr>
          <p:nvPr>
            <p:ph type="title" idx="7" hasCustomPrompt="1"/>
          </p:nvPr>
        </p:nvSpPr>
        <p:spPr>
          <a:xfrm>
            <a:off x="715109" y="4084699"/>
            <a:ext cx="7491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79" name="Google Shape;279;p13"/>
          <p:cNvSpPr txBox="1">
            <a:spLocks noGrp="1"/>
          </p:cNvSpPr>
          <p:nvPr>
            <p:ph type="subTitle" idx="1"/>
          </p:nvPr>
        </p:nvSpPr>
        <p:spPr>
          <a:xfrm>
            <a:off x="1464325" y="1139900"/>
            <a:ext cx="3629400" cy="3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800" b="1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80" name="Google Shape;280;p13"/>
          <p:cNvSpPr txBox="1">
            <a:spLocks noGrp="1"/>
          </p:cNvSpPr>
          <p:nvPr>
            <p:ph type="subTitle" idx="8"/>
          </p:nvPr>
        </p:nvSpPr>
        <p:spPr>
          <a:xfrm>
            <a:off x="1464325" y="1722403"/>
            <a:ext cx="3629400" cy="3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800" b="1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81" name="Google Shape;281;p13"/>
          <p:cNvSpPr txBox="1">
            <a:spLocks noGrp="1"/>
          </p:cNvSpPr>
          <p:nvPr>
            <p:ph type="subTitle" idx="9"/>
          </p:nvPr>
        </p:nvSpPr>
        <p:spPr>
          <a:xfrm>
            <a:off x="1464325" y="2296657"/>
            <a:ext cx="3629400" cy="3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800" b="1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82" name="Google Shape;282;p13"/>
          <p:cNvSpPr txBox="1">
            <a:spLocks noGrp="1"/>
          </p:cNvSpPr>
          <p:nvPr>
            <p:ph type="subTitle" idx="13"/>
          </p:nvPr>
        </p:nvSpPr>
        <p:spPr>
          <a:xfrm>
            <a:off x="1464325" y="2882748"/>
            <a:ext cx="3629400" cy="3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800" b="1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83" name="Google Shape;283;p13"/>
          <p:cNvSpPr txBox="1">
            <a:spLocks noGrp="1"/>
          </p:cNvSpPr>
          <p:nvPr>
            <p:ph type="subTitle" idx="14"/>
          </p:nvPr>
        </p:nvSpPr>
        <p:spPr>
          <a:xfrm>
            <a:off x="1464325" y="3498500"/>
            <a:ext cx="3629400" cy="3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800" b="1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84" name="Google Shape;284;p13"/>
          <p:cNvSpPr txBox="1">
            <a:spLocks noGrp="1"/>
          </p:cNvSpPr>
          <p:nvPr>
            <p:ph type="subTitle" idx="15"/>
          </p:nvPr>
        </p:nvSpPr>
        <p:spPr>
          <a:xfrm>
            <a:off x="1464325" y="4114250"/>
            <a:ext cx="3629400" cy="3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800" b="1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85" name="Google Shape;285;p13"/>
          <p:cNvSpPr>
            <a:spLocks noGrp="1"/>
          </p:cNvSpPr>
          <p:nvPr>
            <p:ph type="pic" idx="16"/>
          </p:nvPr>
        </p:nvSpPr>
        <p:spPr>
          <a:xfrm>
            <a:off x="5205050" y="1283150"/>
            <a:ext cx="3219000" cy="3219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3" name="Google Shape;333;p16"/>
          <p:cNvGrpSpPr/>
          <p:nvPr/>
        </p:nvGrpSpPr>
        <p:grpSpPr>
          <a:xfrm flipH="1">
            <a:off x="-611828" y="-1542741"/>
            <a:ext cx="10670722" cy="7515391"/>
            <a:chOff x="-299" y="-1542741"/>
            <a:chExt cx="10670722" cy="7515391"/>
          </a:xfrm>
        </p:grpSpPr>
        <p:pic>
          <p:nvPicPr>
            <p:cNvPr id="334" name="Google Shape;334;p16"/>
            <p:cNvPicPr preferRelativeResize="0"/>
            <p:nvPr/>
          </p:nvPicPr>
          <p:blipFill rotWithShape="1">
            <a:blip r:embed="rId2">
              <a:alphaModFix amt="20000"/>
            </a:blip>
            <a:srcRect/>
            <a:stretch/>
          </p:blipFill>
          <p:spPr>
            <a:xfrm>
              <a:off x="-299" y="470546"/>
              <a:ext cx="1362051" cy="1445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5" name="Google Shape;335;p16"/>
            <p:cNvPicPr preferRelativeResize="0"/>
            <p:nvPr/>
          </p:nvPicPr>
          <p:blipFill>
            <a:blip r:embed="rId3">
              <a:alphaModFix amt="51000"/>
            </a:blip>
            <a:stretch>
              <a:fillRect/>
            </a:stretch>
          </p:blipFill>
          <p:spPr>
            <a:xfrm>
              <a:off x="93022" y="-1542741"/>
              <a:ext cx="2086600" cy="22136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6" name="Google Shape;336;p16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-1" y="-840225"/>
              <a:ext cx="2086600" cy="22136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7" name="Google Shape;337;p16"/>
            <p:cNvPicPr preferRelativeResize="0"/>
            <p:nvPr/>
          </p:nvPicPr>
          <p:blipFill>
            <a:blip r:embed="rId5">
              <a:alphaModFix amt="51000"/>
            </a:blip>
            <a:stretch>
              <a:fillRect/>
            </a:stretch>
          </p:blipFill>
          <p:spPr>
            <a:xfrm>
              <a:off x="8583824" y="3758963"/>
              <a:ext cx="2086600" cy="22136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8" name="Google Shape;338;p16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9560100" y="4608500"/>
              <a:ext cx="976201" cy="10356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9" name="Google Shape;339;p16"/>
            <p:cNvPicPr preferRelativeResize="0"/>
            <p:nvPr/>
          </p:nvPicPr>
          <p:blipFill rotWithShape="1">
            <a:blip r:embed="rId2">
              <a:alphaModFix amt="51000"/>
            </a:blip>
            <a:srcRect/>
            <a:stretch/>
          </p:blipFill>
          <p:spPr>
            <a:xfrm>
              <a:off x="1598025" y="-73300"/>
              <a:ext cx="488574" cy="51833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40" name="Google Shape;340;p16"/>
          <p:cNvGrpSpPr/>
          <p:nvPr/>
        </p:nvGrpSpPr>
        <p:grpSpPr>
          <a:xfrm rot="10800000" flipH="1">
            <a:off x="189412" y="110579"/>
            <a:ext cx="8728500" cy="4887645"/>
            <a:chOff x="189412" y="-2"/>
            <a:chExt cx="8728500" cy="4887645"/>
          </a:xfrm>
        </p:grpSpPr>
        <p:pic>
          <p:nvPicPr>
            <p:cNvPr id="341" name="Google Shape;341;p16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7680050" y="-2"/>
              <a:ext cx="385995" cy="409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2" name="Google Shape;342;p16"/>
            <p:cNvPicPr preferRelativeResize="0"/>
            <p:nvPr/>
          </p:nvPicPr>
          <p:blipFill rotWithShape="1">
            <a:blip r:embed="rId2">
              <a:alphaModFix amt="51000"/>
            </a:blip>
            <a:srcRect/>
            <a:stretch/>
          </p:blipFill>
          <p:spPr>
            <a:xfrm>
              <a:off x="8428912" y="292377"/>
              <a:ext cx="245783" cy="2607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3" name="Google Shape;343;p16"/>
            <p:cNvPicPr preferRelativeResize="0"/>
            <p:nvPr/>
          </p:nvPicPr>
          <p:blipFill rotWithShape="1">
            <a:blip r:embed="rId2">
              <a:alphaModFix amt="51000"/>
            </a:blip>
            <a:srcRect/>
            <a:stretch/>
          </p:blipFill>
          <p:spPr>
            <a:xfrm>
              <a:off x="8796337" y="1209926"/>
              <a:ext cx="121575" cy="1289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4" name="Google Shape;344;p16"/>
            <p:cNvPicPr preferRelativeResize="0"/>
            <p:nvPr/>
          </p:nvPicPr>
          <p:blipFill rotWithShape="1">
            <a:blip r:embed="rId2">
              <a:alphaModFix amt="51000"/>
            </a:blip>
            <a:srcRect/>
            <a:stretch/>
          </p:blipFill>
          <p:spPr>
            <a:xfrm>
              <a:off x="353525" y="4478123"/>
              <a:ext cx="386000" cy="4095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5" name="Google Shape;345;p16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189412" y="4105123"/>
              <a:ext cx="121575" cy="1289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46" name="Google Shape;346;p16"/>
          <p:cNvGrpSpPr/>
          <p:nvPr/>
        </p:nvGrpSpPr>
        <p:grpSpPr>
          <a:xfrm>
            <a:off x="4053911" y="-1007912"/>
            <a:ext cx="2914500" cy="7159300"/>
            <a:chOff x="4053911" y="-1007912"/>
            <a:chExt cx="2914500" cy="7159300"/>
          </a:xfrm>
        </p:grpSpPr>
        <p:cxnSp>
          <p:nvCxnSpPr>
            <p:cNvPr id="347" name="Google Shape;347;p16"/>
            <p:cNvCxnSpPr/>
            <p:nvPr/>
          </p:nvCxnSpPr>
          <p:spPr>
            <a:xfrm rot="10800000">
              <a:off x="5425511" y="-1007912"/>
              <a:ext cx="1542900" cy="1542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8" name="Google Shape;348;p16"/>
            <p:cNvCxnSpPr/>
            <p:nvPr/>
          </p:nvCxnSpPr>
          <p:spPr>
            <a:xfrm rot="10800000">
              <a:off x="4053911" y="4608488"/>
              <a:ext cx="1542900" cy="1542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49" name="Google Shape;349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50" name="Google Shape;350;p16"/>
          <p:cNvSpPr txBox="1">
            <a:spLocks noGrp="1"/>
          </p:cNvSpPr>
          <p:nvPr>
            <p:ph type="subTitle" idx="1"/>
          </p:nvPr>
        </p:nvSpPr>
        <p:spPr>
          <a:xfrm>
            <a:off x="720000" y="1709700"/>
            <a:ext cx="2391000" cy="792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351" name="Google Shape;351;p16"/>
          <p:cNvSpPr txBox="1">
            <a:spLocks noGrp="1"/>
          </p:cNvSpPr>
          <p:nvPr>
            <p:ph type="subTitle" idx="2"/>
          </p:nvPr>
        </p:nvSpPr>
        <p:spPr>
          <a:xfrm>
            <a:off x="720000" y="2426375"/>
            <a:ext cx="2391000" cy="167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52" name="Google Shape;352;p16"/>
          <p:cNvSpPr txBox="1">
            <a:spLocks noGrp="1"/>
          </p:cNvSpPr>
          <p:nvPr>
            <p:ph type="subTitle" idx="3"/>
          </p:nvPr>
        </p:nvSpPr>
        <p:spPr>
          <a:xfrm>
            <a:off x="3378955" y="2426375"/>
            <a:ext cx="2391000" cy="167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53" name="Google Shape;353;p16"/>
          <p:cNvSpPr txBox="1">
            <a:spLocks noGrp="1"/>
          </p:cNvSpPr>
          <p:nvPr>
            <p:ph type="subTitle" idx="4"/>
          </p:nvPr>
        </p:nvSpPr>
        <p:spPr>
          <a:xfrm>
            <a:off x="6037912" y="2426375"/>
            <a:ext cx="2391000" cy="167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54" name="Google Shape;354;p16"/>
          <p:cNvSpPr txBox="1">
            <a:spLocks noGrp="1"/>
          </p:cNvSpPr>
          <p:nvPr>
            <p:ph type="subTitle" idx="5"/>
          </p:nvPr>
        </p:nvSpPr>
        <p:spPr>
          <a:xfrm>
            <a:off x="3378955" y="1709700"/>
            <a:ext cx="2391000" cy="792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355" name="Google Shape;355;p16"/>
          <p:cNvSpPr txBox="1">
            <a:spLocks noGrp="1"/>
          </p:cNvSpPr>
          <p:nvPr>
            <p:ph type="subTitle" idx="6"/>
          </p:nvPr>
        </p:nvSpPr>
        <p:spPr>
          <a:xfrm>
            <a:off x="6037912" y="1709700"/>
            <a:ext cx="2391000" cy="792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ANK_1_1_1_1"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4" name="Google Shape;384;p18"/>
          <p:cNvGrpSpPr/>
          <p:nvPr/>
        </p:nvGrpSpPr>
        <p:grpSpPr>
          <a:xfrm>
            <a:off x="-1617026" y="-1386126"/>
            <a:ext cx="12031801" cy="8153587"/>
            <a:chOff x="-1617026" y="-1386126"/>
            <a:chExt cx="12031801" cy="8153587"/>
          </a:xfrm>
        </p:grpSpPr>
        <p:pic>
          <p:nvPicPr>
            <p:cNvPr id="385" name="Google Shape;385;p18"/>
            <p:cNvPicPr preferRelativeResize="0"/>
            <p:nvPr/>
          </p:nvPicPr>
          <p:blipFill rotWithShape="1">
            <a:blip r:embed="rId2">
              <a:alphaModFix amt="40000"/>
            </a:blip>
            <a:srcRect/>
            <a:stretch/>
          </p:blipFill>
          <p:spPr>
            <a:xfrm>
              <a:off x="-1617026" y="442549"/>
              <a:ext cx="2106751" cy="22350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6" name="Google Shape;386;p18"/>
            <p:cNvPicPr preferRelativeResize="0"/>
            <p:nvPr/>
          </p:nvPicPr>
          <p:blipFill rotWithShape="1">
            <a:blip r:embed="rId3">
              <a:alphaModFix amt="50000"/>
            </a:blip>
            <a:srcRect/>
            <a:stretch/>
          </p:blipFill>
          <p:spPr>
            <a:xfrm>
              <a:off x="-606538" y="-1386126"/>
              <a:ext cx="2106751" cy="22350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7" name="Google Shape;387;p18"/>
            <p:cNvPicPr preferRelativeResize="0"/>
            <p:nvPr/>
          </p:nvPicPr>
          <p:blipFill rotWithShape="1">
            <a:blip r:embed="rId4">
              <a:alphaModFix amt="19000"/>
            </a:blip>
            <a:srcRect/>
            <a:stretch/>
          </p:blipFill>
          <p:spPr>
            <a:xfrm>
              <a:off x="-737600" y="1360093"/>
              <a:ext cx="969024" cy="1028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8" name="Google Shape;388;p18"/>
            <p:cNvPicPr preferRelativeResize="0"/>
            <p:nvPr/>
          </p:nvPicPr>
          <p:blipFill rotWithShape="1">
            <a:blip r:embed="rId5">
              <a:alphaModFix amt="51000"/>
            </a:blip>
            <a:srcRect/>
            <a:stretch/>
          </p:blipFill>
          <p:spPr>
            <a:xfrm>
              <a:off x="231425" y="-75775"/>
              <a:ext cx="488574" cy="51833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9" name="Google Shape;389;p18"/>
            <p:cNvPicPr preferRelativeResize="0"/>
            <p:nvPr/>
          </p:nvPicPr>
          <p:blipFill rotWithShape="1">
            <a:blip r:embed="rId6">
              <a:alphaModFix amt="20000"/>
            </a:blip>
            <a:srcRect/>
            <a:stretch/>
          </p:blipFill>
          <p:spPr>
            <a:xfrm>
              <a:off x="8428900" y="4365953"/>
              <a:ext cx="1421225" cy="15077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0" name="Google Shape;390;p18"/>
            <p:cNvPicPr preferRelativeResize="0"/>
            <p:nvPr/>
          </p:nvPicPr>
          <p:blipFill rotWithShape="1">
            <a:blip r:embed="rId2">
              <a:alphaModFix amt="40000"/>
            </a:blip>
            <a:srcRect/>
            <a:stretch/>
          </p:blipFill>
          <p:spPr>
            <a:xfrm>
              <a:off x="8308024" y="2486886"/>
              <a:ext cx="2106751" cy="22350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1" name="Google Shape;391;p18"/>
            <p:cNvPicPr preferRelativeResize="0"/>
            <p:nvPr/>
          </p:nvPicPr>
          <p:blipFill rotWithShape="1">
            <a:blip r:embed="rId3">
              <a:alphaModFix amt="50000"/>
            </a:blip>
            <a:srcRect/>
            <a:stretch/>
          </p:blipFill>
          <p:spPr>
            <a:xfrm>
              <a:off x="6400849" y="4532411"/>
              <a:ext cx="2106751" cy="22350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2" name="Google Shape;392;p18"/>
            <p:cNvPicPr preferRelativeResize="0"/>
            <p:nvPr/>
          </p:nvPicPr>
          <p:blipFill rotWithShape="1">
            <a:blip r:embed="rId5">
              <a:alphaModFix amt="51000"/>
            </a:blip>
            <a:srcRect/>
            <a:stretch/>
          </p:blipFill>
          <p:spPr>
            <a:xfrm>
              <a:off x="8690187" y="3345225"/>
              <a:ext cx="488574" cy="51833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3" name="Google Shape;393;p18"/>
            <p:cNvPicPr preferRelativeResize="0"/>
            <p:nvPr/>
          </p:nvPicPr>
          <p:blipFill rotWithShape="1">
            <a:blip r:embed="rId2">
              <a:alphaModFix amt="50000"/>
            </a:blip>
            <a:srcRect/>
            <a:stretch/>
          </p:blipFill>
          <p:spPr>
            <a:xfrm>
              <a:off x="7743374" y="4129499"/>
              <a:ext cx="2106751" cy="223504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94" name="Google Shape;394;p18"/>
          <p:cNvGrpSpPr/>
          <p:nvPr/>
        </p:nvGrpSpPr>
        <p:grpSpPr>
          <a:xfrm>
            <a:off x="189412" y="-2"/>
            <a:ext cx="8728500" cy="4887645"/>
            <a:chOff x="189412" y="-2"/>
            <a:chExt cx="8728500" cy="4887645"/>
          </a:xfrm>
        </p:grpSpPr>
        <p:pic>
          <p:nvPicPr>
            <p:cNvPr id="395" name="Google Shape;395;p18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7680050" y="-2"/>
              <a:ext cx="385995" cy="409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6" name="Google Shape;396;p18"/>
            <p:cNvPicPr preferRelativeResize="0"/>
            <p:nvPr/>
          </p:nvPicPr>
          <p:blipFill rotWithShape="1">
            <a:blip r:embed="rId5">
              <a:alphaModFix amt="51000"/>
            </a:blip>
            <a:srcRect/>
            <a:stretch/>
          </p:blipFill>
          <p:spPr>
            <a:xfrm>
              <a:off x="8428912" y="292377"/>
              <a:ext cx="245783" cy="2607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7" name="Google Shape;397;p18"/>
            <p:cNvPicPr preferRelativeResize="0"/>
            <p:nvPr/>
          </p:nvPicPr>
          <p:blipFill rotWithShape="1">
            <a:blip r:embed="rId5">
              <a:alphaModFix amt="51000"/>
            </a:blip>
            <a:srcRect/>
            <a:stretch/>
          </p:blipFill>
          <p:spPr>
            <a:xfrm>
              <a:off x="8796337" y="1209926"/>
              <a:ext cx="121575" cy="1289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8" name="Google Shape;398;p18"/>
            <p:cNvPicPr preferRelativeResize="0"/>
            <p:nvPr/>
          </p:nvPicPr>
          <p:blipFill rotWithShape="1">
            <a:blip r:embed="rId5">
              <a:alphaModFix amt="51000"/>
            </a:blip>
            <a:srcRect/>
            <a:stretch/>
          </p:blipFill>
          <p:spPr>
            <a:xfrm>
              <a:off x="353525" y="4478123"/>
              <a:ext cx="386000" cy="4095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9" name="Google Shape;399;p18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189412" y="4105123"/>
              <a:ext cx="121575" cy="1289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00" name="Google Shape;400;p18"/>
          <p:cNvGrpSpPr/>
          <p:nvPr/>
        </p:nvGrpSpPr>
        <p:grpSpPr>
          <a:xfrm>
            <a:off x="1963548" y="-1043287"/>
            <a:ext cx="4401150" cy="7194675"/>
            <a:chOff x="1963548" y="-1043287"/>
            <a:chExt cx="4401150" cy="7194675"/>
          </a:xfrm>
        </p:grpSpPr>
        <p:cxnSp>
          <p:nvCxnSpPr>
            <p:cNvPr id="401" name="Google Shape;401;p18"/>
            <p:cNvCxnSpPr/>
            <p:nvPr/>
          </p:nvCxnSpPr>
          <p:spPr>
            <a:xfrm rot="10800000" flipH="1">
              <a:off x="4821798" y="-1043287"/>
              <a:ext cx="1542900" cy="1542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2" name="Google Shape;402;p18"/>
            <p:cNvCxnSpPr/>
            <p:nvPr/>
          </p:nvCxnSpPr>
          <p:spPr>
            <a:xfrm rot="10800000" flipH="1">
              <a:off x="1963548" y="4608488"/>
              <a:ext cx="1542900" cy="1542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403" name="Google Shape;403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04" name="Google Shape;404;p18"/>
          <p:cNvSpPr txBox="1">
            <a:spLocks noGrp="1"/>
          </p:cNvSpPr>
          <p:nvPr>
            <p:ph type="subTitle" idx="1"/>
          </p:nvPr>
        </p:nvSpPr>
        <p:spPr>
          <a:xfrm>
            <a:off x="1003350" y="1360100"/>
            <a:ext cx="3114300" cy="525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405" name="Google Shape;405;p18"/>
          <p:cNvSpPr txBox="1">
            <a:spLocks noGrp="1"/>
          </p:cNvSpPr>
          <p:nvPr>
            <p:ph type="subTitle" idx="2"/>
          </p:nvPr>
        </p:nvSpPr>
        <p:spPr>
          <a:xfrm>
            <a:off x="1003350" y="1809800"/>
            <a:ext cx="3114300" cy="102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06" name="Google Shape;406;p18"/>
          <p:cNvSpPr txBox="1">
            <a:spLocks noGrp="1"/>
          </p:cNvSpPr>
          <p:nvPr>
            <p:ph type="subTitle" idx="3"/>
          </p:nvPr>
        </p:nvSpPr>
        <p:spPr>
          <a:xfrm>
            <a:off x="5026450" y="1809800"/>
            <a:ext cx="3114300" cy="102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07" name="Google Shape;407;p18"/>
          <p:cNvSpPr txBox="1">
            <a:spLocks noGrp="1"/>
          </p:cNvSpPr>
          <p:nvPr>
            <p:ph type="subTitle" idx="4"/>
          </p:nvPr>
        </p:nvSpPr>
        <p:spPr>
          <a:xfrm>
            <a:off x="1003350" y="3504600"/>
            <a:ext cx="3114300" cy="102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08" name="Google Shape;408;p18"/>
          <p:cNvSpPr txBox="1">
            <a:spLocks noGrp="1"/>
          </p:cNvSpPr>
          <p:nvPr>
            <p:ph type="subTitle" idx="5"/>
          </p:nvPr>
        </p:nvSpPr>
        <p:spPr>
          <a:xfrm>
            <a:off x="5026450" y="3504600"/>
            <a:ext cx="3114300" cy="102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09" name="Google Shape;409;p18"/>
          <p:cNvSpPr txBox="1">
            <a:spLocks noGrp="1"/>
          </p:cNvSpPr>
          <p:nvPr>
            <p:ph type="subTitle" idx="6"/>
          </p:nvPr>
        </p:nvSpPr>
        <p:spPr>
          <a:xfrm>
            <a:off x="1003350" y="3054900"/>
            <a:ext cx="3114300" cy="525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410" name="Google Shape;410;p18"/>
          <p:cNvSpPr txBox="1">
            <a:spLocks noGrp="1"/>
          </p:cNvSpPr>
          <p:nvPr>
            <p:ph type="subTitle" idx="7"/>
          </p:nvPr>
        </p:nvSpPr>
        <p:spPr>
          <a:xfrm>
            <a:off x="5026450" y="1360100"/>
            <a:ext cx="3114300" cy="525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411" name="Google Shape;411;p18"/>
          <p:cNvSpPr txBox="1">
            <a:spLocks noGrp="1"/>
          </p:cNvSpPr>
          <p:nvPr>
            <p:ph type="subTitle" idx="8"/>
          </p:nvPr>
        </p:nvSpPr>
        <p:spPr>
          <a:xfrm>
            <a:off x="5026450" y="3054900"/>
            <a:ext cx="3114300" cy="525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BLANK_1_1_1_1_1"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3" name="Google Shape;413;p19"/>
          <p:cNvGrpSpPr/>
          <p:nvPr/>
        </p:nvGrpSpPr>
        <p:grpSpPr>
          <a:xfrm>
            <a:off x="7261224" y="-1068914"/>
            <a:ext cx="3569401" cy="3385644"/>
            <a:chOff x="7261224" y="-1068914"/>
            <a:chExt cx="3569401" cy="3385644"/>
          </a:xfrm>
        </p:grpSpPr>
        <p:pic>
          <p:nvPicPr>
            <p:cNvPr id="414" name="Google Shape;414;p19"/>
            <p:cNvPicPr preferRelativeResize="0"/>
            <p:nvPr/>
          </p:nvPicPr>
          <p:blipFill rotWithShape="1">
            <a:blip r:embed="rId2">
              <a:alphaModFix amt="50000"/>
            </a:blip>
            <a:srcRect/>
            <a:stretch/>
          </p:blipFill>
          <p:spPr>
            <a:xfrm flipH="1">
              <a:off x="7261224" y="-1068914"/>
              <a:ext cx="2106751" cy="22350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5" name="Google Shape;415;p19"/>
            <p:cNvPicPr preferRelativeResize="0"/>
            <p:nvPr/>
          </p:nvPicPr>
          <p:blipFill rotWithShape="1">
            <a:blip r:embed="rId3">
              <a:alphaModFix amt="50000"/>
            </a:blip>
            <a:srcRect/>
            <a:stretch/>
          </p:blipFill>
          <p:spPr>
            <a:xfrm flipH="1">
              <a:off x="8723874" y="-226451"/>
              <a:ext cx="2106751" cy="22350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6" name="Google Shape;416;p19"/>
            <p:cNvPicPr preferRelativeResize="0"/>
            <p:nvPr/>
          </p:nvPicPr>
          <p:blipFill rotWithShape="1">
            <a:blip r:embed="rId4">
              <a:alphaModFix amt="51000"/>
            </a:blip>
            <a:srcRect/>
            <a:stretch/>
          </p:blipFill>
          <p:spPr>
            <a:xfrm flipH="1">
              <a:off x="8723863" y="1174538"/>
              <a:ext cx="488574" cy="51833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7" name="Google Shape;417;p19"/>
            <p:cNvPicPr preferRelativeResize="0"/>
            <p:nvPr/>
          </p:nvPicPr>
          <p:blipFill rotWithShape="1">
            <a:blip r:embed="rId5">
              <a:alphaModFix amt="20000"/>
            </a:blip>
            <a:srcRect/>
            <a:stretch/>
          </p:blipFill>
          <p:spPr>
            <a:xfrm flipH="1">
              <a:off x="8447773" y="926330"/>
              <a:ext cx="1310596" cy="13904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18" name="Google Shape;418;p19"/>
          <p:cNvGrpSpPr/>
          <p:nvPr/>
        </p:nvGrpSpPr>
        <p:grpSpPr>
          <a:xfrm>
            <a:off x="-231500" y="3364477"/>
            <a:ext cx="684925" cy="1613425"/>
            <a:chOff x="-231500" y="3364477"/>
            <a:chExt cx="684925" cy="1613425"/>
          </a:xfrm>
        </p:grpSpPr>
        <p:pic>
          <p:nvPicPr>
            <p:cNvPr id="419" name="Google Shape;419;p19"/>
            <p:cNvPicPr preferRelativeResize="0"/>
            <p:nvPr/>
          </p:nvPicPr>
          <p:blipFill rotWithShape="1">
            <a:blip r:embed="rId4">
              <a:alphaModFix amt="51000"/>
            </a:blip>
            <a:srcRect/>
            <a:stretch/>
          </p:blipFill>
          <p:spPr>
            <a:xfrm>
              <a:off x="0" y="3364477"/>
              <a:ext cx="245783" cy="2607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0" name="Google Shape;420;p19"/>
            <p:cNvPicPr preferRelativeResize="0"/>
            <p:nvPr/>
          </p:nvPicPr>
          <p:blipFill rotWithShape="1">
            <a:blip r:embed="rId5">
              <a:alphaModFix amt="50000"/>
            </a:blip>
            <a:srcRect/>
            <a:stretch/>
          </p:blipFill>
          <p:spPr>
            <a:xfrm>
              <a:off x="-231500" y="4023173"/>
              <a:ext cx="385995" cy="409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1" name="Google Shape;421;p19"/>
            <p:cNvPicPr preferRelativeResize="0"/>
            <p:nvPr/>
          </p:nvPicPr>
          <p:blipFill rotWithShape="1">
            <a:blip r:embed="rId4">
              <a:alphaModFix amt="51000"/>
            </a:blip>
            <a:srcRect/>
            <a:stretch/>
          </p:blipFill>
          <p:spPr>
            <a:xfrm>
              <a:off x="331850" y="4848926"/>
              <a:ext cx="121575" cy="1289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22" name="Google Shape;422;p19"/>
          <p:cNvGrpSpPr/>
          <p:nvPr/>
        </p:nvGrpSpPr>
        <p:grpSpPr>
          <a:xfrm>
            <a:off x="2796611" y="-1007912"/>
            <a:ext cx="3225400" cy="7159300"/>
            <a:chOff x="2796611" y="-1007912"/>
            <a:chExt cx="3225400" cy="7159300"/>
          </a:xfrm>
        </p:grpSpPr>
        <p:cxnSp>
          <p:nvCxnSpPr>
            <p:cNvPr id="423" name="Google Shape;423;p19"/>
            <p:cNvCxnSpPr/>
            <p:nvPr/>
          </p:nvCxnSpPr>
          <p:spPr>
            <a:xfrm rot="10800000">
              <a:off x="2796611" y="-1007912"/>
              <a:ext cx="1542900" cy="1542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24" name="Google Shape;424;p19"/>
            <p:cNvCxnSpPr/>
            <p:nvPr/>
          </p:nvCxnSpPr>
          <p:spPr>
            <a:xfrm rot="10800000">
              <a:off x="4479111" y="4608488"/>
              <a:ext cx="1542900" cy="1542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425" name="Google Shape;425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26" name="Google Shape;426;p19"/>
          <p:cNvSpPr txBox="1">
            <a:spLocks noGrp="1"/>
          </p:cNvSpPr>
          <p:nvPr>
            <p:ph type="subTitle" idx="1"/>
          </p:nvPr>
        </p:nvSpPr>
        <p:spPr>
          <a:xfrm>
            <a:off x="725143" y="1811513"/>
            <a:ext cx="2459100" cy="105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27" name="Google Shape;427;p19"/>
          <p:cNvSpPr txBox="1">
            <a:spLocks noGrp="1"/>
          </p:cNvSpPr>
          <p:nvPr>
            <p:ph type="subTitle" idx="2"/>
          </p:nvPr>
        </p:nvSpPr>
        <p:spPr>
          <a:xfrm>
            <a:off x="3342150" y="1811525"/>
            <a:ext cx="2459700" cy="105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28" name="Google Shape;428;p19"/>
          <p:cNvSpPr txBox="1">
            <a:spLocks noGrp="1"/>
          </p:cNvSpPr>
          <p:nvPr>
            <p:ph type="subTitle" idx="3"/>
          </p:nvPr>
        </p:nvSpPr>
        <p:spPr>
          <a:xfrm>
            <a:off x="5959741" y="1811525"/>
            <a:ext cx="2459700" cy="105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29" name="Google Shape;429;p19"/>
          <p:cNvSpPr txBox="1">
            <a:spLocks noGrp="1"/>
          </p:cNvSpPr>
          <p:nvPr>
            <p:ph type="subTitle" idx="4"/>
          </p:nvPr>
        </p:nvSpPr>
        <p:spPr>
          <a:xfrm>
            <a:off x="725143" y="3512625"/>
            <a:ext cx="2459100" cy="105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0" name="Google Shape;430;p19"/>
          <p:cNvSpPr txBox="1">
            <a:spLocks noGrp="1"/>
          </p:cNvSpPr>
          <p:nvPr>
            <p:ph type="subTitle" idx="5"/>
          </p:nvPr>
        </p:nvSpPr>
        <p:spPr>
          <a:xfrm>
            <a:off x="3342450" y="3512625"/>
            <a:ext cx="2459100" cy="105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1" name="Google Shape;431;p19"/>
          <p:cNvSpPr txBox="1">
            <a:spLocks noGrp="1"/>
          </p:cNvSpPr>
          <p:nvPr>
            <p:ph type="subTitle" idx="6"/>
          </p:nvPr>
        </p:nvSpPr>
        <p:spPr>
          <a:xfrm>
            <a:off x="5962591" y="3512625"/>
            <a:ext cx="2454000" cy="105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2" name="Google Shape;432;p19"/>
          <p:cNvSpPr txBox="1">
            <a:spLocks noGrp="1"/>
          </p:cNvSpPr>
          <p:nvPr>
            <p:ph type="subTitle" idx="7"/>
          </p:nvPr>
        </p:nvSpPr>
        <p:spPr>
          <a:xfrm>
            <a:off x="720000" y="1352875"/>
            <a:ext cx="2459100" cy="537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433" name="Google Shape;433;p19"/>
          <p:cNvSpPr txBox="1">
            <a:spLocks noGrp="1"/>
          </p:cNvSpPr>
          <p:nvPr>
            <p:ph type="subTitle" idx="8"/>
          </p:nvPr>
        </p:nvSpPr>
        <p:spPr>
          <a:xfrm>
            <a:off x="3342450" y="1352875"/>
            <a:ext cx="2459100" cy="537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434" name="Google Shape;434;p19"/>
          <p:cNvSpPr txBox="1">
            <a:spLocks noGrp="1"/>
          </p:cNvSpPr>
          <p:nvPr>
            <p:ph type="subTitle" idx="9"/>
          </p:nvPr>
        </p:nvSpPr>
        <p:spPr>
          <a:xfrm>
            <a:off x="5959741" y="1352875"/>
            <a:ext cx="2459700" cy="537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435" name="Google Shape;435;p19"/>
          <p:cNvSpPr txBox="1">
            <a:spLocks noGrp="1"/>
          </p:cNvSpPr>
          <p:nvPr>
            <p:ph type="subTitle" idx="13"/>
          </p:nvPr>
        </p:nvSpPr>
        <p:spPr>
          <a:xfrm>
            <a:off x="720344" y="3049475"/>
            <a:ext cx="2459100" cy="537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436" name="Google Shape;436;p19"/>
          <p:cNvSpPr txBox="1">
            <a:spLocks noGrp="1"/>
          </p:cNvSpPr>
          <p:nvPr>
            <p:ph type="subTitle" idx="14"/>
          </p:nvPr>
        </p:nvSpPr>
        <p:spPr>
          <a:xfrm>
            <a:off x="3342450" y="3049475"/>
            <a:ext cx="2459100" cy="537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437" name="Google Shape;437;p19"/>
          <p:cNvSpPr txBox="1">
            <a:spLocks noGrp="1"/>
          </p:cNvSpPr>
          <p:nvPr>
            <p:ph type="subTitle" idx="15"/>
          </p:nvPr>
        </p:nvSpPr>
        <p:spPr>
          <a:xfrm>
            <a:off x="5960041" y="3049475"/>
            <a:ext cx="2459100" cy="537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"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20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440" name="Google Shape;440;p20"/>
          <p:cNvGrpSpPr/>
          <p:nvPr/>
        </p:nvGrpSpPr>
        <p:grpSpPr>
          <a:xfrm>
            <a:off x="8252662" y="-361139"/>
            <a:ext cx="2444639" cy="3770737"/>
            <a:chOff x="8252662" y="-361139"/>
            <a:chExt cx="2444639" cy="3770737"/>
          </a:xfrm>
        </p:grpSpPr>
        <p:pic>
          <p:nvPicPr>
            <p:cNvPr id="441" name="Google Shape;441;p20"/>
            <p:cNvPicPr preferRelativeResize="0"/>
            <p:nvPr/>
          </p:nvPicPr>
          <p:blipFill rotWithShape="1">
            <a:blip r:embed="rId2">
              <a:alphaModFix amt="40000"/>
            </a:blip>
            <a:srcRect/>
            <a:stretch/>
          </p:blipFill>
          <p:spPr>
            <a:xfrm flipH="1">
              <a:off x="8470074" y="1174549"/>
              <a:ext cx="2106751" cy="22350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42" name="Google Shape;442;p20"/>
            <p:cNvPicPr preferRelativeResize="0"/>
            <p:nvPr/>
          </p:nvPicPr>
          <p:blipFill rotWithShape="1">
            <a:blip r:embed="rId2">
              <a:alphaModFix amt="50000"/>
            </a:blip>
            <a:srcRect/>
            <a:stretch/>
          </p:blipFill>
          <p:spPr>
            <a:xfrm flipH="1">
              <a:off x="8252662" y="-361139"/>
              <a:ext cx="2106751" cy="22350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43" name="Google Shape;443;p20"/>
            <p:cNvPicPr preferRelativeResize="0"/>
            <p:nvPr/>
          </p:nvPicPr>
          <p:blipFill rotWithShape="1">
            <a:blip r:embed="rId3">
              <a:alphaModFix amt="50000"/>
            </a:blip>
            <a:srcRect/>
            <a:stretch/>
          </p:blipFill>
          <p:spPr>
            <a:xfrm flipH="1">
              <a:off x="8590549" y="406699"/>
              <a:ext cx="2106751" cy="22350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44" name="Google Shape;444;p20"/>
            <p:cNvPicPr preferRelativeResize="0"/>
            <p:nvPr/>
          </p:nvPicPr>
          <p:blipFill rotWithShape="1">
            <a:blip r:embed="rId4">
              <a:alphaModFix amt="20000"/>
            </a:blip>
            <a:srcRect/>
            <a:stretch/>
          </p:blipFill>
          <p:spPr>
            <a:xfrm flipH="1">
              <a:off x="8744350" y="1674427"/>
              <a:ext cx="845823" cy="89732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45" name="Google Shape;445;p20"/>
          <p:cNvGrpSpPr/>
          <p:nvPr/>
        </p:nvGrpSpPr>
        <p:grpSpPr>
          <a:xfrm>
            <a:off x="-231500" y="255723"/>
            <a:ext cx="684925" cy="4722179"/>
            <a:chOff x="-231500" y="255723"/>
            <a:chExt cx="684925" cy="4722179"/>
          </a:xfrm>
        </p:grpSpPr>
        <p:pic>
          <p:nvPicPr>
            <p:cNvPr id="446" name="Google Shape;446;p20"/>
            <p:cNvPicPr preferRelativeResize="0"/>
            <p:nvPr/>
          </p:nvPicPr>
          <p:blipFill rotWithShape="1">
            <a:blip r:embed="rId5">
              <a:alphaModFix amt="51000"/>
            </a:blip>
            <a:srcRect/>
            <a:stretch/>
          </p:blipFill>
          <p:spPr>
            <a:xfrm>
              <a:off x="0" y="3364477"/>
              <a:ext cx="245783" cy="2607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47" name="Google Shape;447;p20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-231500" y="4023173"/>
              <a:ext cx="385995" cy="409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48" name="Google Shape;448;p20"/>
            <p:cNvPicPr preferRelativeResize="0"/>
            <p:nvPr/>
          </p:nvPicPr>
          <p:blipFill rotWithShape="1">
            <a:blip r:embed="rId5">
              <a:alphaModFix amt="51000"/>
            </a:blip>
            <a:srcRect/>
            <a:stretch/>
          </p:blipFill>
          <p:spPr>
            <a:xfrm>
              <a:off x="331850" y="4848926"/>
              <a:ext cx="121575" cy="1289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49" name="Google Shape;449;p20"/>
            <p:cNvPicPr preferRelativeResize="0"/>
            <p:nvPr/>
          </p:nvPicPr>
          <p:blipFill rotWithShape="1">
            <a:blip r:embed="rId5">
              <a:alphaModFix amt="51000"/>
            </a:blip>
            <a:srcRect/>
            <a:stretch/>
          </p:blipFill>
          <p:spPr>
            <a:xfrm>
              <a:off x="331837" y="610976"/>
              <a:ext cx="121575" cy="1289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0" name="Google Shape;450;p20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152850" y="255723"/>
              <a:ext cx="121575" cy="1289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51" name="Google Shape;451;p20"/>
          <p:cNvGrpSpPr/>
          <p:nvPr/>
        </p:nvGrpSpPr>
        <p:grpSpPr>
          <a:xfrm>
            <a:off x="2263211" y="-1160312"/>
            <a:ext cx="7644875" cy="7311700"/>
            <a:chOff x="2263211" y="-1160312"/>
            <a:chExt cx="7644875" cy="7311700"/>
          </a:xfrm>
        </p:grpSpPr>
        <p:cxnSp>
          <p:nvCxnSpPr>
            <p:cNvPr id="452" name="Google Shape;452;p20"/>
            <p:cNvCxnSpPr/>
            <p:nvPr/>
          </p:nvCxnSpPr>
          <p:spPr>
            <a:xfrm rot="10800000">
              <a:off x="2263211" y="-1160312"/>
              <a:ext cx="1542900" cy="1542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53" name="Google Shape;453;p20"/>
            <p:cNvCxnSpPr/>
            <p:nvPr/>
          </p:nvCxnSpPr>
          <p:spPr>
            <a:xfrm rot="10800000">
              <a:off x="8365186" y="4608488"/>
              <a:ext cx="1542900" cy="1542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_1"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5" name="Google Shape;455;p21"/>
          <p:cNvGrpSpPr/>
          <p:nvPr/>
        </p:nvGrpSpPr>
        <p:grpSpPr>
          <a:xfrm flipH="1">
            <a:off x="-1676351" y="-1633776"/>
            <a:ext cx="3785326" cy="4023374"/>
            <a:chOff x="6762799" y="-1367076"/>
            <a:chExt cx="3785326" cy="4023374"/>
          </a:xfrm>
        </p:grpSpPr>
        <p:pic>
          <p:nvPicPr>
            <p:cNvPr id="456" name="Google Shape;456;p21"/>
            <p:cNvPicPr preferRelativeResize="0"/>
            <p:nvPr/>
          </p:nvPicPr>
          <p:blipFill rotWithShape="1">
            <a:blip r:embed="rId2">
              <a:alphaModFix amt="20000"/>
            </a:blip>
            <a:srcRect/>
            <a:stretch/>
          </p:blipFill>
          <p:spPr>
            <a:xfrm rot="10800000" flipH="1">
              <a:off x="7881100" y="-768644"/>
              <a:ext cx="1421225" cy="1507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7" name="Google Shape;457;p21"/>
            <p:cNvPicPr preferRelativeResize="0"/>
            <p:nvPr/>
          </p:nvPicPr>
          <p:blipFill rotWithShape="1">
            <a:blip r:embed="rId3">
              <a:alphaModFix amt="40000"/>
            </a:blip>
            <a:srcRect/>
            <a:stretch/>
          </p:blipFill>
          <p:spPr>
            <a:xfrm rot="10800000" flipH="1">
              <a:off x="8441374" y="421249"/>
              <a:ext cx="2106751" cy="22350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8" name="Google Shape;458;p21"/>
            <p:cNvPicPr preferRelativeResize="0"/>
            <p:nvPr/>
          </p:nvPicPr>
          <p:blipFill rotWithShape="1">
            <a:blip r:embed="rId3">
              <a:alphaModFix amt="50000"/>
            </a:blip>
            <a:srcRect/>
            <a:stretch/>
          </p:blipFill>
          <p:spPr>
            <a:xfrm rot="10800000" flipH="1">
              <a:off x="7670399" y="-1030864"/>
              <a:ext cx="2106751" cy="22350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9" name="Google Shape;459;p21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 rot="10800000" flipH="1">
              <a:off x="6762799" y="-1367076"/>
              <a:ext cx="2106751" cy="22350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0" name="Google Shape;460;p21"/>
            <p:cNvPicPr preferRelativeResize="0"/>
            <p:nvPr/>
          </p:nvPicPr>
          <p:blipFill rotWithShape="1">
            <a:blip r:embed="rId5">
              <a:alphaModFix amt="50000"/>
            </a:blip>
            <a:srcRect/>
            <a:stretch/>
          </p:blipFill>
          <p:spPr>
            <a:xfrm rot="10800000" flipH="1">
              <a:off x="8651225" y="1279604"/>
              <a:ext cx="488574" cy="51833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1" name="Google Shape;461;p21"/>
            <p:cNvPicPr preferRelativeResize="0"/>
            <p:nvPr/>
          </p:nvPicPr>
          <p:blipFill rotWithShape="1">
            <a:blip r:embed="rId6">
              <a:alphaModFix amt="51000"/>
            </a:blip>
            <a:srcRect/>
            <a:stretch/>
          </p:blipFill>
          <p:spPr>
            <a:xfrm rot="10800000" flipH="1">
              <a:off x="7365350" y="-52883"/>
              <a:ext cx="488574" cy="51833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62" name="Google Shape;462;p21"/>
          <p:cNvGrpSpPr/>
          <p:nvPr/>
        </p:nvGrpSpPr>
        <p:grpSpPr>
          <a:xfrm>
            <a:off x="-75025" y="-2"/>
            <a:ext cx="9188283" cy="5018020"/>
            <a:chOff x="-75025" y="-2"/>
            <a:chExt cx="9188283" cy="5018020"/>
          </a:xfrm>
        </p:grpSpPr>
        <p:pic>
          <p:nvPicPr>
            <p:cNvPr id="463" name="Google Shape;463;p21"/>
            <p:cNvPicPr preferRelativeResize="0"/>
            <p:nvPr/>
          </p:nvPicPr>
          <p:blipFill rotWithShape="1">
            <a:blip r:embed="rId5">
              <a:alphaModFix amt="50000"/>
            </a:blip>
            <a:srcRect/>
            <a:stretch/>
          </p:blipFill>
          <p:spPr>
            <a:xfrm>
              <a:off x="7680050" y="-2"/>
              <a:ext cx="385995" cy="409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4" name="Google Shape;464;p21"/>
            <p:cNvPicPr preferRelativeResize="0"/>
            <p:nvPr/>
          </p:nvPicPr>
          <p:blipFill rotWithShape="1">
            <a:blip r:embed="rId6">
              <a:alphaModFix amt="51000"/>
            </a:blip>
            <a:srcRect/>
            <a:stretch/>
          </p:blipFill>
          <p:spPr>
            <a:xfrm>
              <a:off x="8428912" y="292377"/>
              <a:ext cx="245783" cy="2607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5" name="Google Shape;465;p21"/>
            <p:cNvPicPr preferRelativeResize="0"/>
            <p:nvPr/>
          </p:nvPicPr>
          <p:blipFill rotWithShape="1">
            <a:blip r:embed="rId6">
              <a:alphaModFix amt="51000"/>
            </a:blip>
            <a:srcRect/>
            <a:stretch/>
          </p:blipFill>
          <p:spPr>
            <a:xfrm>
              <a:off x="8796337" y="1209926"/>
              <a:ext cx="121575" cy="1289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6" name="Google Shape;466;p21"/>
            <p:cNvPicPr preferRelativeResize="0"/>
            <p:nvPr/>
          </p:nvPicPr>
          <p:blipFill rotWithShape="1">
            <a:blip r:embed="rId6">
              <a:alphaModFix amt="51000"/>
            </a:blip>
            <a:srcRect/>
            <a:stretch/>
          </p:blipFill>
          <p:spPr>
            <a:xfrm>
              <a:off x="-75025" y="4608498"/>
              <a:ext cx="386000" cy="4095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7" name="Google Shape;467;p21"/>
            <p:cNvPicPr preferRelativeResize="0"/>
            <p:nvPr/>
          </p:nvPicPr>
          <p:blipFill rotWithShape="1">
            <a:blip r:embed="rId5">
              <a:alphaModFix amt="50000"/>
            </a:blip>
            <a:srcRect/>
            <a:stretch/>
          </p:blipFill>
          <p:spPr>
            <a:xfrm>
              <a:off x="189412" y="4105123"/>
              <a:ext cx="121575" cy="1289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8" name="Google Shape;468;p21"/>
            <p:cNvPicPr preferRelativeResize="0"/>
            <p:nvPr/>
          </p:nvPicPr>
          <p:blipFill rotWithShape="1">
            <a:blip r:embed="rId6">
              <a:alphaModFix amt="51000"/>
            </a:blip>
            <a:srcRect/>
            <a:stretch/>
          </p:blipFill>
          <p:spPr>
            <a:xfrm>
              <a:off x="8867475" y="4488027"/>
              <a:ext cx="245783" cy="2607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9" name="Google Shape;469;p21"/>
            <p:cNvPicPr preferRelativeResize="0"/>
            <p:nvPr/>
          </p:nvPicPr>
          <p:blipFill rotWithShape="1">
            <a:blip r:embed="rId5">
              <a:alphaModFix amt="50000"/>
            </a:blip>
            <a:srcRect/>
            <a:stretch/>
          </p:blipFill>
          <p:spPr>
            <a:xfrm>
              <a:off x="8600975" y="4748773"/>
              <a:ext cx="121575" cy="1289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70" name="Google Shape;470;p21"/>
          <p:cNvGrpSpPr/>
          <p:nvPr/>
        </p:nvGrpSpPr>
        <p:grpSpPr>
          <a:xfrm>
            <a:off x="1392048" y="1653588"/>
            <a:ext cx="8858800" cy="4793950"/>
            <a:chOff x="1392048" y="1653588"/>
            <a:chExt cx="8858800" cy="4793950"/>
          </a:xfrm>
        </p:grpSpPr>
        <p:cxnSp>
          <p:nvCxnSpPr>
            <p:cNvPr id="471" name="Google Shape;471;p21"/>
            <p:cNvCxnSpPr/>
            <p:nvPr/>
          </p:nvCxnSpPr>
          <p:spPr>
            <a:xfrm rot="10800000" flipH="1">
              <a:off x="8707948" y="1653588"/>
              <a:ext cx="1542900" cy="1542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72" name="Google Shape;472;p21"/>
            <p:cNvCxnSpPr/>
            <p:nvPr/>
          </p:nvCxnSpPr>
          <p:spPr>
            <a:xfrm rot="10800000" flipH="1">
              <a:off x="1392048" y="4904638"/>
              <a:ext cx="1542900" cy="1542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473" name="Google Shape;473;p21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2"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5" name="Google Shape;475;p22"/>
          <p:cNvGrpSpPr/>
          <p:nvPr/>
        </p:nvGrpSpPr>
        <p:grpSpPr>
          <a:xfrm rot="10800000" flipH="1">
            <a:off x="-1017376" y="-1542741"/>
            <a:ext cx="11698852" cy="8085239"/>
            <a:chOff x="-1017376" y="-1542741"/>
            <a:chExt cx="11698852" cy="8085239"/>
          </a:xfrm>
        </p:grpSpPr>
        <p:grpSp>
          <p:nvGrpSpPr>
            <p:cNvPr id="476" name="Google Shape;476;p22"/>
            <p:cNvGrpSpPr/>
            <p:nvPr/>
          </p:nvGrpSpPr>
          <p:grpSpPr>
            <a:xfrm>
              <a:off x="-1017376" y="-1542741"/>
              <a:ext cx="3196998" cy="4533516"/>
              <a:chOff x="-1017376" y="-1542741"/>
              <a:chExt cx="3196998" cy="4533516"/>
            </a:xfrm>
          </p:grpSpPr>
          <p:pic>
            <p:nvPicPr>
              <p:cNvPr id="477" name="Google Shape;477;p22"/>
              <p:cNvPicPr preferRelativeResize="0"/>
              <p:nvPr/>
            </p:nvPicPr>
            <p:blipFill rotWithShape="1">
              <a:blip r:embed="rId2">
                <a:alphaModFix amt="20000"/>
              </a:blip>
              <a:srcRect/>
              <a:stretch/>
            </p:blipFill>
            <p:spPr>
              <a:xfrm>
                <a:off x="455301" y="139971"/>
                <a:ext cx="1362051" cy="144502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78" name="Google Shape;478;p22"/>
              <p:cNvPicPr preferRelativeResize="0"/>
              <p:nvPr/>
            </p:nvPicPr>
            <p:blipFill>
              <a:blip r:embed="rId3">
                <a:alphaModFix amt="51000"/>
              </a:blip>
              <a:stretch>
                <a:fillRect/>
              </a:stretch>
            </p:blipFill>
            <p:spPr>
              <a:xfrm>
                <a:off x="93022" y="-1542741"/>
                <a:ext cx="2086600" cy="221368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79" name="Google Shape;479;p22"/>
              <p:cNvPicPr preferRelativeResize="0"/>
              <p:nvPr/>
            </p:nvPicPr>
            <p:blipFill rotWithShape="1">
              <a:blip r:embed="rId4">
                <a:alphaModFix amt="50000"/>
              </a:blip>
              <a:srcRect/>
              <a:stretch/>
            </p:blipFill>
            <p:spPr>
              <a:xfrm>
                <a:off x="-1" y="-840225"/>
                <a:ext cx="2086600" cy="221368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80" name="Google Shape;480;p22"/>
              <p:cNvPicPr preferRelativeResize="0"/>
              <p:nvPr/>
            </p:nvPicPr>
            <p:blipFill>
              <a:blip r:embed="rId5">
                <a:alphaModFix amt="51000"/>
              </a:blip>
              <a:stretch>
                <a:fillRect/>
              </a:stretch>
            </p:blipFill>
            <p:spPr>
              <a:xfrm>
                <a:off x="-1017376" y="777088"/>
                <a:ext cx="2086600" cy="221368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81" name="Google Shape;481;p22"/>
              <p:cNvPicPr preferRelativeResize="0"/>
              <p:nvPr/>
            </p:nvPicPr>
            <p:blipFill rotWithShape="1">
              <a:blip r:embed="rId6">
                <a:alphaModFix amt="50000"/>
              </a:blip>
              <a:srcRect/>
              <a:stretch/>
            </p:blipFill>
            <p:spPr>
              <a:xfrm>
                <a:off x="54150" y="1684750"/>
                <a:ext cx="976201" cy="103565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82" name="Google Shape;482;p22"/>
              <p:cNvPicPr preferRelativeResize="0"/>
              <p:nvPr/>
            </p:nvPicPr>
            <p:blipFill rotWithShape="1">
              <a:blip r:embed="rId2">
                <a:alphaModFix amt="51000"/>
              </a:blip>
              <a:srcRect/>
              <a:stretch/>
            </p:blipFill>
            <p:spPr>
              <a:xfrm>
                <a:off x="1617500" y="-47775"/>
                <a:ext cx="488574" cy="51833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83" name="Google Shape;483;p22"/>
            <p:cNvGrpSpPr/>
            <p:nvPr/>
          </p:nvGrpSpPr>
          <p:grpSpPr>
            <a:xfrm>
              <a:off x="6896149" y="2519124"/>
              <a:ext cx="3785326" cy="4023374"/>
              <a:chOff x="6896149" y="2519124"/>
              <a:chExt cx="3785326" cy="4023374"/>
            </a:xfrm>
          </p:grpSpPr>
          <p:pic>
            <p:nvPicPr>
              <p:cNvPr id="484" name="Google Shape;484;p22"/>
              <p:cNvPicPr preferRelativeResize="0"/>
              <p:nvPr/>
            </p:nvPicPr>
            <p:blipFill rotWithShape="1">
              <a:blip r:embed="rId7">
                <a:alphaModFix amt="20000"/>
              </a:blip>
              <a:srcRect/>
              <a:stretch/>
            </p:blipFill>
            <p:spPr>
              <a:xfrm>
                <a:off x="8014450" y="4436291"/>
                <a:ext cx="1421225" cy="150777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85" name="Google Shape;485;p22"/>
              <p:cNvPicPr preferRelativeResize="0"/>
              <p:nvPr/>
            </p:nvPicPr>
            <p:blipFill rotWithShape="1">
              <a:blip r:embed="rId5">
                <a:alphaModFix amt="40000"/>
              </a:blip>
              <a:srcRect/>
              <a:stretch/>
            </p:blipFill>
            <p:spPr>
              <a:xfrm>
                <a:off x="8574724" y="2519124"/>
                <a:ext cx="2106751" cy="223504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86" name="Google Shape;486;p22"/>
              <p:cNvPicPr preferRelativeResize="0"/>
              <p:nvPr/>
            </p:nvPicPr>
            <p:blipFill rotWithShape="1">
              <a:blip r:embed="rId5">
                <a:alphaModFix amt="50000"/>
              </a:blip>
              <a:srcRect/>
              <a:stretch/>
            </p:blipFill>
            <p:spPr>
              <a:xfrm>
                <a:off x="7803749" y="3971236"/>
                <a:ext cx="2106751" cy="223504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87" name="Google Shape;487;p22"/>
              <p:cNvPicPr preferRelativeResize="0"/>
              <p:nvPr/>
            </p:nvPicPr>
            <p:blipFill rotWithShape="1">
              <a:blip r:embed="rId4">
                <a:alphaModFix amt="50000"/>
              </a:blip>
              <a:srcRect/>
              <a:stretch/>
            </p:blipFill>
            <p:spPr>
              <a:xfrm>
                <a:off x="6896149" y="4307449"/>
                <a:ext cx="2106751" cy="223504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88" name="Google Shape;488;p22"/>
              <p:cNvPicPr preferRelativeResize="0"/>
              <p:nvPr/>
            </p:nvPicPr>
            <p:blipFill rotWithShape="1">
              <a:blip r:embed="rId6">
                <a:alphaModFix amt="50000"/>
              </a:blip>
              <a:srcRect/>
              <a:stretch/>
            </p:blipFill>
            <p:spPr>
              <a:xfrm>
                <a:off x="8784575" y="3377488"/>
                <a:ext cx="488574" cy="51833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89" name="Google Shape;489;p22"/>
              <p:cNvPicPr preferRelativeResize="0"/>
              <p:nvPr/>
            </p:nvPicPr>
            <p:blipFill rotWithShape="1">
              <a:blip r:embed="rId2">
                <a:alphaModFix amt="51000"/>
              </a:blip>
              <a:srcRect/>
              <a:stretch/>
            </p:blipFill>
            <p:spPr>
              <a:xfrm>
                <a:off x="7498700" y="4709975"/>
                <a:ext cx="488574" cy="51833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490" name="Google Shape;490;p22"/>
          <p:cNvGrpSpPr/>
          <p:nvPr/>
        </p:nvGrpSpPr>
        <p:grpSpPr>
          <a:xfrm rot="10800000" flipH="1">
            <a:off x="944648" y="-1216094"/>
            <a:ext cx="9172975" cy="7259138"/>
            <a:chOff x="944648" y="-1043287"/>
            <a:chExt cx="9172975" cy="7259138"/>
          </a:xfrm>
        </p:grpSpPr>
        <p:cxnSp>
          <p:nvCxnSpPr>
            <p:cNvPr id="491" name="Google Shape;491;p22"/>
            <p:cNvCxnSpPr/>
            <p:nvPr/>
          </p:nvCxnSpPr>
          <p:spPr>
            <a:xfrm rot="10800000" flipH="1">
              <a:off x="2726248" y="-1043287"/>
              <a:ext cx="1542900" cy="1542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92" name="Google Shape;492;p22"/>
            <p:cNvCxnSpPr/>
            <p:nvPr/>
          </p:nvCxnSpPr>
          <p:spPr>
            <a:xfrm rot="10800000" flipH="1">
              <a:off x="944648" y="4672950"/>
              <a:ext cx="1542900" cy="1542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93" name="Google Shape;493;p22"/>
            <p:cNvCxnSpPr/>
            <p:nvPr/>
          </p:nvCxnSpPr>
          <p:spPr>
            <a:xfrm rot="10800000" flipH="1">
              <a:off x="8574723" y="1294125"/>
              <a:ext cx="1542900" cy="1542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94" name="Google Shape;494;p22"/>
          <p:cNvGrpSpPr/>
          <p:nvPr/>
        </p:nvGrpSpPr>
        <p:grpSpPr>
          <a:xfrm rot="10800000" flipH="1">
            <a:off x="-87950" y="21854"/>
            <a:ext cx="9067971" cy="5089755"/>
            <a:chOff x="-87950" y="-111852"/>
            <a:chExt cx="9067971" cy="5089755"/>
          </a:xfrm>
        </p:grpSpPr>
        <p:pic>
          <p:nvPicPr>
            <p:cNvPr id="495" name="Google Shape;495;p22"/>
            <p:cNvPicPr preferRelativeResize="0"/>
            <p:nvPr/>
          </p:nvPicPr>
          <p:blipFill rotWithShape="1">
            <a:blip r:embed="rId2">
              <a:alphaModFix amt="51000"/>
            </a:blip>
            <a:srcRect/>
            <a:stretch/>
          </p:blipFill>
          <p:spPr>
            <a:xfrm>
              <a:off x="-87950" y="3065802"/>
              <a:ext cx="245783" cy="2607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6" name="Google Shape;496;p22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0" y="4004123"/>
              <a:ext cx="385995" cy="409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7" name="Google Shape;497;p22"/>
            <p:cNvPicPr preferRelativeResize="0"/>
            <p:nvPr/>
          </p:nvPicPr>
          <p:blipFill rotWithShape="1">
            <a:blip r:embed="rId2">
              <a:alphaModFix amt="51000"/>
            </a:blip>
            <a:srcRect/>
            <a:stretch/>
          </p:blipFill>
          <p:spPr>
            <a:xfrm>
              <a:off x="331850" y="4848926"/>
              <a:ext cx="121575" cy="1289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8" name="Google Shape;498;p22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7987275" y="-111852"/>
              <a:ext cx="385995" cy="409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9" name="Google Shape;499;p22"/>
            <p:cNvPicPr preferRelativeResize="0"/>
            <p:nvPr/>
          </p:nvPicPr>
          <p:blipFill rotWithShape="1">
            <a:blip r:embed="rId2">
              <a:alphaModFix amt="51000"/>
            </a:blip>
            <a:srcRect/>
            <a:stretch/>
          </p:blipFill>
          <p:spPr>
            <a:xfrm>
              <a:off x="8734237" y="492902"/>
              <a:ext cx="245783" cy="2607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0" name="Google Shape;500;p22"/>
            <p:cNvPicPr preferRelativeResize="0"/>
            <p:nvPr/>
          </p:nvPicPr>
          <p:blipFill rotWithShape="1">
            <a:blip r:embed="rId2">
              <a:alphaModFix amt="51000"/>
            </a:blip>
            <a:srcRect/>
            <a:stretch/>
          </p:blipFill>
          <p:spPr>
            <a:xfrm>
              <a:off x="8428900" y="1585001"/>
              <a:ext cx="121575" cy="1289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1" name="Google Shape;501;p22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6896150" y="4848923"/>
              <a:ext cx="121575" cy="12897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02" name="Google Shape;502;p22"/>
          <p:cNvSpPr txBox="1"/>
          <p:nvPr/>
        </p:nvSpPr>
        <p:spPr>
          <a:xfrm>
            <a:off x="4317895" y="3563450"/>
            <a:ext cx="41109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CREDITS: This presentation template was created by </a:t>
            </a:r>
            <a:r>
              <a:rPr lang="en" sz="1000" b="1">
                <a:solidFill>
                  <a:schemeClr val="hlink"/>
                </a:solidFill>
                <a:uFill>
                  <a:noFill/>
                </a:uFill>
                <a:latin typeface="Fira Sans"/>
                <a:ea typeface="Fira Sans"/>
                <a:cs typeface="Fira Sans"/>
                <a:sym typeface="Fira Sans"/>
                <a:hlinkClick r:id="rId8"/>
              </a:rPr>
              <a:t>Slidesgo</a:t>
            </a:r>
            <a:r>
              <a:rPr lang="en" sz="10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, and includes icons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Fira Sans"/>
                <a:ea typeface="Fira Sans"/>
                <a:cs typeface="Fira Sans"/>
                <a:sym typeface="Fira Sans"/>
                <a:hlinkClick r:id="rId9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, and infographics &amp; images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Fira Sans"/>
                <a:ea typeface="Fira Sans"/>
                <a:cs typeface="Fira Sans"/>
                <a:sym typeface="Fira Sans"/>
                <a:hlinkClick r:id="rId10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000" b="1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03" name="Google Shape;503;p22"/>
          <p:cNvSpPr txBox="1">
            <a:spLocks noGrp="1"/>
          </p:cNvSpPr>
          <p:nvPr>
            <p:ph type="ctrTitle"/>
          </p:nvPr>
        </p:nvSpPr>
        <p:spPr>
          <a:xfrm>
            <a:off x="4317825" y="535000"/>
            <a:ext cx="4110900" cy="105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7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04" name="Google Shape;504;p22"/>
          <p:cNvSpPr txBox="1">
            <a:spLocks noGrp="1"/>
          </p:cNvSpPr>
          <p:nvPr>
            <p:ph type="subTitle" idx="1"/>
          </p:nvPr>
        </p:nvSpPr>
        <p:spPr>
          <a:xfrm>
            <a:off x="4317925" y="1814400"/>
            <a:ext cx="4110900" cy="105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3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505" name="Google Shape;505;p22"/>
          <p:cNvSpPr>
            <a:spLocks noGrp="1"/>
          </p:cNvSpPr>
          <p:nvPr>
            <p:ph type="pic" idx="2"/>
          </p:nvPr>
        </p:nvSpPr>
        <p:spPr>
          <a:xfrm>
            <a:off x="715100" y="962250"/>
            <a:ext cx="3219000" cy="3219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7" name="Google Shape;507;p23"/>
          <p:cNvGrpSpPr/>
          <p:nvPr/>
        </p:nvGrpSpPr>
        <p:grpSpPr>
          <a:xfrm>
            <a:off x="-1617026" y="-1386126"/>
            <a:ext cx="12031801" cy="8153587"/>
            <a:chOff x="-1617026" y="-1386126"/>
            <a:chExt cx="12031801" cy="8153587"/>
          </a:xfrm>
        </p:grpSpPr>
        <p:pic>
          <p:nvPicPr>
            <p:cNvPr id="508" name="Google Shape;508;p23"/>
            <p:cNvPicPr preferRelativeResize="0"/>
            <p:nvPr/>
          </p:nvPicPr>
          <p:blipFill rotWithShape="1">
            <a:blip r:embed="rId2">
              <a:alphaModFix amt="40000"/>
            </a:blip>
            <a:srcRect/>
            <a:stretch/>
          </p:blipFill>
          <p:spPr>
            <a:xfrm>
              <a:off x="-1617026" y="442549"/>
              <a:ext cx="2106751" cy="22350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9" name="Google Shape;509;p23"/>
            <p:cNvPicPr preferRelativeResize="0"/>
            <p:nvPr/>
          </p:nvPicPr>
          <p:blipFill rotWithShape="1">
            <a:blip r:embed="rId3">
              <a:alphaModFix amt="50000"/>
            </a:blip>
            <a:srcRect/>
            <a:stretch/>
          </p:blipFill>
          <p:spPr>
            <a:xfrm>
              <a:off x="-606538" y="-1386126"/>
              <a:ext cx="2106751" cy="22350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0" name="Google Shape;510;p23"/>
            <p:cNvPicPr preferRelativeResize="0"/>
            <p:nvPr/>
          </p:nvPicPr>
          <p:blipFill rotWithShape="1">
            <a:blip r:embed="rId4">
              <a:alphaModFix amt="19000"/>
            </a:blip>
            <a:srcRect/>
            <a:stretch/>
          </p:blipFill>
          <p:spPr>
            <a:xfrm>
              <a:off x="-737600" y="1360093"/>
              <a:ext cx="969024" cy="1028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1" name="Google Shape;511;p23"/>
            <p:cNvPicPr preferRelativeResize="0"/>
            <p:nvPr/>
          </p:nvPicPr>
          <p:blipFill rotWithShape="1">
            <a:blip r:embed="rId5">
              <a:alphaModFix amt="51000"/>
            </a:blip>
            <a:srcRect/>
            <a:stretch/>
          </p:blipFill>
          <p:spPr>
            <a:xfrm>
              <a:off x="231425" y="-75775"/>
              <a:ext cx="488574" cy="51833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2" name="Google Shape;512;p23"/>
            <p:cNvPicPr preferRelativeResize="0"/>
            <p:nvPr/>
          </p:nvPicPr>
          <p:blipFill rotWithShape="1">
            <a:blip r:embed="rId6">
              <a:alphaModFix amt="20000"/>
            </a:blip>
            <a:srcRect/>
            <a:stretch/>
          </p:blipFill>
          <p:spPr>
            <a:xfrm>
              <a:off x="8428900" y="4365953"/>
              <a:ext cx="1421225" cy="15077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3" name="Google Shape;513;p23"/>
            <p:cNvPicPr preferRelativeResize="0"/>
            <p:nvPr/>
          </p:nvPicPr>
          <p:blipFill rotWithShape="1">
            <a:blip r:embed="rId2">
              <a:alphaModFix amt="40000"/>
            </a:blip>
            <a:srcRect/>
            <a:stretch/>
          </p:blipFill>
          <p:spPr>
            <a:xfrm>
              <a:off x="8308024" y="2486886"/>
              <a:ext cx="2106751" cy="22350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4" name="Google Shape;514;p23"/>
            <p:cNvPicPr preferRelativeResize="0"/>
            <p:nvPr/>
          </p:nvPicPr>
          <p:blipFill rotWithShape="1">
            <a:blip r:embed="rId3">
              <a:alphaModFix amt="50000"/>
            </a:blip>
            <a:srcRect/>
            <a:stretch/>
          </p:blipFill>
          <p:spPr>
            <a:xfrm>
              <a:off x="6400849" y="4532411"/>
              <a:ext cx="2106751" cy="22350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5" name="Google Shape;515;p23"/>
            <p:cNvPicPr preferRelativeResize="0"/>
            <p:nvPr/>
          </p:nvPicPr>
          <p:blipFill rotWithShape="1">
            <a:blip r:embed="rId5">
              <a:alphaModFix amt="51000"/>
            </a:blip>
            <a:srcRect/>
            <a:stretch/>
          </p:blipFill>
          <p:spPr>
            <a:xfrm>
              <a:off x="8690187" y="3345225"/>
              <a:ext cx="488574" cy="51833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6" name="Google Shape;516;p23"/>
            <p:cNvPicPr preferRelativeResize="0"/>
            <p:nvPr/>
          </p:nvPicPr>
          <p:blipFill rotWithShape="1">
            <a:blip r:embed="rId2">
              <a:alphaModFix amt="50000"/>
            </a:blip>
            <a:srcRect/>
            <a:stretch/>
          </p:blipFill>
          <p:spPr>
            <a:xfrm>
              <a:off x="7743374" y="4129499"/>
              <a:ext cx="2106751" cy="223504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17" name="Google Shape;517;p23"/>
          <p:cNvGrpSpPr/>
          <p:nvPr/>
        </p:nvGrpSpPr>
        <p:grpSpPr>
          <a:xfrm>
            <a:off x="189412" y="-2"/>
            <a:ext cx="8728500" cy="4887645"/>
            <a:chOff x="189412" y="-2"/>
            <a:chExt cx="8728500" cy="4887645"/>
          </a:xfrm>
        </p:grpSpPr>
        <p:pic>
          <p:nvPicPr>
            <p:cNvPr id="518" name="Google Shape;518;p23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7680050" y="-2"/>
              <a:ext cx="385995" cy="409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9" name="Google Shape;519;p23"/>
            <p:cNvPicPr preferRelativeResize="0"/>
            <p:nvPr/>
          </p:nvPicPr>
          <p:blipFill rotWithShape="1">
            <a:blip r:embed="rId5">
              <a:alphaModFix amt="51000"/>
            </a:blip>
            <a:srcRect/>
            <a:stretch/>
          </p:blipFill>
          <p:spPr>
            <a:xfrm>
              <a:off x="8428912" y="292377"/>
              <a:ext cx="245783" cy="2607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0" name="Google Shape;520;p23"/>
            <p:cNvPicPr preferRelativeResize="0"/>
            <p:nvPr/>
          </p:nvPicPr>
          <p:blipFill rotWithShape="1">
            <a:blip r:embed="rId5">
              <a:alphaModFix amt="51000"/>
            </a:blip>
            <a:srcRect/>
            <a:stretch/>
          </p:blipFill>
          <p:spPr>
            <a:xfrm>
              <a:off x="8796337" y="1209926"/>
              <a:ext cx="121575" cy="1289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1" name="Google Shape;521;p23"/>
            <p:cNvPicPr preferRelativeResize="0"/>
            <p:nvPr/>
          </p:nvPicPr>
          <p:blipFill rotWithShape="1">
            <a:blip r:embed="rId5">
              <a:alphaModFix amt="51000"/>
            </a:blip>
            <a:srcRect/>
            <a:stretch/>
          </p:blipFill>
          <p:spPr>
            <a:xfrm>
              <a:off x="353525" y="4478123"/>
              <a:ext cx="386000" cy="4095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2" name="Google Shape;522;p23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189412" y="4105123"/>
              <a:ext cx="121575" cy="1289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23" name="Google Shape;523;p23"/>
          <p:cNvGrpSpPr/>
          <p:nvPr/>
        </p:nvGrpSpPr>
        <p:grpSpPr>
          <a:xfrm>
            <a:off x="1963548" y="-1043287"/>
            <a:ext cx="4401150" cy="7194675"/>
            <a:chOff x="1963548" y="-1043287"/>
            <a:chExt cx="4401150" cy="7194675"/>
          </a:xfrm>
        </p:grpSpPr>
        <p:cxnSp>
          <p:nvCxnSpPr>
            <p:cNvPr id="524" name="Google Shape;524;p23"/>
            <p:cNvCxnSpPr/>
            <p:nvPr/>
          </p:nvCxnSpPr>
          <p:spPr>
            <a:xfrm rot="10800000" flipH="1">
              <a:off x="4821798" y="-1043287"/>
              <a:ext cx="1542900" cy="1542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25" name="Google Shape;525;p23"/>
            <p:cNvCxnSpPr/>
            <p:nvPr/>
          </p:nvCxnSpPr>
          <p:spPr>
            <a:xfrm rot="10800000" flipH="1">
              <a:off x="1963548" y="4608488"/>
              <a:ext cx="1542900" cy="1542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7" name="Google Shape;527;p24"/>
          <p:cNvGrpSpPr/>
          <p:nvPr/>
        </p:nvGrpSpPr>
        <p:grpSpPr>
          <a:xfrm>
            <a:off x="7555124" y="-1364279"/>
            <a:ext cx="3196998" cy="4685916"/>
            <a:chOff x="7555124" y="-1364279"/>
            <a:chExt cx="3196998" cy="4685916"/>
          </a:xfrm>
        </p:grpSpPr>
        <p:pic>
          <p:nvPicPr>
            <p:cNvPr id="528" name="Google Shape;528;p24"/>
            <p:cNvPicPr preferRelativeResize="0"/>
            <p:nvPr/>
          </p:nvPicPr>
          <p:blipFill rotWithShape="1">
            <a:blip r:embed="rId2">
              <a:alphaModFix amt="20000"/>
            </a:blip>
            <a:srcRect/>
            <a:stretch/>
          </p:blipFill>
          <p:spPr>
            <a:xfrm rot="10800000" flipH="1">
              <a:off x="8500201" y="-143537"/>
              <a:ext cx="1362051" cy="1445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9" name="Google Shape;529;p24"/>
            <p:cNvPicPr preferRelativeResize="0"/>
            <p:nvPr/>
          </p:nvPicPr>
          <p:blipFill>
            <a:blip r:embed="rId3">
              <a:alphaModFix amt="51000"/>
            </a:blip>
            <a:stretch>
              <a:fillRect/>
            </a:stretch>
          </p:blipFill>
          <p:spPr>
            <a:xfrm rot="10800000" flipH="1">
              <a:off x="8665522" y="1107950"/>
              <a:ext cx="2086600" cy="22136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0" name="Google Shape;530;p24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 rot="10800000" flipH="1">
              <a:off x="8428899" y="133234"/>
              <a:ext cx="2086600" cy="22136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1" name="Google Shape;531;p24"/>
            <p:cNvPicPr preferRelativeResize="0"/>
            <p:nvPr/>
          </p:nvPicPr>
          <p:blipFill>
            <a:blip r:embed="rId5">
              <a:alphaModFix amt="51000"/>
            </a:blip>
            <a:stretch>
              <a:fillRect/>
            </a:stretch>
          </p:blipFill>
          <p:spPr>
            <a:xfrm rot="10800000" flipH="1">
              <a:off x="7555124" y="-1364279"/>
              <a:ext cx="2086600" cy="22136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2" name="Google Shape;532;p24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 rot="10800000" flipH="1">
              <a:off x="7555125" y="-590632"/>
              <a:ext cx="976201" cy="10356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3" name="Google Shape;533;p24"/>
            <p:cNvPicPr preferRelativeResize="0"/>
            <p:nvPr/>
          </p:nvPicPr>
          <p:blipFill rotWithShape="1">
            <a:blip r:embed="rId2">
              <a:alphaModFix amt="51000"/>
            </a:blip>
            <a:srcRect/>
            <a:stretch/>
          </p:blipFill>
          <p:spPr>
            <a:xfrm rot="10800000" flipH="1">
              <a:off x="8034800" y="-9"/>
              <a:ext cx="488574" cy="51833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34" name="Google Shape;534;p24"/>
          <p:cNvGrpSpPr/>
          <p:nvPr/>
        </p:nvGrpSpPr>
        <p:grpSpPr>
          <a:xfrm>
            <a:off x="163600" y="1017727"/>
            <a:ext cx="9176975" cy="4289746"/>
            <a:chOff x="163600" y="1017727"/>
            <a:chExt cx="9176975" cy="4289746"/>
          </a:xfrm>
        </p:grpSpPr>
        <p:pic>
          <p:nvPicPr>
            <p:cNvPr id="535" name="Google Shape;535;p24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199637" y="4897973"/>
              <a:ext cx="385995" cy="409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6" name="Google Shape;536;p24"/>
            <p:cNvPicPr preferRelativeResize="0"/>
            <p:nvPr/>
          </p:nvPicPr>
          <p:blipFill rotWithShape="1">
            <a:blip r:embed="rId2">
              <a:alphaModFix amt="51000"/>
            </a:blip>
            <a:srcRect/>
            <a:stretch/>
          </p:blipFill>
          <p:spPr>
            <a:xfrm>
              <a:off x="163612" y="4147801"/>
              <a:ext cx="121575" cy="1289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7" name="Google Shape;537;p24"/>
            <p:cNvPicPr preferRelativeResize="0"/>
            <p:nvPr/>
          </p:nvPicPr>
          <p:blipFill rotWithShape="1">
            <a:blip r:embed="rId2">
              <a:alphaModFix amt="51000"/>
            </a:blip>
            <a:srcRect/>
            <a:stretch/>
          </p:blipFill>
          <p:spPr>
            <a:xfrm>
              <a:off x="269750" y="1017727"/>
              <a:ext cx="245783" cy="2607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8" name="Google Shape;538;p24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163600" y="1632323"/>
              <a:ext cx="121575" cy="1289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9" name="Google Shape;539;p24"/>
            <p:cNvPicPr preferRelativeResize="0"/>
            <p:nvPr/>
          </p:nvPicPr>
          <p:blipFill rotWithShape="1">
            <a:blip r:embed="rId2">
              <a:alphaModFix amt="51000"/>
            </a:blip>
            <a:srcRect/>
            <a:stretch/>
          </p:blipFill>
          <p:spPr>
            <a:xfrm>
              <a:off x="8954575" y="3556830"/>
              <a:ext cx="386000" cy="4095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40" name="Google Shape;540;p24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8554800" y="4314173"/>
              <a:ext cx="121575" cy="1289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41" name="Google Shape;541;p24"/>
          <p:cNvGrpSpPr/>
          <p:nvPr/>
        </p:nvGrpSpPr>
        <p:grpSpPr>
          <a:xfrm>
            <a:off x="-827802" y="-1028887"/>
            <a:ext cx="10746825" cy="7180288"/>
            <a:chOff x="-827802" y="-1028887"/>
            <a:chExt cx="10746825" cy="7180288"/>
          </a:xfrm>
        </p:grpSpPr>
        <p:cxnSp>
          <p:nvCxnSpPr>
            <p:cNvPr id="542" name="Google Shape;542;p24"/>
            <p:cNvCxnSpPr/>
            <p:nvPr/>
          </p:nvCxnSpPr>
          <p:spPr>
            <a:xfrm rot="10800000">
              <a:off x="-827802" y="-1028887"/>
              <a:ext cx="1542900" cy="1542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43" name="Google Shape;543;p24"/>
            <p:cNvCxnSpPr/>
            <p:nvPr/>
          </p:nvCxnSpPr>
          <p:spPr>
            <a:xfrm rot="10800000">
              <a:off x="8376123" y="4608500"/>
              <a:ext cx="1542900" cy="1542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44" name="Google Shape;544;p24"/>
            <p:cNvCxnSpPr/>
            <p:nvPr/>
          </p:nvCxnSpPr>
          <p:spPr>
            <a:xfrm rot="10800000">
              <a:off x="655748" y="4608488"/>
              <a:ext cx="1542900" cy="1542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CUSTOM"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27"/>
          <p:cNvSpPr txBox="1">
            <a:spLocks noGrp="1"/>
          </p:cNvSpPr>
          <p:nvPr>
            <p:ph type="title"/>
          </p:nvPr>
        </p:nvSpPr>
        <p:spPr>
          <a:xfrm>
            <a:off x="723450" y="511025"/>
            <a:ext cx="76971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"/>
              <a:buNone/>
              <a:defRPr sz="3000" b="1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"/>
              <a:buNone/>
              <a:defRPr sz="3000" b="1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"/>
              <a:buNone/>
              <a:defRPr sz="3000" b="1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"/>
              <a:buNone/>
              <a:defRPr sz="3000" b="1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"/>
              <a:buNone/>
              <a:defRPr sz="3000" b="1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"/>
              <a:buNone/>
              <a:defRPr sz="3000" b="1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"/>
              <a:buNone/>
              <a:defRPr sz="3000" b="1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"/>
              <a:buNone/>
              <a:defRPr sz="3000" b="1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"/>
              <a:buNone/>
              <a:defRPr sz="3000" b="1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Char char="●"/>
              <a:def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Char char="○"/>
              <a:def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Char char="■"/>
              <a:def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Char char="●"/>
              <a:def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Char char="○"/>
              <a:def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Char char="■"/>
              <a:def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Char char="●"/>
              <a:def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Char char="○"/>
              <a:def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Char char="■"/>
              <a:def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2" r:id="rId12"/>
    <p:sldLayoutId id="2147483664" r:id="rId13"/>
    <p:sldLayoutId id="2147483665" r:id="rId14"/>
    <p:sldLayoutId id="2147483666" r:id="rId15"/>
    <p:sldLayoutId id="2147483667" r:id="rId16"/>
    <p:sldLayoutId id="2147483668" r:id="rId17"/>
    <p:sldLayoutId id="2147483669" r:id="rId18"/>
    <p:sldLayoutId id="2147483670" r:id="rId1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E2A47"/>
        </a:solidFill>
        <a:effectLst/>
      </p:bgPr>
    </p:bg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25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547" name="Google Shape;547;p25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://bit.ly/33VAFh3" TargetMode="External"/><Relationship Id="rId13" Type="http://schemas.openxmlformats.org/officeDocument/2006/relationships/hyperlink" Target="https://www.videvo.net/?utm_source=slidesgo_template&amp;utm_medium=referral-link&amp;utm_campaign=sg_resources&amp;utm_content=videvo" TargetMode="External"/><Relationship Id="rId3" Type="http://schemas.openxmlformats.org/officeDocument/2006/relationships/slide" Target="slide14.xml"/><Relationship Id="rId7" Type="http://schemas.openxmlformats.org/officeDocument/2006/relationships/hyperlink" Target="http://bit.ly/30B07Gq" TargetMode="External"/><Relationship Id="rId12" Type="http://schemas.openxmlformats.org/officeDocument/2006/relationships/hyperlink" Target="https://wepik.com/?utm_source=slidesgo_template&amp;utm_medium=referral-link&amp;utm_campaign=promo-slide&amp;utm_term=slidesgo&amp;utm_content=wepik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bit.ly/3A1uf1Q" TargetMode="External"/><Relationship Id="rId11" Type="http://schemas.openxmlformats.org/officeDocument/2006/relationships/hyperlink" Target="https://storyset.com/?utm_source=slidesgo_template&amp;utm_medium=referral-link&amp;utm_campaign=promo-slide&amp;utm_term=slidesgo&amp;utm_content=storyset" TargetMode="External"/><Relationship Id="rId5" Type="http://schemas.openxmlformats.org/officeDocument/2006/relationships/hyperlink" Target="https://slidesgo.com/slidesgo-school/presentation-tips/how-to-edit-the-master-slides-in-our-templates?utm_source=slidesgo_template&amp;utm_medium=referral-link&amp;utm_campaign=how-to-edit-the-master-slides-in-our-templates&amp;utm_term=slidesgo-school&amp;utm_content=how-to-edit-the-master-slides-in-our-templates" TargetMode="External"/><Relationship Id="rId10" Type="http://schemas.openxmlformats.org/officeDocument/2006/relationships/hyperlink" Target="https://www.flaticon.com/?utm_source=slidesgo_template&amp;utm_medium=referral-link&amp;utm_campaign=promo-slide&amp;utm_term=slidesgo&amp;utm_content=flaticon" TargetMode="External"/><Relationship Id="rId4" Type="http://schemas.openxmlformats.org/officeDocument/2006/relationships/slide" Target="slide15.xml"/><Relationship Id="rId9" Type="http://schemas.openxmlformats.org/officeDocument/2006/relationships/hyperlink" Target="https://www.freepik.com/?utm_source=slidesgo_template&amp;utm_medium=referral-link&amp;utm_campaign=promo-slide&amp;utm_term=slidesgo&amp;utm_content=freepik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slidesgo.com/slidesgo-school/presentation-tips/how-to-modify-a-graph-in-our-templates?utm_source=slidesgo_template&amp;utm_medium=referral-link&amp;utm_campaign=how-to-modify-a-graph-in-our-templates&amp;utm_term=slidesgo-school&amp;utm_content=how-to-modify-a-graph-in-our-templates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4.png"/><Relationship Id="rId4" Type="http://schemas.openxmlformats.org/officeDocument/2006/relationships/hyperlink" Target="https://docs.google.com/spreadsheets/d/19w3xk2PiQ03WSxhAAOKibtYoqh6PyIPPsZe2V87fjjM/copy#gid=1203771748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orkspace.google.com/marketplace/app/icons_for_slides_docs/381578326502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28"/>
          <p:cNvSpPr txBox="1">
            <a:spLocks noGrp="1"/>
          </p:cNvSpPr>
          <p:nvPr>
            <p:ph type="ctrTitle"/>
          </p:nvPr>
        </p:nvSpPr>
        <p:spPr>
          <a:xfrm>
            <a:off x="1639930" y="-183404"/>
            <a:ext cx="6333848" cy="215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bg-BG" dirty="0"/>
              <a:t> </a:t>
            </a:r>
            <a:br>
              <a:rPr lang="bg-BG" dirty="0"/>
            </a:br>
            <a:r>
              <a:rPr lang="bg-BG" sz="1600" dirty="0">
                <a:latin typeface="Century" panose="02040604050505020304" pitchFamily="18" charset="0"/>
              </a:rPr>
              <a:t>Държавен изпит за придобиване на трета степен на професионална квалификация – част по теория на професията</a:t>
            </a:r>
            <a:br>
              <a:rPr lang="bg-BG" sz="1600" dirty="0">
                <a:latin typeface="Century" panose="02040604050505020304" pitchFamily="18" charset="0"/>
              </a:rPr>
            </a:br>
            <a:r>
              <a:rPr lang="bg-BG" sz="1600" dirty="0">
                <a:latin typeface="Century" panose="02040604050505020304" pitchFamily="18" charset="0"/>
              </a:rPr>
              <a:t>по професия код 481030 „Приложен програмист”</a:t>
            </a:r>
            <a:br>
              <a:rPr lang="bg-BG" sz="1600" dirty="0">
                <a:latin typeface="Century" panose="02040604050505020304" pitchFamily="18" charset="0"/>
              </a:rPr>
            </a:br>
            <a:r>
              <a:rPr lang="bg-BG" sz="1600" dirty="0">
                <a:latin typeface="Century" panose="02040604050505020304" pitchFamily="18" charset="0"/>
              </a:rPr>
              <a:t>специалност код 4810301 „Приложно програмиране”</a:t>
            </a:r>
            <a:r>
              <a:rPr lang="bg-BG" dirty="0"/>
              <a:t/>
            </a:r>
            <a:br>
              <a:rPr lang="bg-BG" dirty="0"/>
            </a:br>
            <a:endParaRPr dirty="0">
              <a:solidFill>
                <a:schemeClr val="dk2"/>
              </a:solidFill>
            </a:endParaRPr>
          </a:p>
        </p:txBody>
      </p:sp>
      <p:sp>
        <p:nvSpPr>
          <p:cNvPr id="556" name="Google Shape;556;p28"/>
          <p:cNvSpPr txBox="1">
            <a:spLocks noGrp="1"/>
          </p:cNvSpPr>
          <p:nvPr>
            <p:ph type="subTitle" idx="1"/>
          </p:nvPr>
        </p:nvSpPr>
        <p:spPr>
          <a:xfrm>
            <a:off x="4659370" y="3887908"/>
            <a:ext cx="3821100" cy="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 smtClean="0">
                <a:latin typeface="Century" panose="02040604050505020304" pitchFamily="18" charset="0"/>
              </a:rPr>
              <a:t>Дипломант: Иван Чобанов</a:t>
            </a:r>
            <a:endParaRPr dirty="0">
              <a:latin typeface="Century" panose="020406040505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2488" y="543377"/>
            <a:ext cx="1287445" cy="137391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506931" y="2562905"/>
            <a:ext cx="3905727" cy="1138940"/>
          </a:xfrm>
          <a:prstGeom prst="rect">
            <a:avLst/>
          </a:prstGeom>
          <a:solidFill>
            <a:srgbClr val="7693B5">
              <a:alpha val="71000"/>
            </a:srgbClr>
          </a:solidFill>
          <a:ln>
            <a:solidFill>
              <a:srgbClr val="7693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40385" indent="-540385" algn="just"/>
            <a:r>
              <a:rPr lang="bg-BG" sz="1600" b="1" dirty="0" smtClean="0">
                <a:latin typeface="Century" panose="020406040505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Тема</a:t>
            </a:r>
            <a:r>
              <a:rPr lang="bg-BG" sz="1600" b="1" dirty="0">
                <a:latin typeface="Century" panose="020406040505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bg-BG" sz="1600" dirty="0">
                <a:latin typeface="Century" panose="020406040505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“Автоматично генериране на субтитри от видео“</a:t>
            </a:r>
          </a:p>
          <a:p>
            <a:pPr algn="ctr"/>
            <a:endParaRPr lang="bg-BG" dirty="0"/>
          </a:p>
        </p:txBody>
      </p:sp>
      <p:sp>
        <p:nvSpPr>
          <p:cNvPr id="4" name="Rectangle 3"/>
          <p:cNvSpPr/>
          <p:nvPr/>
        </p:nvSpPr>
        <p:spPr>
          <a:xfrm>
            <a:off x="5209081" y="2332465"/>
            <a:ext cx="457357" cy="460880"/>
          </a:xfrm>
          <a:prstGeom prst="rect">
            <a:avLst/>
          </a:prstGeom>
          <a:solidFill>
            <a:schemeClr val="accent1">
              <a:lumMod val="75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6" name="Rectangle 5"/>
          <p:cNvSpPr/>
          <p:nvPr/>
        </p:nvSpPr>
        <p:spPr>
          <a:xfrm>
            <a:off x="1275274" y="3459638"/>
            <a:ext cx="560719" cy="585964"/>
          </a:xfrm>
          <a:prstGeom prst="rect">
            <a:avLst/>
          </a:prstGeom>
          <a:solidFill>
            <a:schemeClr val="tx2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7" name="Rectangle 6"/>
          <p:cNvSpPr/>
          <p:nvPr/>
        </p:nvSpPr>
        <p:spPr>
          <a:xfrm>
            <a:off x="1073465" y="3301943"/>
            <a:ext cx="317638" cy="315389"/>
          </a:xfrm>
          <a:prstGeom prst="rect">
            <a:avLst/>
          </a:prstGeom>
          <a:solidFill>
            <a:schemeClr val="tx2">
              <a:lumMod val="75000"/>
              <a:alpha val="5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2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Contents of this template</a:t>
            </a:r>
            <a:endParaRPr/>
          </a:p>
        </p:txBody>
      </p:sp>
      <p:graphicFrame>
        <p:nvGraphicFramePr>
          <p:cNvPr id="563" name="Google Shape;563;p29"/>
          <p:cNvGraphicFramePr/>
          <p:nvPr/>
        </p:nvGraphicFramePr>
        <p:xfrm>
          <a:off x="720000" y="1767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{E78B7B2D-C430-44B6-8AA9-0FA5D5E81D37}</a:tableStyleId>
              </a:tblPr>
              <a:tblGrid>
                <a:gridCol w="2349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54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0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solidFill>
                            <a:schemeClr val="hlink"/>
                          </a:solidFill>
                          <a:uFill>
                            <a:noFill/>
                          </a:uFill>
                          <a:latin typeface="Fira Sans"/>
                          <a:ea typeface="Fira Sans"/>
                          <a:cs typeface="Fira Sans"/>
                          <a:sym typeface="Fira Sans"/>
                          <a:hlinkClick r:id="" action="ppaction://noaction"/>
                        </a:rPr>
                        <a:t>Fonts</a:t>
                      </a:r>
                      <a:endParaRPr sz="1100" b="1">
                        <a:solidFill>
                          <a:schemeClr val="dk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To view this template correctly in PowerPoint, download and install the fonts we used</a:t>
                      </a:r>
                      <a:endParaRPr sz="1000">
                        <a:solidFill>
                          <a:schemeClr val="dk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solidFill>
                            <a:schemeClr val="hlink"/>
                          </a:solidFill>
                          <a:uFill>
                            <a:noFill/>
                          </a:uFill>
                          <a:latin typeface="Fira Sans"/>
                          <a:ea typeface="Fira Sans"/>
                          <a:cs typeface="Fira Sans"/>
                          <a:sym typeface="Fira Sans"/>
                          <a:hlinkClick r:id="" action="ppaction://noaction"/>
                        </a:rPr>
                        <a:t>Used</a:t>
                      </a:r>
                      <a:r>
                        <a:rPr lang="en" sz="1100" b="1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 </a:t>
                      </a:r>
                      <a:r>
                        <a:rPr lang="en" sz="1100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and</a:t>
                      </a:r>
                      <a:r>
                        <a:rPr lang="en" sz="1100" b="1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 </a:t>
                      </a:r>
                      <a:r>
                        <a:rPr lang="en" sz="1100" b="1">
                          <a:solidFill>
                            <a:schemeClr val="hlink"/>
                          </a:solidFill>
                          <a:uFill>
                            <a:noFill/>
                          </a:uFill>
                          <a:latin typeface="Fira Sans"/>
                          <a:ea typeface="Fira Sans"/>
                          <a:cs typeface="Fira Sans"/>
                          <a:sym typeface="Fira Sans"/>
                          <a:hlinkClick r:id="" action="ppaction://noaction"/>
                        </a:rPr>
                        <a:t>alternative resources</a:t>
                      </a:r>
                      <a:endParaRPr sz="1100" b="1">
                        <a:solidFill>
                          <a:schemeClr val="dk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An assortment of graphic resources that are suitable for use in this presentation</a:t>
                      </a:r>
                      <a:endParaRPr sz="1000">
                        <a:solidFill>
                          <a:schemeClr val="dk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solidFill>
                            <a:schemeClr val="hlink"/>
                          </a:solidFill>
                          <a:uFill>
                            <a:noFill/>
                          </a:uFill>
                          <a:latin typeface="Fira Sans"/>
                          <a:ea typeface="Fira Sans"/>
                          <a:cs typeface="Fira Sans"/>
                          <a:sym typeface="Fira Sans"/>
                          <a:hlinkClick r:id="rId3" action="ppaction://hlinksldjump"/>
                        </a:rPr>
                        <a:t>Thanks slide</a:t>
                      </a:r>
                      <a:endParaRPr sz="1100" b="1">
                        <a:solidFill>
                          <a:schemeClr val="dk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You must keep it so that proper credits for our design are given</a:t>
                      </a:r>
                      <a:endParaRPr sz="1000">
                        <a:solidFill>
                          <a:schemeClr val="dk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solidFill>
                            <a:schemeClr val="hlink"/>
                          </a:solidFill>
                          <a:uFill>
                            <a:noFill/>
                          </a:uFill>
                          <a:latin typeface="Fira Sans"/>
                          <a:ea typeface="Fira Sans"/>
                          <a:cs typeface="Fira Sans"/>
                          <a:sym typeface="Fira Sans"/>
                          <a:hlinkClick r:id="" action="ppaction://noaction"/>
                        </a:rPr>
                        <a:t>Colors</a:t>
                      </a:r>
                      <a:endParaRPr sz="1100" b="1">
                        <a:solidFill>
                          <a:schemeClr val="dk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All the colors used in this presentation</a:t>
                      </a:r>
                      <a:endParaRPr sz="1000">
                        <a:solidFill>
                          <a:schemeClr val="dk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solidFill>
                            <a:schemeClr val="hlink"/>
                          </a:solidFill>
                          <a:uFill>
                            <a:noFill/>
                          </a:uFill>
                          <a:latin typeface="Fira Sans"/>
                          <a:ea typeface="Fira Sans"/>
                          <a:cs typeface="Fira Sans"/>
                          <a:sym typeface="Fira Sans"/>
                          <a:hlinkClick r:id="rId4" action="ppaction://hlinksldjump"/>
                        </a:rPr>
                        <a:t>Icons</a:t>
                      </a:r>
                      <a:r>
                        <a:rPr lang="en" sz="1100" b="1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 </a:t>
                      </a:r>
                      <a:r>
                        <a:rPr lang="en" sz="1100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and</a:t>
                      </a:r>
                      <a:r>
                        <a:rPr lang="en" sz="1100" b="1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 </a:t>
                      </a:r>
                      <a:r>
                        <a:rPr lang="en" sz="1100" b="1">
                          <a:solidFill>
                            <a:schemeClr val="hlink"/>
                          </a:solidFill>
                          <a:uFill>
                            <a:noFill/>
                          </a:uFill>
                          <a:latin typeface="Fira Sans"/>
                          <a:ea typeface="Fira Sans"/>
                          <a:cs typeface="Fira Sans"/>
                          <a:sym typeface="Fira Sans"/>
                          <a:hlinkClick r:id="" action="ppaction://noaction"/>
                        </a:rPr>
                        <a:t>infographic resources</a:t>
                      </a:r>
                      <a:endParaRPr sz="1100" b="1">
                        <a:solidFill>
                          <a:schemeClr val="dk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These can be used in the template, and their size and color can be edited</a:t>
                      </a:r>
                      <a:endParaRPr sz="1000">
                        <a:solidFill>
                          <a:schemeClr val="dk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Editable presentation theme </a:t>
                      </a:r>
                      <a:endParaRPr sz="1100">
                        <a:solidFill>
                          <a:schemeClr val="dk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You can edit the master slides easily. For more info, click </a:t>
                      </a:r>
                      <a:r>
                        <a:rPr lang="en" sz="1000" b="1">
                          <a:solidFill>
                            <a:schemeClr val="dk1"/>
                          </a:solidFill>
                          <a:uFill>
                            <a:noFill/>
                          </a:uFill>
                          <a:latin typeface="Fira Sans"/>
                          <a:ea typeface="Fira Sans"/>
                          <a:cs typeface="Fira Sans"/>
                          <a:sym typeface="Fira Sans"/>
                          <a:hlinkClick r:id="rId5">
                            <a:extLst>
                              <a:ext uri="{A12FA001-AC4F-418D-AE19-62706E023703}">
          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          </a:ext>
                            </a:extLst>
                          </a:hlinkClick>
                        </a:rPr>
                        <a:t>here</a:t>
                      </a:r>
                      <a:endParaRPr sz="900">
                        <a:solidFill>
                          <a:schemeClr val="dk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64" name="Google Shape;564;p29"/>
          <p:cNvSpPr txBox="1"/>
          <p:nvPr/>
        </p:nvSpPr>
        <p:spPr>
          <a:xfrm>
            <a:off x="720000" y="1152625"/>
            <a:ext cx="7704000" cy="4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You can delete this slide when you’re done editing the presentation</a:t>
            </a:r>
            <a:endParaRPr sz="1200" b="1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65" name="Google Shape;565;p29"/>
          <p:cNvSpPr txBox="1"/>
          <p:nvPr/>
        </p:nvSpPr>
        <p:spPr>
          <a:xfrm>
            <a:off x="1109201" y="4147800"/>
            <a:ext cx="3202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For more info:</a:t>
            </a:r>
            <a:br>
              <a:rPr lang="en" sz="8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</a:b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Fira Sans"/>
                <a:ea typeface="Fira Sans"/>
                <a:cs typeface="Fira Sans"/>
                <a:sym typeface="Fira Sans"/>
                <a:hlinkClick r:id="rId6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Slidesgo </a:t>
            </a:r>
            <a:r>
              <a:rPr lang="en" sz="10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|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Fira Sans"/>
                <a:ea typeface="Fira Sans"/>
                <a:cs typeface="Fira Sans"/>
                <a:sym typeface="Fira Sans"/>
                <a:hlinkClick r:id="rId7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Blog</a:t>
            </a:r>
            <a:r>
              <a:rPr lang="en" sz="10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 |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Fira Sans"/>
                <a:ea typeface="Fira Sans"/>
                <a:cs typeface="Fira Sans"/>
                <a:sym typeface="Fira Sans"/>
                <a:hlinkClick r:id="rId8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FAQs</a:t>
            </a:r>
            <a:endParaRPr sz="15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66" name="Google Shape;566;p29"/>
          <p:cNvSpPr txBox="1"/>
          <p:nvPr/>
        </p:nvSpPr>
        <p:spPr>
          <a:xfrm>
            <a:off x="4831997" y="4147800"/>
            <a:ext cx="3202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You can visit our sister projects:</a:t>
            </a:r>
            <a:br>
              <a:rPr lang="en" sz="8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</a:b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Fira Sans"/>
                <a:ea typeface="Fira Sans"/>
                <a:cs typeface="Fira Sans"/>
                <a:sym typeface="Fira Sans"/>
                <a:hlinkClick r:id="rId9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0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 |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Fira Sans"/>
                <a:ea typeface="Fira Sans"/>
                <a:cs typeface="Fira Sans"/>
                <a:sym typeface="Fira Sans"/>
                <a:hlinkClick r:id="rId10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 |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Fira Sans"/>
                <a:ea typeface="Fira Sans"/>
                <a:cs typeface="Fira Sans"/>
                <a:sym typeface="Fira Sans"/>
                <a:hlinkClick r:id="rId11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Storyset</a:t>
            </a:r>
            <a:r>
              <a:rPr lang="en" sz="10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 |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Fira Sans"/>
                <a:ea typeface="Fira Sans"/>
                <a:cs typeface="Fira Sans"/>
                <a:sym typeface="Fira Sans"/>
                <a:hlinkClick r:id="rId12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Wepik </a:t>
            </a:r>
            <a:r>
              <a:rPr lang="en" sz="10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|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Fira Sans"/>
                <a:ea typeface="Fira Sans"/>
                <a:cs typeface="Fira Sans"/>
                <a:sym typeface="Fira Sans"/>
                <a:hlinkClick r:id="rId13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Videvo</a:t>
            </a:r>
            <a:endParaRPr sz="1000" b="1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30"/>
          <p:cNvSpPr txBox="1">
            <a:spLocks noGrp="1"/>
          </p:cNvSpPr>
          <p:nvPr>
            <p:ph type="subTitle" idx="1"/>
          </p:nvPr>
        </p:nvSpPr>
        <p:spPr>
          <a:xfrm>
            <a:off x="1464325" y="1139900"/>
            <a:ext cx="3629400" cy="3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</a:t>
            </a:r>
            <a:endParaRPr/>
          </a:p>
        </p:txBody>
      </p:sp>
      <p:sp>
        <p:nvSpPr>
          <p:cNvPr id="572" name="Google Shape;572;p3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573" name="Google Shape;573;p30"/>
          <p:cNvSpPr txBox="1">
            <a:spLocks noGrp="1"/>
          </p:cNvSpPr>
          <p:nvPr>
            <p:ph type="title" idx="2"/>
          </p:nvPr>
        </p:nvSpPr>
        <p:spPr>
          <a:xfrm>
            <a:off x="715099" y="1115000"/>
            <a:ext cx="7491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574" name="Google Shape;574;p30"/>
          <p:cNvSpPr txBox="1">
            <a:spLocks noGrp="1"/>
          </p:cNvSpPr>
          <p:nvPr>
            <p:ph type="title" idx="3"/>
          </p:nvPr>
        </p:nvSpPr>
        <p:spPr>
          <a:xfrm>
            <a:off x="715099" y="2862494"/>
            <a:ext cx="7491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575" name="Google Shape;575;p30"/>
          <p:cNvSpPr txBox="1">
            <a:spLocks noGrp="1"/>
          </p:cNvSpPr>
          <p:nvPr>
            <p:ph type="title" idx="4"/>
          </p:nvPr>
        </p:nvSpPr>
        <p:spPr>
          <a:xfrm>
            <a:off x="715100" y="1697502"/>
            <a:ext cx="7491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576" name="Google Shape;576;p30"/>
          <p:cNvSpPr txBox="1">
            <a:spLocks noGrp="1"/>
          </p:cNvSpPr>
          <p:nvPr>
            <p:ph type="title" idx="5"/>
          </p:nvPr>
        </p:nvSpPr>
        <p:spPr>
          <a:xfrm>
            <a:off x="715100" y="3473597"/>
            <a:ext cx="7491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577" name="Google Shape;577;p30"/>
          <p:cNvSpPr txBox="1">
            <a:spLocks noGrp="1"/>
          </p:cNvSpPr>
          <p:nvPr>
            <p:ph type="title" idx="6"/>
          </p:nvPr>
        </p:nvSpPr>
        <p:spPr>
          <a:xfrm>
            <a:off x="715109" y="2280004"/>
            <a:ext cx="7491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578" name="Google Shape;578;p30"/>
          <p:cNvSpPr txBox="1">
            <a:spLocks noGrp="1"/>
          </p:cNvSpPr>
          <p:nvPr>
            <p:ph type="title" idx="7"/>
          </p:nvPr>
        </p:nvSpPr>
        <p:spPr>
          <a:xfrm>
            <a:off x="715109" y="4084699"/>
            <a:ext cx="7491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579" name="Google Shape;579;p30"/>
          <p:cNvSpPr txBox="1">
            <a:spLocks noGrp="1"/>
          </p:cNvSpPr>
          <p:nvPr>
            <p:ph type="subTitle" idx="8"/>
          </p:nvPr>
        </p:nvSpPr>
        <p:spPr>
          <a:xfrm>
            <a:off x="1464325" y="1722403"/>
            <a:ext cx="3629400" cy="3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Services and solutions</a:t>
            </a:r>
            <a:endParaRPr/>
          </a:p>
        </p:txBody>
      </p:sp>
      <p:sp>
        <p:nvSpPr>
          <p:cNvPr id="580" name="Google Shape;580;p30"/>
          <p:cNvSpPr txBox="1">
            <a:spLocks noGrp="1"/>
          </p:cNvSpPr>
          <p:nvPr>
            <p:ph type="subTitle" idx="9"/>
          </p:nvPr>
        </p:nvSpPr>
        <p:spPr>
          <a:xfrm>
            <a:off x="1464325" y="2296657"/>
            <a:ext cx="3629400" cy="3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Experience and track record</a:t>
            </a:r>
            <a:endParaRPr/>
          </a:p>
        </p:txBody>
      </p:sp>
      <p:sp>
        <p:nvSpPr>
          <p:cNvPr id="581" name="Google Shape;581;p30"/>
          <p:cNvSpPr txBox="1">
            <a:spLocks noGrp="1"/>
          </p:cNvSpPr>
          <p:nvPr>
            <p:ph type="subTitle" idx="13"/>
          </p:nvPr>
        </p:nvSpPr>
        <p:spPr>
          <a:xfrm>
            <a:off x="1464325" y="2882748"/>
            <a:ext cx="3629400" cy="3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 and expertise</a:t>
            </a:r>
            <a:endParaRPr/>
          </a:p>
        </p:txBody>
      </p:sp>
      <p:sp>
        <p:nvSpPr>
          <p:cNvPr id="582" name="Google Shape;582;p30"/>
          <p:cNvSpPr txBox="1">
            <a:spLocks noGrp="1"/>
          </p:cNvSpPr>
          <p:nvPr>
            <p:ph type="subTitle" idx="14"/>
          </p:nvPr>
        </p:nvSpPr>
        <p:spPr>
          <a:xfrm>
            <a:off x="1464325" y="3498500"/>
            <a:ext cx="3629400" cy="3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Client focus</a:t>
            </a:r>
            <a:endParaRPr/>
          </a:p>
        </p:txBody>
      </p:sp>
      <p:sp>
        <p:nvSpPr>
          <p:cNvPr id="583" name="Google Shape;583;p30"/>
          <p:cNvSpPr txBox="1">
            <a:spLocks noGrp="1"/>
          </p:cNvSpPr>
          <p:nvPr>
            <p:ph type="subTitle" idx="15"/>
          </p:nvPr>
        </p:nvSpPr>
        <p:spPr>
          <a:xfrm>
            <a:off x="1464325" y="4114250"/>
            <a:ext cx="3629400" cy="3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Contact and next steps</a:t>
            </a:r>
            <a:endParaRPr/>
          </a:p>
        </p:txBody>
      </p:sp>
      <p:pic>
        <p:nvPicPr>
          <p:cNvPr id="584" name="Google Shape;584;p30"/>
          <p:cNvPicPr preferRelativeResize="0">
            <a:picLocks noGrp="1"/>
          </p:cNvPicPr>
          <p:nvPr>
            <p:ph type="pic" idx="16"/>
          </p:nvPr>
        </p:nvPicPr>
        <p:blipFill rotWithShape="1">
          <a:blip r:embed="rId3">
            <a:alphaModFix/>
          </a:blip>
          <a:srcRect l="16676" r="16676"/>
          <a:stretch/>
        </p:blipFill>
        <p:spPr>
          <a:xfrm>
            <a:off x="5205050" y="1283150"/>
            <a:ext cx="3218949" cy="32189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31"/>
          <p:cNvSpPr txBox="1">
            <a:spLocks noGrp="1"/>
          </p:cNvSpPr>
          <p:nvPr>
            <p:ph type="title"/>
          </p:nvPr>
        </p:nvSpPr>
        <p:spPr>
          <a:xfrm>
            <a:off x="5229100" y="2623025"/>
            <a:ext cx="3199800" cy="95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</a:t>
            </a:r>
            <a:endParaRPr/>
          </a:p>
        </p:txBody>
      </p:sp>
      <p:sp>
        <p:nvSpPr>
          <p:cNvPr id="590" name="Google Shape;590;p31"/>
          <p:cNvSpPr txBox="1">
            <a:spLocks noGrp="1"/>
          </p:cNvSpPr>
          <p:nvPr>
            <p:ph type="title" idx="2"/>
          </p:nvPr>
        </p:nvSpPr>
        <p:spPr>
          <a:xfrm>
            <a:off x="5229100" y="1566183"/>
            <a:ext cx="1089900" cy="102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pic>
        <p:nvPicPr>
          <p:cNvPr id="591" name="Google Shape;591;p31"/>
          <p:cNvPicPr preferRelativeResize="0">
            <a:picLocks noGrp="1"/>
          </p:cNvPicPr>
          <p:nvPr>
            <p:ph type="pic" idx="3"/>
          </p:nvPr>
        </p:nvPicPr>
        <p:blipFill rotWithShape="1">
          <a:blip r:embed="rId3">
            <a:alphaModFix/>
          </a:blip>
          <a:srcRect l="16648" r="16654"/>
          <a:stretch/>
        </p:blipFill>
        <p:spPr>
          <a:xfrm>
            <a:off x="715100" y="936150"/>
            <a:ext cx="3271199" cy="327120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32"/>
          <p:cNvSpPr txBox="1">
            <a:spLocks noGrp="1"/>
          </p:cNvSpPr>
          <p:nvPr>
            <p:ph type="title"/>
          </p:nvPr>
        </p:nvSpPr>
        <p:spPr>
          <a:xfrm>
            <a:off x="4479100" y="1147350"/>
            <a:ext cx="3949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</a:t>
            </a:r>
            <a:endParaRPr/>
          </a:p>
        </p:txBody>
      </p:sp>
      <p:sp>
        <p:nvSpPr>
          <p:cNvPr id="597" name="Google Shape;597;p32"/>
          <p:cNvSpPr txBox="1">
            <a:spLocks noGrp="1"/>
          </p:cNvSpPr>
          <p:nvPr>
            <p:ph type="body" idx="1"/>
          </p:nvPr>
        </p:nvSpPr>
        <p:spPr>
          <a:xfrm>
            <a:off x="4479100" y="1720050"/>
            <a:ext cx="3949800" cy="227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Begin by introducing the viewers to your agency. "Let's start by delving into the essence of [Agency Name]"</a:t>
            </a:r>
            <a:endParaRPr/>
          </a:p>
          <a:p>
            <a:pPr marL="457200" lvl="0" indent="-304800" algn="l" rtl="0">
              <a:spcBef>
                <a:spcPts val="1000"/>
              </a:spcBef>
              <a:spcAft>
                <a:spcPts val="0"/>
              </a:spcAft>
              <a:buSzPts val="1200"/>
              <a:buChar char="■"/>
            </a:pPr>
            <a:r>
              <a:rPr lang="en"/>
              <a:t>Outline the core principles that guide your         agency's actions</a:t>
            </a:r>
            <a:endParaRPr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/>
              <a:t>Describe the services and solutions your agency offers</a:t>
            </a:r>
            <a:endParaRPr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/>
              <a:t>Highlight the agency's track record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Conclude with an inviting statement. "Join us on this journey to explore how [Agency Name] can seamlessly elevate your [industry/field] endeavors"</a:t>
            </a:r>
            <a:endParaRPr/>
          </a:p>
        </p:txBody>
      </p:sp>
      <p:pic>
        <p:nvPicPr>
          <p:cNvPr id="598" name="Google Shape;598;p32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16676" r="16676"/>
          <a:stretch/>
        </p:blipFill>
        <p:spPr>
          <a:xfrm>
            <a:off x="715100" y="936150"/>
            <a:ext cx="3271199" cy="327119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3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Services and solutions</a:t>
            </a:r>
            <a:endParaRPr/>
          </a:p>
        </p:txBody>
      </p:sp>
      <p:sp>
        <p:nvSpPr>
          <p:cNvPr id="604" name="Google Shape;604;p33"/>
          <p:cNvSpPr txBox="1">
            <a:spLocks noGrp="1"/>
          </p:cNvSpPr>
          <p:nvPr>
            <p:ph type="subTitle" idx="3"/>
          </p:nvPr>
        </p:nvSpPr>
        <p:spPr>
          <a:xfrm>
            <a:off x="720000" y="1921013"/>
            <a:ext cx="4213200" cy="93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this section, detail the array of services your agency offers. Explain your agency's specialization in different areas and how these services cater to varied client needs across industries</a:t>
            </a:r>
            <a:endParaRPr/>
          </a:p>
        </p:txBody>
      </p:sp>
      <p:sp>
        <p:nvSpPr>
          <p:cNvPr id="605" name="Google Shape;605;p33"/>
          <p:cNvSpPr txBox="1">
            <a:spLocks noGrp="1"/>
          </p:cNvSpPr>
          <p:nvPr>
            <p:ph type="subTitle" idx="1"/>
          </p:nvPr>
        </p:nvSpPr>
        <p:spPr>
          <a:xfrm>
            <a:off x="720000" y="1543045"/>
            <a:ext cx="4213200" cy="45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gtree"/>
                <a:ea typeface="Figtree"/>
                <a:cs typeface="Figtree"/>
                <a:sym typeface="Figtree"/>
              </a:rPr>
              <a:t>Our service expertise</a:t>
            </a:r>
            <a:endParaRPr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606" name="Google Shape;606;p33"/>
          <p:cNvSpPr txBox="1">
            <a:spLocks noGrp="1"/>
          </p:cNvSpPr>
          <p:nvPr>
            <p:ph type="subTitle" idx="2"/>
          </p:nvPr>
        </p:nvSpPr>
        <p:spPr>
          <a:xfrm>
            <a:off x="715100" y="2986475"/>
            <a:ext cx="4213200" cy="45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gtree"/>
                <a:ea typeface="Figtree"/>
                <a:cs typeface="Figtree"/>
                <a:sym typeface="Figtree"/>
              </a:rPr>
              <a:t>Custom-tailored approaches</a:t>
            </a:r>
            <a:endParaRPr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607" name="Google Shape;607;p33"/>
          <p:cNvSpPr txBox="1">
            <a:spLocks noGrp="1"/>
          </p:cNvSpPr>
          <p:nvPr>
            <p:ph type="subTitle" idx="4"/>
          </p:nvPr>
        </p:nvSpPr>
        <p:spPr>
          <a:xfrm>
            <a:off x="715105" y="3364475"/>
            <a:ext cx="4213200" cy="93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Describe your agency's approach to personalized solutions. Explain how you understand each client's unique goals and challenges, then create strategies that align with their needs</a:t>
            </a:r>
            <a:endParaRPr/>
          </a:p>
        </p:txBody>
      </p:sp>
      <p:pic>
        <p:nvPicPr>
          <p:cNvPr id="608" name="Google Shape;608;p33"/>
          <p:cNvPicPr preferRelativeResize="0">
            <a:picLocks noGrp="1"/>
          </p:cNvPicPr>
          <p:nvPr>
            <p:ph type="pic" idx="5"/>
          </p:nvPr>
        </p:nvPicPr>
        <p:blipFill rotWithShape="1">
          <a:blip r:embed="rId3">
            <a:alphaModFix/>
          </a:blip>
          <a:srcRect l="7311" r="26040"/>
          <a:stretch/>
        </p:blipFill>
        <p:spPr>
          <a:xfrm>
            <a:off x="5730700" y="1509200"/>
            <a:ext cx="2698199" cy="269819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34"/>
          <p:cNvSpPr txBox="1">
            <a:spLocks noGrp="1"/>
          </p:cNvSpPr>
          <p:nvPr>
            <p:ph type="subTitle" idx="1"/>
          </p:nvPr>
        </p:nvSpPr>
        <p:spPr>
          <a:xfrm>
            <a:off x="720000" y="1709700"/>
            <a:ext cx="2391000" cy="79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Established industry presence</a:t>
            </a:r>
            <a:endParaRPr/>
          </a:p>
        </p:txBody>
      </p:sp>
      <p:sp>
        <p:nvSpPr>
          <p:cNvPr id="614" name="Google Shape;614;p34"/>
          <p:cNvSpPr txBox="1">
            <a:spLocks noGrp="1"/>
          </p:cNvSpPr>
          <p:nvPr>
            <p:ph type="subTitle" idx="5"/>
          </p:nvPr>
        </p:nvSpPr>
        <p:spPr>
          <a:xfrm>
            <a:off x="3378955" y="1709700"/>
            <a:ext cx="2391000" cy="79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Proven project success</a:t>
            </a:r>
            <a:endParaRPr/>
          </a:p>
        </p:txBody>
      </p:sp>
      <p:sp>
        <p:nvSpPr>
          <p:cNvPr id="615" name="Google Shape;615;p34"/>
          <p:cNvSpPr txBox="1">
            <a:spLocks noGrp="1"/>
          </p:cNvSpPr>
          <p:nvPr>
            <p:ph type="subTitle" idx="6"/>
          </p:nvPr>
        </p:nvSpPr>
        <p:spPr>
          <a:xfrm>
            <a:off x="6037912" y="1709700"/>
            <a:ext cx="2391000" cy="79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Recognitions and achievements</a:t>
            </a:r>
            <a:endParaRPr/>
          </a:p>
        </p:txBody>
      </p:sp>
      <p:sp>
        <p:nvSpPr>
          <p:cNvPr id="616" name="Google Shape;616;p3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Experience and track record</a:t>
            </a:r>
            <a:endParaRPr/>
          </a:p>
        </p:txBody>
      </p:sp>
      <p:sp>
        <p:nvSpPr>
          <p:cNvPr id="617" name="Google Shape;617;p34"/>
          <p:cNvSpPr txBox="1">
            <a:spLocks noGrp="1"/>
          </p:cNvSpPr>
          <p:nvPr>
            <p:ph type="subTitle" idx="2"/>
          </p:nvPr>
        </p:nvSpPr>
        <p:spPr>
          <a:xfrm>
            <a:off x="720000" y="2426375"/>
            <a:ext cx="2391000" cy="167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this section, outline your agency's history in the industry. Highlight your years of experience, showcasing key milestones, projects, and collaborations that have contributed to your agency</a:t>
            </a:r>
            <a:endParaRPr/>
          </a:p>
        </p:txBody>
      </p:sp>
      <p:sp>
        <p:nvSpPr>
          <p:cNvPr id="618" name="Google Shape;618;p34"/>
          <p:cNvSpPr txBox="1">
            <a:spLocks noGrp="1"/>
          </p:cNvSpPr>
          <p:nvPr>
            <p:ph type="subTitle" idx="3"/>
          </p:nvPr>
        </p:nvSpPr>
        <p:spPr>
          <a:xfrm>
            <a:off x="3378955" y="2426375"/>
            <a:ext cx="2391000" cy="167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Describe successful projects and partnerships that underscore your agency's capabilities. Share how these endeavors have translated into tangible outcomes, showcasing your agency's ability to deliver effective solutions</a:t>
            </a:r>
            <a:endParaRPr/>
          </a:p>
        </p:txBody>
      </p:sp>
      <p:sp>
        <p:nvSpPr>
          <p:cNvPr id="619" name="Google Shape;619;p34"/>
          <p:cNvSpPr txBox="1">
            <a:spLocks noGrp="1"/>
          </p:cNvSpPr>
          <p:nvPr>
            <p:ph type="subTitle" idx="4"/>
          </p:nvPr>
        </p:nvSpPr>
        <p:spPr>
          <a:xfrm>
            <a:off x="6037912" y="2426375"/>
            <a:ext cx="2391000" cy="167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Detail any awards or recognition your agency has earned. Highlight the importance of these accolades in validating your agency's dedication to excellence and its impact on the industry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35"/>
          <p:cNvSpPr txBox="1">
            <a:spLocks noGrp="1"/>
          </p:cNvSpPr>
          <p:nvPr>
            <p:ph type="subTitle" idx="2"/>
          </p:nvPr>
        </p:nvSpPr>
        <p:spPr>
          <a:xfrm>
            <a:off x="1003350" y="1809800"/>
            <a:ext cx="3114300" cy="102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this section, introduce your accomplished team. Highlight their diverse skills and collaborative mindset, emphasizing how their combined expertise enriches our solutions</a:t>
            </a:r>
            <a:endParaRPr/>
          </a:p>
        </p:txBody>
      </p:sp>
      <p:sp>
        <p:nvSpPr>
          <p:cNvPr id="625" name="Google Shape;625;p35"/>
          <p:cNvSpPr txBox="1">
            <a:spLocks noGrp="1"/>
          </p:cNvSpPr>
          <p:nvPr>
            <p:ph type="subTitle" idx="3"/>
          </p:nvPr>
        </p:nvSpPr>
        <p:spPr>
          <a:xfrm>
            <a:off x="5026450" y="1809800"/>
            <a:ext cx="3114300" cy="102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Discuss how your team keeps up with industry trends and advancements. Explain how this proactive approach ensures your agency is always equipped with the latest insights</a:t>
            </a:r>
            <a:endParaRPr/>
          </a:p>
        </p:txBody>
      </p:sp>
      <p:sp>
        <p:nvSpPr>
          <p:cNvPr id="626" name="Google Shape;626;p35"/>
          <p:cNvSpPr txBox="1">
            <a:spLocks noGrp="1"/>
          </p:cNvSpPr>
          <p:nvPr>
            <p:ph type="subTitle" idx="4"/>
          </p:nvPr>
        </p:nvSpPr>
        <p:spPr>
          <a:xfrm>
            <a:off x="1003350" y="3504600"/>
            <a:ext cx="3114300" cy="102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Detail the range of expertise within your team. Highlight how team members' diverse backgrounds and skill set contribute to a holistic approach</a:t>
            </a:r>
            <a:endParaRPr/>
          </a:p>
        </p:txBody>
      </p:sp>
      <p:sp>
        <p:nvSpPr>
          <p:cNvPr id="627" name="Google Shape;627;p35"/>
          <p:cNvSpPr txBox="1">
            <a:spLocks noGrp="1"/>
          </p:cNvSpPr>
          <p:nvPr>
            <p:ph type="subTitle" idx="5"/>
          </p:nvPr>
        </p:nvSpPr>
        <p:spPr>
          <a:xfrm>
            <a:off x="5026450" y="3504600"/>
            <a:ext cx="3114300" cy="102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Discuss how your team's focus is on clients. Explain how their expertise is channeled to create strategies that align precisely with individual client goals</a:t>
            </a:r>
            <a:endParaRPr/>
          </a:p>
        </p:txBody>
      </p:sp>
      <p:sp>
        <p:nvSpPr>
          <p:cNvPr id="628" name="Google Shape;628;p3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 and expertise</a:t>
            </a:r>
            <a:endParaRPr/>
          </a:p>
        </p:txBody>
      </p:sp>
      <p:sp>
        <p:nvSpPr>
          <p:cNvPr id="629" name="Google Shape;629;p35"/>
          <p:cNvSpPr txBox="1">
            <a:spLocks noGrp="1"/>
          </p:cNvSpPr>
          <p:nvPr>
            <p:ph type="subTitle" idx="1"/>
          </p:nvPr>
        </p:nvSpPr>
        <p:spPr>
          <a:xfrm>
            <a:off x="1003350" y="1360100"/>
            <a:ext cx="3114300" cy="52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Collaborative experts</a:t>
            </a:r>
            <a:endParaRPr/>
          </a:p>
        </p:txBody>
      </p:sp>
      <p:sp>
        <p:nvSpPr>
          <p:cNvPr id="630" name="Google Shape;630;p35"/>
          <p:cNvSpPr txBox="1">
            <a:spLocks noGrp="1"/>
          </p:cNvSpPr>
          <p:nvPr>
            <p:ph type="subTitle" idx="6"/>
          </p:nvPr>
        </p:nvSpPr>
        <p:spPr>
          <a:xfrm>
            <a:off x="1003350" y="3054900"/>
            <a:ext cx="3114300" cy="52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Multidisciplinary strengths</a:t>
            </a:r>
            <a:endParaRPr/>
          </a:p>
        </p:txBody>
      </p:sp>
      <p:sp>
        <p:nvSpPr>
          <p:cNvPr id="631" name="Google Shape;631;p35"/>
          <p:cNvSpPr txBox="1">
            <a:spLocks noGrp="1"/>
          </p:cNvSpPr>
          <p:nvPr>
            <p:ph type="subTitle" idx="7"/>
          </p:nvPr>
        </p:nvSpPr>
        <p:spPr>
          <a:xfrm>
            <a:off x="5026450" y="1360100"/>
            <a:ext cx="3114300" cy="52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Industry insights</a:t>
            </a:r>
            <a:endParaRPr/>
          </a:p>
        </p:txBody>
      </p:sp>
      <p:sp>
        <p:nvSpPr>
          <p:cNvPr id="632" name="Google Shape;632;p35"/>
          <p:cNvSpPr txBox="1">
            <a:spLocks noGrp="1"/>
          </p:cNvSpPr>
          <p:nvPr>
            <p:ph type="subTitle" idx="8"/>
          </p:nvPr>
        </p:nvSpPr>
        <p:spPr>
          <a:xfrm>
            <a:off x="5026450" y="3054900"/>
            <a:ext cx="3114300" cy="52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Client-centric focus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36"/>
          <p:cNvSpPr txBox="1">
            <a:spLocks noGrp="1"/>
          </p:cNvSpPr>
          <p:nvPr>
            <p:ph type="subTitle" idx="14"/>
          </p:nvPr>
        </p:nvSpPr>
        <p:spPr>
          <a:xfrm>
            <a:off x="3342450" y="3049475"/>
            <a:ext cx="2459100" cy="537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Success</a:t>
            </a:r>
            <a:endParaRPr/>
          </a:p>
        </p:txBody>
      </p:sp>
      <p:sp>
        <p:nvSpPr>
          <p:cNvPr id="638" name="Google Shape;638;p36"/>
          <p:cNvSpPr txBox="1">
            <a:spLocks noGrp="1"/>
          </p:cNvSpPr>
          <p:nvPr>
            <p:ph type="subTitle" idx="13"/>
          </p:nvPr>
        </p:nvSpPr>
        <p:spPr>
          <a:xfrm>
            <a:off x="720344" y="3049475"/>
            <a:ext cx="2459100" cy="537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Delivering value</a:t>
            </a:r>
            <a:endParaRPr/>
          </a:p>
        </p:txBody>
      </p:sp>
      <p:sp>
        <p:nvSpPr>
          <p:cNvPr id="639" name="Google Shape;639;p36"/>
          <p:cNvSpPr txBox="1">
            <a:spLocks noGrp="1"/>
          </p:cNvSpPr>
          <p:nvPr>
            <p:ph type="subTitle" idx="15"/>
          </p:nvPr>
        </p:nvSpPr>
        <p:spPr>
          <a:xfrm>
            <a:off x="5960041" y="3049475"/>
            <a:ext cx="2459100" cy="537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Relationships</a:t>
            </a:r>
            <a:endParaRPr/>
          </a:p>
        </p:txBody>
      </p:sp>
      <p:sp>
        <p:nvSpPr>
          <p:cNvPr id="640" name="Google Shape;640;p36"/>
          <p:cNvSpPr txBox="1">
            <a:spLocks noGrp="1"/>
          </p:cNvSpPr>
          <p:nvPr>
            <p:ph type="subTitle" idx="7"/>
          </p:nvPr>
        </p:nvSpPr>
        <p:spPr>
          <a:xfrm>
            <a:off x="720000" y="1352875"/>
            <a:ext cx="2459100" cy="537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Needs</a:t>
            </a:r>
            <a:endParaRPr/>
          </a:p>
        </p:txBody>
      </p:sp>
      <p:sp>
        <p:nvSpPr>
          <p:cNvPr id="641" name="Google Shape;641;p36"/>
          <p:cNvSpPr txBox="1">
            <a:spLocks noGrp="1"/>
          </p:cNvSpPr>
          <p:nvPr>
            <p:ph type="subTitle" idx="8"/>
          </p:nvPr>
        </p:nvSpPr>
        <p:spPr>
          <a:xfrm>
            <a:off x="3342450" y="1352875"/>
            <a:ext cx="2459100" cy="537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Tailored solutions</a:t>
            </a:r>
            <a:endParaRPr/>
          </a:p>
        </p:txBody>
      </p:sp>
      <p:sp>
        <p:nvSpPr>
          <p:cNvPr id="642" name="Google Shape;642;p36"/>
          <p:cNvSpPr txBox="1">
            <a:spLocks noGrp="1"/>
          </p:cNvSpPr>
          <p:nvPr>
            <p:ph type="subTitle" idx="9"/>
          </p:nvPr>
        </p:nvSpPr>
        <p:spPr>
          <a:xfrm>
            <a:off x="5959741" y="1352875"/>
            <a:ext cx="2459700" cy="537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Collaboration</a:t>
            </a:r>
            <a:endParaRPr/>
          </a:p>
        </p:txBody>
      </p:sp>
      <p:sp>
        <p:nvSpPr>
          <p:cNvPr id="643" name="Google Shape;643;p3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Client focus</a:t>
            </a:r>
            <a:endParaRPr/>
          </a:p>
        </p:txBody>
      </p:sp>
      <p:sp>
        <p:nvSpPr>
          <p:cNvPr id="644" name="Google Shape;644;p36"/>
          <p:cNvSpPr txBox="1">
            <a:spLocks noGrp="1"/>
          </p:cNvSpPr>
          <p:nvPr>
            <p:ph type="subTitle" idx="1"/>
          </p:nvPr>
        </p:nvSpPr>
        <p:spPr>
          <a:xfrm>
            <a:off x="725143" y="1811513"/>
            <a:ext cx="2459100" cy="105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Highlight your commitment to understanding clients' needs. Describe how active listening forms the foundation of your client interactions</a:t>
            </a:r>
            <a:endParaRPr/>
          </a:p>
        </p:txBody>
      </p:sp>
      <p:sp>
        <p:nvSpPr>
          <p:cNvPr id="645" name="Google Shape;645;p36"/>
          <p:cNvSpPr txBox="1">
            <a:spLocks noGrp="1"/>
          </p:cNvSpPr>
          <p:nvPr>
            <p:ph type="subTitle" idx="4"/>
          </p:nvPr>
        </p:nvSpPr>
        <p:spPr>
          <a:xfrm>
            <a:off x="725143" y="3512625"/>
            <a:ext cx="2459100" cy="105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Discuss how your agency focuses on delivering value to clients. Explain how your strategies aim to maximize returns on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their investment</a:t>
            </a:r>
            <a:endParaRPr/>
          </a:p>
        </p:txBody>
      </p:sp>
      <p:sp>
        <p:nvSpPr>
          <p:cNvPr id="646" name="Google Shape;646;p36"/>
          <p:cNvSpPr txBox="1">
            <a:spLocks noGrp="1"/>
          </p:cNvSpPr>
          <p:nvPr>
            <p:ph type="subTitle" idx="5"/>
          </p:nvPr>
        </p:nvSpPr>
        <p:spPr>
          <a:xfrm>
            <a:off x="3342450" y="3512625"/>
            <a:ext cx="2459100" cy="105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Describe how you measure success in collaboration with clients. Highlight your agency's dedication to achieving mutually defined goals</a:t>
            </a:r>
            <a:endParaRPr/>
          </a:p>
        </p:txBody>
      </p:sp>
      <p:sp>
        <p:nvSpPr>
          <p:cNvPr id="647" name="Google Shape;647;p36"/>
          <p:cNvSpPr txBox="1">
            <a:spLocks noGrp="1"/>
          </p:cNvSpPr>
          <p:nvPr>
            <p:ph type="subTitle" idx="2"/>
          </p:nvPr>
        </p:nvSpPr>
        <p:spPr>
          <a:xfrm>
            <a:off x="3342150" y="1811525"/>
            <a:ext cx="2459700" cy="105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Explain your agency's approach to tailoring solutions. Detail how you create strategies aligned with each client's unique goals and challenges</a:t>
            </a:r>
            <a:endParaRPr/>
          </a:p>
        </p:txBody>
      </p:sp>
      <p:sp>
        <p:nvSpPr>
          <p:cNvPr id="648" name="Google Shape;648;p36"/>
          <p:cNvSpPr txBox="1">
            <a:spLocks noGrp="1"/>
          </p:cNvSpPr>
          <p:nvPr>
            <p:ph type="subTitle" idx="3"/>
          </p:nvPr>
        </p:nvSpPr>
        <p:spPr>
          <a:xfrm>
            <a:off x="5959741" y="1811525"/>
            <a:ext cx="2459700" cy="105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Highlight the importance of collaboration. Describe how open communication fosters a strong partnership between your agency and clients</a:t>
            </a:r>
            <a:endParaRPr/>
          </a:p>
        </p:txBody>
      </p:sp>
      <p:sp>
        <p:nvSpPr>
          <p:cNvPr id="649" name="Google Shape;649;p36"/>
          <p:cNvSpPr txBox="1">
            <a:spLocks noGrp="1"/>
          </p:cNvSpPr>
          <p:nvPr>
            <p:ph type="subTitle" idx="6"/>
          </p:nvPr>
        </p:nvSpPr>
        <p:spPr>
          <a:xfrm>
            <a:off x="5962591" y="3512625"/>
            <a:ext cx="2454000" cy="105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Emphasize your agency's commitment to building long-term relationships. Discuss how your approach goes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beyond projects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37"/>
          <p:cNvSpPr txBox="1">
            <a:spLocks noGrp="1"/>
          </p:cNvSpPr>
          <p:nvPr>
            <p:ph type="title"/>
          </p:nvPr>
        </p:nvSpPr>
        <p:spPr>
          <a:xfrm>
            <a:off x="715100" y="1630938"/>
            <a:ext cx="4261200" cy="116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123,123</a:t>
            </a:r>
            <a:endParaRPr/>
          </a:p>
        </p:txBody>
      </p:sp>
      <p:sp>
        <p:nvSpPr>
          <p:cNvPr id="655" name="Google Shape;655;p37"/>
          <p:cNvSpPr txBox="1">
            <a:spLocks noGrp="1"/>
          </p:cNvSpPr>
          <p:nvPr>
            <p:ph type="subTitle" idx="1"/>
          </p:nvPr>
        </p:nvSpPr>
        <p:spPr>
          <a:xfrm>
            <a:off x="715100" y="2799163"/>
            <a:ext cx="42612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Number of people we’ve had the pleasure of serving. Thank you for your trust!</a:t>
            </a:r>
            <a:endParaRPr/>
          </a:p>
        </p:txBody>
      </p:sp>
      <p:pic>
        <p:nvPicPr>
          <p:cNvPr id="656" name="Google Shape;656;p37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16648" r="16654"/>
          <a:stretch/>
        </p:blipFill>
        <p:spPr>
          <a:xfrm>
            <a:off x="5157700" y="936150"/>
            <a:ext cx="3271199" cy="327120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1" name="Google Shape;661;p38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7798" b="7807"/>
          <a:stretch/>
        </p:blipFill>
        <p:spPr>
          <a:xfrm>
            <a:off x="0" y="0"/>
            <a:ext cx="9144003" cy="5143501"/>
          </a:xfrm>
          <a:prstGeom prst="rect">
            <a:avLst/>
          </a:prstGeom>
        </p:spPr>
      </p:pic>
      <p:sp>
        <p:nvSpPr>
          <p:cNvPr id="662" name="Google Shape;662;p38"/>
          <p:cNvSpPr txBox="1">
            <a:spLocks noGrp="1"/>
          </p:cNvSpPr>
          <p:nvPr>
            <p:ph type="title"/>
          </p:nvPr>
        </p:nvSpPr>
        <p:spPr>
          <a:xfrm>
            <a:off x="720000" y="4104775"/>
            <a:ext cx="7704000" cy="50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turn challenges into opportunities!</a:t>
            </a:r>
            <a:endParaRPr/>
          </a:p>
        </p:txBody>
      </p:sp>
      <p:grpSp>
        <p:nvGrpSpPr>
          <p:cNvPr id="663" name="Google Shape;663;p38"/>
          <p:cNvGrpSpPr/>
          <p:nvPr/>
        </p:nvGrpSpPr>
        <p:grpSpPr>
          <a:xfrm>
            <a:off x="7385599" y="2748034"/>
            <a:ext cx="3096413" cy="3570428"/>
            <a:chOff x="6757449" y="1379684"/>
            <a:chExt cx="3096413" cy="3570428"/>
          </a:xfrm>
        </p:grpSpPr>
        <p:pic>
          <p:nvPicPr>
            <p:cNvPr id="664" name="Google Shape;664;p38"/>
            <p:cNvPicPr preferRelativeResize="0"/>
            <p:nvPr/>
          </p:nvPicPr>
          <p:blipFill rotWithShape="1">
            <a:blip r:embed="rId4">
              <a:alphaModFix amt="23000"/>
            </a:blip>
            <a:srcRect/>
            <a:stretch/>
          </p:blipFill>
          <p:spPr>
            <a:xfrm>
              <a:off x="7767262" y="1747113"/>
              <a:ext cx="2086600" cy="22136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65" name="Google Shape;665;p38"/>
            <p:cNvPicPr preferRelativeResize="0"/>
            <p:nvPr/>
          </p:nvPicPr>
          <p:blipFill>
            <a:blip r:embed="rId5">
              <a:alphaModFix amt="51000"/>
            </a:blip>
            <a:stretch>
              <a:fillRect/>
            </a:stretch>
          </p:blipFill>
          <p:spPr>
            <a:xfrm>
              <a:off x="7592660" y="1379684"/>
              <a:ext cx="2086600" cy="22136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66" name="Google Shape;666;p38"/>
            <p:cNvPicPr preferRelativeResize="0"/>
            <p:nvPr/>
          </p:nvPicPr>
          <p:blipFill>
            <a:blip r:embed="rId6">
              <a:alphaModFix amt="51000"/>
            </a:blip>
            <a:stretch>
              <a:fillRect/>
            </a:stretch>
          </p:blipFill>
          <p:spPr>
            <a:xfrm>
              <a:off x="6757449" y="2736425"/>
              <a:ext cx="2086600" cy="22136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67" name="Google Shape;667;p38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7278687" y="3442463"/>
              <a:ext cx="488574" cy="51833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68" name="Google Shape;668;p38"/>
          <p:cNvGrpSpPr/>
          <p:nvPr/>
        </p:nvGrpSpPr>
        <p:grpSpPr>
          <a:xfrm>
            <a:off x="76650" y="1535"/>
            <a:ext cx="462308" cy="1145164"/>
            <a:chOff x="76650" y="1535"/>
            <a:chExt cx="462308" cy="1145164"/>
          </a:xfrm>
        </p:grpSpPr>
        <p:pic>
          <p:nvPicPr>
            <p:cNvPr id="669" name="Google Shape;669;p38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76650" y="1017723"/>
              <a:ext cx="121575" cy="1289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70" name="Google Shape;670;p38"/>
            <p:cNvPicPr preferRelativeResize="0"/>
            <p:nvPr/>
          </p:nvPicPr>
          <p:blipFill rotWithShape="1">
            <a:blip r:embed="rId7">
              <a:alphaModFix amt="51000"/>
            </a:blip>
            <a:srcRect/>
            <a:stretch/>
          </p:blipFill>
          <p:spPr>
            <a:xfrm>
              <a:off x="285175" y="715576"/>
              <a:ext cx="121575" cy="1289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71" name="Google Shape;671;p38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152962" y="1535"/>
              <a:ext cx="385995" cy="4095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72" name="Google Shape;672;p38"/>
          <p:cNvGrpSpPr/>
          <p:nvPr/>
        </p:nvGrpSpPr>
        <p:grpSpPr>
          <a:xfrm>
            <a:off x="-827802" y="-1193287"/>
            <a:ext cx="8905450" cy="7344675"/>
            <a:chOff x="-827802" y="-1193287"/>
            <a:chExt cx="8905450" cy="7344675"/>
          </a:xfrm>
        </p:grpSpPr>
        <p:cxnSp>
          <p:nvCxnSpPr>
            <p:cNvPr id="673" name="Google Shape;673;p38"/>
            <p:cNvCxnSpPr/>
            <p:nvPr/>
          </p:nvCxnSpPr>
          <p:spPr>
            <a:xfrm rot="10800000" flipH="1">
              <a:off x="-827802" y="4608488"/>
              <a:ext cx="1542900" cy="1542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74" name="Google Shape;674;p38"/>
            <p:cNvCxnSpPr/>
            <p:nvPr/>
          </p:nvCxnSpPr>
          <p:spPr>
            <a:xfrm rot="10800000" flipH="1">
              <a:off x="6534748" y="-1193287"/>
              <a:ext cx="1542900" cy="1542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39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are our priorities right now?</a:t>
            </a:r>
            <a:endParaRPr/>
          </a:p>
        </p:txBody>
      </p:sp>
      <p:sp>
        <p:nvSpPr>
          <p:cNvPr id="680" name="Google Shape;680;p39"/>
          <p:cNvSpPr txBox="1"/>
          <p:nvPr/>
        </p:nvSpPr>
        <p:spPr>
          <a:xfrm>
            <a:off x="715100" y="4364950"/>
            <a:ext cx="7704000" cy="2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Follow the link in the graph to modify its data and then paste the new one here.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Fira Sans"/>
                <a:ea typeface="Fira Sans"/>
                <a:cs typeface="Fira Sans"/>
                <a:sym typeface="Fira Sans"/>
                <a:hlinkClick r:id="rId3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For more info, click here</a:t>
            </a:r>
            <a:endParaRPr sz="1000" b="1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81" name="Google Shape;681;p39"/>
          <p:cNvSpPr txBox="1"/>
          <p:nvPr/>
        </p:nvSpPr>
        <p:spPr>
          <a:xfrm>
            <a:off x="6570639" y="3778075"/>
            <a:ext cx="1858200" cy="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Topic 4</a:t>
            </a:r>
            <a:endParaRPr sz="1800" b="1">
              <a:solidFill>
                <a:srgbClr val="191919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682" name="Google Shape;682;p39"/>
          <p:cNvSpPr txBox="1"/>
          <p:nvPr/>
        </p:nvSpPr>
        <p:spPr>
          <a:xfrm>
            <a:off x="6570639" y="3023750"/>
            <a:ext cx="1858200" cy="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Topic 3</a:t>
            </a:r>
            <a:endParaRPr sz="1800" b="1">
              <a:solidFill>
                <a:srgbClr val="191919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683" name="Google Shape;683;p39"/>
          <p:cNvSpPr txBox="1"/>
          <p:nvPr/>
        </p:nvSpPr>
        <p:spPr>
          <a:xfrm>
            <a:off x="6570637" y="2269425"/>
            <a:ext cx="1858200" cy="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Topic 2</a:t>
            </a:r>
            <a:endParaRPr sz="1800" b="1">
              <a:solidFill>
                <a:srgbClr val="191919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684" name="Google Shape;684;p39"/>
          <p:cNvSpPr txBox="1"/>
          <p:nvPr/>
        </p:nvSpPr>
        <p:spPr>
          <a:xfrm>
            <a:off x="6570639" y="1515100"/>
            <a:ext cx="1858200" cy="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191919"/>
                </a:solidFill>
                <a:latin typeface="Figtree"/>
                <a:ea typeface="Figtree"/>
                <a:cs typeface="Figtree"/>
                <a:sym typeface="Figtree"/>
              </a:rPr>
              <a:t>Topic 1</a:t>
            </a:r>
            <a:endParaRPr sz="1800" b="1">
              <a:solidFill>
                <a:srgbClr val="191919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685" name="Google Shape;685;p39"/>
          <p:cNvSpPr/>
          <p:nvPr/>
        </p:nvSpPr>
        <p:spPr>
          <a:xfrm>
            <a:off x="6346125" y="1555975"/>
            <a:ext cx="183300" cy="183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39"/>
          <p:cNvSpPr/>
          <p:nvPr/>
        </p:nvSpPr>
        <p:spPr>
          <a:xfrm>
            <a:off x="6346125" y="2310900"/>
            <a:ext cx="183300" cy="183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7" name="Google Shape;687;p39"/>
          <p:cNvSpPr/>
          <p:nvPr/>
        </p:nvSpPr>
        <p:spPr>
          <a:xfrm>
            <a:off x="6346125" y="3065825"/>
            <a:ext cx="183300" cy="183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8" name="Google Shape;688;p39"/>
          <p:cNvSpPr/>
          <p:nvPr/>
        </p:nvSpPr>
        <p:spPr>
          <a:xfrm>
            <a:off x="6346125" y="3820750"/>
            <a:ext cx="183300" cy="183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89" name="Google Shape;689;p39" title="Chart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5176" y="1245100"/>
            <a:ext cx="4427265" cy="2891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40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did our projects do?</a:t>
            </a:r>
            <a:endParaRPr/>
          </a:p>
        </p:txBody>
      </p:sp>
      <p:graphicFrame>
        <p:nvGraphicFramePr>
          <p:cNvPr id="695" name="Google Shape;695;p40"/>
          <p:cNvGraphicFramePr/>
          <p:nvPr/>
        </p:nvGraphicFramePr>
        <p:xfrm>
          <a:off x="719963" y="13140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{D4C1B03C-1018-4F09-B62C-526B533BF03C}</a:tableStyleId>
              </a:tblPr>
              <a:tblGrid>
                <a:gridCol w="1001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3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3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33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333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333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706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Bebas Neue"/>
                        <a:ea typeface="Bebas Neue"/>
                        <a:cs typeface="Bebas Neue"/>
                        <a:sym typeface="Bebas Neue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solidFill>
                            <a:schemeClr val="dk1"/>
                          </a:solidFill>
                          <a:latin typeface="Figtree"/>
                          <a:ea typeface="Figtree"/>
                          <a:cs typeface="Figtree"/>
                          <a:sym typeface="Figtree"/>
                        </a:rPr>
                        <a:t>Project 1</a:t>
                      </a:r>
                      <a:endParaRPr sz="1600" b="1">
                        <a:solidFill>
                          <a:schemeClr val="dk1"/>
                        </a:solidFill>
                        <a:latin typeface="Figtree"/>
                        <a:ea typeface="Figtree"/>
                        <a:cs typeface="Figtree"/>
                        <a:sym typeface="Figtree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solidFill>
                            <a:schemeClr val="dk1"/>
                          </a:solidFill>
                          <a:latin typeface="Figtree"/>
                          <a:ea typeface="Figtree"/>
                          <a:cs typeface="Figtree"/>
                          <a:sym typeface="Figtree"/>
                        </a:rPr>
                        <a:t>Project 2</a:t>
                      </a:r>
                      <a:endParaRPr sz="1600" b="1">
                        <a:solidFill>
                          <a:schemeClr val="dk1"/>
                        </a:solidFill>
                        <a:latin typeface="Figtree"/>
                        <a:ea typeface="Figtree"/>
                        <a:cs typeface="Figtree"/>
                        <a:sym typeface="Figtree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 b="1">
                          <a:solidFill>
                            <a:schemeClr val="dk1"/>
                          </a:solidFill>
                          <a:latin typeface="Figtree"/>
                          <a:ea typeface="Figtree"/>
                          <a:cs typeface="Figtree"/>
                          <a:sym typeface="Figtree"/>
                        </a:rPr>
                        <a:t>Project 3</a:t>
                      </a:r>
                      <a:endParaRPr sz="1600" b="1">
                        <a:solidFill>
                          <a:schemeClr val="dk1"/>
                        </a:solidFill>
                        <a:latin typeface="Figtree"/>
                        <a:ea typeface="Figtree"/>
                        <a:cs typeface="Figtree"/>
                        <a:sym typeface="Figtree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solidFill>
                            <a:schemeClr val="dk1"/>
                          </a:solidFill>
                          <a:latin typeface="Figtree"/>
                          <a:ea typeface="Figtree"/>
                          <a:cs typeface="Figtree"/>
                          <a:sym typeface="Figtree"/>
                        </a:rPr>
                        <a:t>Project 4</a:t>
                      </a:r>
                      <a:endParaRPr sz="1600" b="1">
                        <a:solidFill>
                          <a:schemeClr val="dk1"/>
                        </a:solidFill>
                        <a:latin typeface="Figtree"/>
                        <a:ea typeface="Figtree"/>
                        <a:cs typeface="Figtree"/>
                        <a:sym typeface="Figtree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solidFill>
                            <a:schemeClr val="dk1"/>
                          </a:solidFill>
                          <a:latin typeface="Figtree"/>
                          <a:ea typeface="Figtree"/>
                          <a:cs typeface="Figtree"/>
                          <a:sym typeface="Figtree"/>
                        </a:rPr>
                        <a:t>Project 5</a:t>
                      </a:r>
                      <a:endParaRPr sz="1600" b="1">
                        <a:solidFill>
                          <a:schemeClr val="dk1"/>
                        </a:solidFill>
                        <a:latin typeface="Figtree"/>
                        <a:ea typeface="Figtree"/>
                        <a:cs typeface="Figtree"/>
                        <a:sym typeface="Figtree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6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Goal 1</a:t>
                      </a:r>
                      <a:endParaRPr b="1">
                        <a:solidFill>
                          <a:schemeClr val="dk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Write your metrics</a:t>
                      </a:r>
                      <a:endParaRPr sz="1100">
                        <a:solidFill>
                          <a:schemeClr val="dk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Write your metrics</a:t>
                      </a:r>
                      <a:endParaRPr>
                        <a:solidFill>
                          <a:schemeClr val="dk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Write your metrics</a:t>
                      </a:r>
                      <a:endParaRPr>
                        <a:solidFill>
                          <a:schemeClr val="dk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Write your metrics</a:t>
                      </a:r>
                      <a:endParaRPr>
                        <a:solidFill>
                          <a:schemeClr val="dk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Write your metrics</a:t>
                      </a:r>
                      <a:endParaRPr>
                        <a:solidFill>
                          <a:schemeClr val="dk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6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Goal 2</a:t>
                      </a:r>
                      <a:endParaRPr>
                        <a:solidFill>
                          <a:schemeClr val="dk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Write your metrics</a:t>
                      </a:r>
                      <a:endParaRPr>
                        <a:solidFill>
                          <a:schemeClr val="dk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Write your metrics</a:t>
                      </a:r>
                      <a:endParaRPr>
                        <a:solidFill>
                          <a:schemeClr val="dk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Write your metrics</a:t>
                      </a:r>
                      <a:endParaRPr>
                        <a:solidFill>
                          <a:schemeClr val="dk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Write your metrics</a:t>
                      </a:r>
                      <a:endParaRPr>
                        <a:solidFill>
                          <a:schemeClr val="dk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Write your metrics</a:t>
                      </a:r>
                      <a:endParaRPr>
                        <a:solidFill>
                          <a:schemeClr val="dk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6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Goal 3</a:t>
                      </a:r>
                      <a:endParaRPr>
                        <a:solidFill>
                          <a:schemeClr val="dk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Write your metrics</a:t>
                      </a:r>
                      <a:endParaRPr>
                        <a:solidFill>
                          <a:schemeClr val="dk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Write your metrics</a:t>
                      </a:r>
                      <a:endParaRPr>
                        <a:solidFill>
                          <a:schemeClr val="dk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Write your metrics</a:t>
                      </a:r>
                      <a:endParaRPr>
                        <a:solidFill>
                          <a:schemeClr val="dk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Write your metrics</a:t>
                      </a:r>
                      <a:endParaRPr>
                        <a:solidFill>
                          <a:schemeClr val="dk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Write your metrics</a:t>
                      </a:r>
                      <a:endParaRPr>
                        <a:solidFill>
                          <a:schemeClr val="dk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6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Goal 4</a:t>
                      </a:r>
                      <a:endParaRPr>
                        <a:solidFill>
                          <a:schemeClr val="dk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Write your metrics</a:t>
                      </a:r>
                      <a:endParaRPr>
                        <a:solidFill>
                          <a:schemeClr val="dk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Write your metrics</a:t>
                      </a:r>
                      <a:endParaRPr>
                        <a:solidFill>
                          <a:schemeClr val="dk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Write your metrics</a:t>
                      </a:r>
                      <a:endParaRPr>
                        <a:solidFill>
                          <a:schemeClr val="dk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Write your metrics</a:t>
                      </a:r>
                      <a:endParaRPr>
                        <a:solidFill>
                          <a:schemeClr val="dk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Write your metrics</a:t>
                      </a:r>
                      <a:endParaRPr>
                        <a:solidFill>
                          <a:schemeClr val="dk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6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Goal 5</a:t>
                      </a:r>
                      <a:endParaRPr>
                        <a:solidFill>
                          <a:schemeClr val="dk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Write your metrics</a:t>
                      </a:r>
                      <a:endParaRPr>
                        <a:solidFill>
                          <a:schemeClr val="dk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Write your metrics</a:t>
                      </a:r>
                      <a:endParaRPr>
                        <a:solidFill>
                          <a:schemeClr val="dk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Write your metrics</a:t>
                      </a:r>
                      <a:endParaRPr>
                        <a:solidFill>
                          <a:schemeClr val="dk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Write your metrics</a:t>
                      </a:r>
                      <a:endParaRPr>
                        <a:solidFill>
                          <a:schemeClr val="dk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Write your metrics</a:t>
                      </a:r>
                      <a:endParaRPr>
                        <a:solidFill>
                          <a:schemeClr val="dk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6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Goal 6</a:t>
                      </a:r>
                      <a:endParaRPr>
                        <a:solidFill>
                          <a:schemeClr val="dk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Write your metrics</a:t>
                      </a:r>
                      <a:endParaRPr>
                        <a:solidFill>
                          <a:schemeClr val="dk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Write your metrics</a:t>
                      </a:r>
                      <a:endParaRPr>
                        <a:solidFill>
                          <a:schemeClr val="dk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Write your metrics</a:t>
                      </a:r>
                      <a:endParaRPr>
                        <a:solidFill>
                          <a:schemeClr val="dk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Write your metrics</a:t>
                      </a:r>
                      <a:endParaRPr>
                        <a:solidFill>
                          <a:schemeClr val="dk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Write your metrics</a:t>
                      </a:r>
                      <a:endParaRPr>
                        <a:solidFill>
                          <a:schemeClr val="dk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p47"/>
          <p:cNvSpPr txBox="1">
            <a:spLocks noGrp="1"/>
          </p:cNvSpPr>
          <p:nvPr>
            <p:ph type="subTitle" idx="1"/>
          </p:nvPr>
        </p:nvSpPr>
        <p:spPr>
          <a:xfrm>
            <a:off x="4317925" y="1814400"/>
            <a:ext cx="4110900" cy="105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Does anyone have any questions?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addyouremail@freepik.com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+91  620 421 838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yourwebsite.com</a:t>
            </a:r>
            <a:endParaRPr/>
          </a:p>
        </p:txBody>
      </p:sp>
      <p:sp>
        <p:nvSpPr>
          <p:cNvPr id="867" name="Google Shape;867;p47"/>
          <p:cNvSpPr txBox="1">
            <a:spLocks noGrp="1"/>
          </p:cNvSpPr>
          <p:nvPr>
            <p:ph type="ctrTitle"/>
          </p:nvPr>
        </p:nvSpPr>
        <p:spPr>
          <a:xfrm>
            <a:off x="4317825" y="535000"/>
            <a:ext cx="4110900" cy="105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</a:t>
            </a:r>
            <a:endParaRPr/>
          </a:p>
        </p:txBody>
      </p:sp>
      <p:sp>
        <p:nvSpPr>
          <p:cNvPr id="868" name="Google Shape;868;p47"/>
          <p:cNvSpPr txBox="1"/>
          <p:nvPr/>
        </p:nvSpPr>
        <p:spPr>
          <a:xfrm>
            <a:off x="4317872" y="4179050"/>
            <a:ext cx="4110900" cy="43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Please keep this slide for attribution</a:t>
            </a:r>
            <a:endParaRPr sz="1000" b="1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869" name="Google Shape;869;p47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15818" r="15825"/>
          <a:stretch/>
        </p:blipFill>
        <p:spPr>
          <a:xfrm>
            <a:off x="715100" y="962250"/>
            <a:ext cx="3219000" cy="3218999"/>
          </a:xfrm>
          <a:prstGeom prst="rect">
            <a:avLst/>
          </a:prstGeom>
        </p:spPr>
      </p:pic>
      <p:grpSp>
        <p:nvGrpSpPr>
          <p:cNvPr id="870" name="Google Shape;870;p47"/>
          <p:cNvGrpSpPr/>
          <p:nvPr/>
        </p:nvGrpSpPr>
        <p:grpSpPr>
          <a:xfrm>
            <a:off x="5254299" y="3057875"/>
            <a:ext cx="393600" cy="393600"/>
            <a:chOff x="5254299" y="3057875"/>
            <a:chExt cx="393600" cy="393600"/>
          </a:xfrm>
        </p:grpSpPr>
        <p:sp>
          <p:nvSpPr>
            <p:cNvPr id="871" name="Google Shape;871;p47"/>
            <p:cNvSpPr/>
            <p:nvPr/>
          </p:nvSpPr>
          <p:spPr>
            <a:xfrm>
              <a:off x="5254299" y="3057875"/>
              <a:ext cx="393600" cy="393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72" name="Google Shape;872;p47"/>
            <p:cNvGrpSpPr/>
            <p:nvPr/>
          </p:nvGrpSpPr>
          <p:grpSpPr>
            <a:xfrm>
              <a:off x="5334015" y="3173237"/>
              <a:ext cx="234165" cy="163176"/>
              <a:chOff x="5621675" y="3914200"/>
              <a:chExt cx="234165" cy="163176"/>
            </a:xfrm>
          </p:grpSpPr>
          <p:sp>
            <p:nvSpPr>
              <p:cNvPr id="873" name="Google Shape;873;p47"/>
              <p:cNvSpPr/>
              <p:nvPr/>
            </p:nvSpPr>
            <p:spPr>
              <a:xfrm>
                <a:off x="5696567" y="3944343"/>
                <a:ext cx="98411" cy="102527"/>
              </a:xfrm>
              <a:custGeom>
                <a:avLst/>
                <a:gdLst/>
                <a:ahLst/>
                <a:cxnLst/>
                <a:rect l="l" t="t" r="r" b="b"/>
                <a:pathLst>
                  <a:path w="3754" h="3911" extrusionOk="0">
                    <a:moveTo>
                      <a:pt x="129" y="0"/>
                    </a:moveTo>
                    <a:cubicBezTo>
                      <a:pt x="58" y="0"/>
                      <a:pt x="0" y="60"/>
                      <a:pt x="0" y="136"/>
                    </a:cubicBezTo>
                    <a:lnTo>
                      <a:pt x="0" y="3774"/>
                    </a:lnTo>
                    <a:cubicBezTo>
                      <a:pt x="0" y="3850"/>
                      <a:pt x="58" y="3910"/>
                      <a:pt x="123" y="3910"/>
                    </a:cubicBezTo>
                    <a:cubicBezTo>
                      <a:pt x="144" y="3910"/>
                      <a:pt x="166" y="3904"/>
                      <a:pt x="188" y="3890"/>
                    </a:cubicBezTo>
                    <a:lnTo>
                      <a:pt x="3667" y="2071"/>
                    </a:lnTo>
                    <a:cubicBezTo>
                      <a:pt x="3753" y="2027"/>
                      <a:pt x="3753" y="1883"/>
                      <a:pt x="3667" y="1840"/>
                    </a:cubicBezTo>
                    <a:lnTo>
                      <a:pt x="202" y="21"/>
                    </a:lnTo>
                    <a:cubicBezTo>
                      <a:pt x="177" y="7"/>
                      <a:pt x="153" y="0"/>
                      <a:pt x="12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" name="Google Shape;874;p47"/>
              <p:cNvSpPr/>
              <p:nvPr/>
            </p:nvSpPr>
            <p:spPr>
              <a:xfrm>
                <a:off x="5621675" y="3914200"/>
                <a:ext cx="234165" cy="163176"/>
              </a:xfrm>
              <a:custGeom>
                <a:avLst/>
                <a:gdLst/>
                <a:ahLst/>
                <a:cxnLst/>
                <a:rect l="l" t="t" r="r" b="b"/>
                <a:pathLst>
                  <a:path w="12544" h="8740" extrusionOk="0">
                    <a:moveTo>
                      <a:pt x="1469" y="8373"/>
                    </a:moveTo>
                    <a:cubicBezTo>
                      <a:pt x="1002" y="8240"/>
                      <a:pt x="701" y="7940"/>
                      <a:pt x="535" y="7473"/>
                    </a:cubicBezTo>
                    <a:cubicBezTo>
                      <a:pt x="134" y="6338"/>
                      <a:pt x="1" y="1702"/>
                      <a:pt x="768" y="768"/>
                    </a:cubicBezTo>
                    <a:cubicBezTo>
                      <a:pt x="1035" y="468"/>
                      <a:pt x="1402" y="267"/>
                      <a:pt x="1802" y="234"/>
                    </a:cubicBezTo>
                    <a:cubicBezTo>
                      <a:pt x="3904" y="1"/>
                      <a:pt x="10408" y="34"/>
                      <a:pt x="11175" y="301"/>
                    </a:cubicBezTo>
                    <a:cubicBezTo>
                      <a:pt x="11609" y="468"/>
                      <a:pt x="11909" y="734"/>
                      <a:pt x="12076" y="1168"/>
                    </a:cubicBezTo>
                    <a:cubicBezTo>
                      <a:pt x="12510" y="2336"/>
                      <a:pt x="12543" y="6539"/>
                      <a:pt x="12009" y="7639"/>
                    </a:cubicBezTo>
                    <a:cubicBezTo>
                      <a:pt x="11876" y="7940"/>
                      <a:pt x="11643" y="8140"/>
                      <a:pt x="11376" y="8306"/>
                    </a:cubicBezTo>
                    <a:cubicBezTo>
                      <a:pt x="10575" y="8740"/>
                      <a:pt x="2503" y="8707"/>
                      <a:pt x="1469" y="8373"/>
                    </a:cubicBezTo>
                    <a:close/>
                    <a:moveTo>
                      <a:pt x="4804" y="6205"/>
                    </a:moveTo>
                    <a:cubicBezTo>
                      <a:pt x="6072" y="5538"/>
                      <a:pt x="7339" y="4871"/>
                      <a:pt x="8607" y="4237"/>
                    </a:cubicBezTo>
                    <a:cubicBezTo>
                      <a:pt x="7339" y="3570"/>
                      <a:pt x="6072" y="2903"/>
                      <a:pt x="4804" y="2235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875" name="Google Shape;875;p47"/>
          <p:cNvGrpSpPr/>
          <p:nvPr/>
        </p:nvGrpSpPr>
        <p:grpSpPr>
          <a:xfrm>
            <a:off x="6096024" y="3057875"/>
            <a:ext cx="393600" cy="393600"/>
            <a:chOff x="6096024" y="3057875"/>
            <a:chExt cx="393600" cy="393600"/>
          </a:xfrm>
        </p:grpSpPr>
        <p:sp>
          <p:nvSpPr>
            <p:cNvPr id="876" name="Google Shape;876;p47"/>
            <p:cNvSpPr/>
            <p:nvPr/>
          </p:nvSpPr>
          <p:spPr>
            <a:xfrm>
              <a:off x="6096024" y="3057875"/>
              <a:ext cx="393600" cy="393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47"/>
            <p:cNvSpPr/>
            <p:nvPr/>
          </p:nvSpPr>
          <p:spPr>
            <a:xfrm>
              <a:off x="6193277" y="3141173"/>
              <a:ext cx="199011" cy="226983"/>
            </a:xfrm>
            <a:custGeom>
              <a:avLst/>
              <a:gdLst/>
              <a:ahLst/>
              <a:cxnLst/>
              <a:rect l="l" t="t" r="r" b="b"/>
              <a:pathLst>
                <a:path w="130928" h="148841" extrusionOk="0">
                  <a:moveTo>
                    <a:pt x="70184" y="0"/>
                  </a:moveTo>
                  <a:cubicBezTo>
                    <a:pt x="67749" y="0"/>
                    <a:pt x="65781" y="1968"/>
                    <a:pt x="65781" y="4370"/>
                  </a:cubicBezTo>
                  <a:lnTo>
                    <a:pt x="65781" y="100105"/>
                  </a:lnTo>
                  <a:cubicBezTo>
                    <a:pt x="65781" y="106844"/>
                    <a:pt x="61744" y="112915"/>
                    <a:pt x="55507" y="115483"/>
                  </a:cubicBezTo>
                  <a:cubicBezTo>
                    <a:pt x="53445" y="116348"/>
                    <a:pt x="51279" y="116767"/>
                    <a:pt x="49132" y="116767"/>
                  </a:cubicBezTo>
                  <a:cubicBezTo>
                    <a:pt x="44819" y="116767"/>
                    <a:pt x="40578" y="115076"/>
                    <a:pt x="37394" y="111914"/>
                  </a:cubicBezTo>
                  <a:cubicBezTo>
                    <a:pt x="32624" y="107177"/>
                    <a:pt x="31156" y="100039"/>
                    <a:pt x="33691" y="93801"/>
                  </a:cubicBezTo>
                  <a:cubicBezTo>
                    <a:pt x="36260" y="87563"/>
                    <a:pt x="42297" y="83493"/>
                    <a:pt x="49035" y="83460"/>
                  </a:cubicBezTo>
                  <a:cubicBezTo>
                    <a:pt x="51437" y="83460"/>
                    <a:pt x="53405" y="81492"/>
                    <a:pt x="53405" y="79090"/>
                  </a:cubicBezTo>
                  <a:lnTo>
                    <a:pt x="53405" y="55740"/>
                  </a:lnTo>
                  <a:cubicBezTo>
                    <a:pt x="53405" y="53305"/>
                    <a:pt x="51437" y="51370"/>
                    <a:pt x="49035" y="51370"/>
                  </a:cubicBezTo>
                  <a:cubicBezTo>
                    <a:pt x="21983" y="51370"/>
                    <a:pt x="0" y="73253"/>
                    <a:pt x="0" y="100105"/>
                  </a:cubicBezTo>
                  <a:cubicBezTo>
                    <a:pt x="0" y="126991"/>
                    <a:pt x="21949" y="148840"/>
                    <a:pt x="49002" y="148840"/>
                  </a:cubicBezTo>
                  <a:cubicBezTo>
                    <a:pt x="76021" y="148840"/>
                    <a:pt x="98037" y="126991"/>
                    <a:pt x="98037" y="100105"/>
                  </a:cubicBezTo>
                  <a:lnTo>
                    <a:pt x="98037" y="57742"/>
                  </a:lnTo>
                  <a:cubicBezTo>
                    <a:pt x="106751" y="62347"/>
                    <a:pt x="116484" y="64780"/>
                    <a:pt x="126356" y="64780"/>
                  </a:cubicBezTo>
                  <a:cubicBezTo>
                    <a:pt x="126423" y="64780"/>
                    <a:pt x="126490" y="64780"/>
                    <a:pt x="126557" y="64780"/>
                  </a:cubicBezTo>
                  <a:cubicBezTo>
                    <a:pt x="128959" y="64780"/>
                    <a:pt x="130927" y="62812"/>
                    <a:pt x="130927" y="60410"/>
                  </a:cubicBezTo>
                  <a:lnTo>
                    <a:pt x="130927" y="37094"/>
                  </a:lnTo>
                  <a:cubicBezTo>
                    <a:pt x="130927" y="34658"/>
                    <a:pt x="128959" y="32724"/>
                    <a:pt x="126557" y="32724"/>
                  </a:cubicBezTo>
                  <a:cubicBezTo>
                    <a:pt x="110813" y="32724"/>
                    <a:pt x="98037" y="19981"/>
                    <a:pt x="98037" y="4370"/>
                  </a:cubicBezTo>
                  <a:cubicBezTo>
                    <a:pt x="98037" y="1968"/>
                    <a:pt x="96069" y="0"/>
                    <a:pt x="936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Shape 4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61" name="Google Shape;4861;p60"/>
          <p:cNvGrpSpPr/>
          <p:nvPr/>
        </p:nvGrpSpPr>
        <p:grpSpPr>
          <a:xfrm>
            <a:off x="821785" y="2307635"/>
            <a:ext cx="339235" cy="298186"/>
            <a:chOff x="898875" y="244725"/>
            <a:chExt cx="481800" cy="423500"/>
          </a:xfrm>
        </p:grpSpPr>
        <p:sp>
          <p:nvSpPr>
            <p:cNvPr id="4862" name="Google Shape;4862;p60"/>
            <p:cNvSpPr/>
            <p:nvPr/>
          </p:nvSpPr>
          <p:spPr>
            <a:xfrm>
              <a:off x="1125675" y="470575"/>
              <a:ext cx="28275" cy="28250"/>
            </a:xfrm>
            <a:custGeom>
              <a:avLst/>
              <a:gdLst/>
              <a:ahLst/>
              <a:cxnLst/>
              <a:rect l="l" t="t" r="r" b="b"/>
              <a:pathLst>
                <a:path w="1131" h="1130" extrusionOk="0">
                  <a:moveTo>
                    <a:pt x="564" y="1"/>
                  </a:moveTo>
                  <a:cubicBezTo>
                    <a:pt x="251" y="1"/>
                    <a:pt x="1" y="251"/>
                    <a:pt x="1" y="564"/>
                  </a:cubicBezTo>
                  <a:cubicBezTo>
                    <a:pt x="1" y="877"/>
                    <a:pt x="251" y="1130"/>
                    <a:pt x="564" y="1130"/>
                  </a:cubicBezTo>
                  <a:cubicBezTo>
                    <a:pt x="877" y="1130"/>
                    <a:pt x="1130" y="877"/>
                    <a:pt x="1130" y="564"/>
                  </a:cubicBezTo>
                  <a:cubicBezTo>
                    <a:pt x="1130" y="251"/>
                    <a:pt x="877" y="1"/>
                    <a:pt x="56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863" name="Google Shape;4863;p60"/>
            <p:cNvSpPr/>
            <p:nvPr/>
          </p:nvSpPr>
          <p:spPr>
            <a:xfrm>
              <a:off x="898875" y="244725"/>
              <a:ext cx="481800" cy="225875"/>
            </a:xfrm>
            <a:custGeom>
              <a:avLst/>
              <a:gdLst/>
              <a:ahLst/>
              <a:cxnLst/>
              <a:rect l="l" t="t" r="r" b="b"/>
              <a:pathLst>
                <a:path w="19272" h="9035" extrusionOk="0">
                  <a:moveTo>
                    <a:pt x="2825" y="1130"/>
                  </a:moveTo>
                  <a:cubicBezTo>
                    <a:pt x="3135" y="1130"/>
                    <a:pt x="3388" y="1380"/>
                    <a:pt x="3388" y="1693"/>
                  </a:cubicBezTo>
                  <a:lnTo>
                    <a:pt x="3388" y="2259"/>
                  </a:lnTo>
                  <a:lnTo>
                    <a:pt x="2258" y="2259"/>
                  </a:lnTo>
                  <a:lnTo>
                    <a:pt x="2258" y="1693"/>
                  </a:lnTo>
                  <a:cubicBezTo>
                    <a:pt x="2258" y="1380"/>
                    <a:pt x="2511" y="1130"/>
                    <a:pt x="2825" y="1130"/>
                  </a:cubicBezTo>
                  <a:close/>
                  <a:moveTo>
                    <a:pt x="11894" y="1130"/>
                  </a:moveTo>
                  <a:cubicBezTo>
                    <a:pt x="12208" y="1130"/>
                    <a:pt x="12461" y="1380"/>
                    <a:pt x="12461" y="1693"/>
                  </a:cubicBezTo>
                  <a:lnTo>
                    <a:pt x="12461" y="2259"/>
                  </a:lnTo>
                  <a:lnTo>
                    <a:pt x="6814" y="2259"/>
                  </a:lnTo>
                  <a:lnTo>
                    <a:pt x="6814" y="1693"/>
                  </a:lnTo>
                  <a:cubicBezTo>
                    <a:pt x="6814" y="1380"/>
                    <a:pt x="7064" y="1130"/>
                    <a:pt x="7378" y="1130"/>
                  </a:cubicBezTo>
                  <a:close/>
                  <a:moveTo>
                    <a:pt x="5083" y="4518"/>
                  </a:moveTo>
                  <a:cubicBezTo>
                    <a:pt x="5586" y="4518"/>
                    <a:pt x="5836" y="5123"/>
                    <a:pt x="5480" y="5481"/>
                  </a:cubicBezTo>
                  <a:cubicBezTo>
                    <a:pt x="5366" y="5596"/>
                    <a:pt x="5225" y="5647"/>
                    <a:pt x="5086" y="5647"/>
                  </a:cubicBezTo>
                  <a:cubicBezTo>
                    <a:pt x="4796" y="5647"/>
                    <a:pt x="4517" y="5422"/>
                    <a:pt x="4517" y="5081"/>
                  </a:cubicBezTo>
                  <a:cubicBezTo>
                    <a:pt x="4517" y="4768"/>
                    <a:pt x="4770" y="4518"/>
                    <a:pt x="5083" y="4518"/>
                  </a:cubicBezTo>
                  <a:close/>
                  <a:moveTo>
                    <a:pt x="2825" y="1"/>
                  </a:moveTo>
                  <a:cubicBezTo>
                    <a:pt x="1888" y="1"/>
                    <a:pt x="1129" y="757"/>
                    <a:pt x="1129" y="1693"/>
                  </a:cubicBezTo>
                  <a:lnTo>
                    <a:pt x="1129" y="2362"/>
                  </a:lnTo>
                  <a:cubicBezTo>
                    <a:pt x="455" y="2600"/>
                    <a:pt x="3" y="3235"/>
                    <a:pt x="0" y="3952"/>
                  </a:cubicBezTo>
                  <a:lnTo>
                    <a:pt x="0" y="4518"/>
                  </a:lnTo>
                  <a:lnTo>
                    <a:pt x="1695" y="4518"/>
                  </a:lnTo>
                  <a:cubicBezTo>
                    <a:pt x="2629" y="4518"/>
                    <a:pt x="3388" y="5274"/>
                    <a:pt x="3388" y="6210"/>
                  </a:cubicBezTo>
                  <a:lnTo>
                    <a:pt x="3388" y="9035"/>
                  </a:lnTo>
                  <a:lnTo>
                    <a:pt x="5742" y="9035"/>
                  </a:lnTo>
                  <a:cubicBezTo>
                    <a:pt x="6016" y="7123"/>
                    <a:pt x="7652" y="5647"/>
                    <a:pt x="9636" y="5647"/>
                  </a:cubicBezTo>
                  <a:cubicBezTo>
                    <a:pt x="11620" y="5647"/>
                    <a:pt x="13256" y="7123"/>
                    <a:pt x="13533" y="9035"/>
                  </a:cubicBezTo>
                  <a:lnTo>
                    <a:pt x="15884" y="9035"/>
                  </a:lnTo>
                  <a:lnTo>
                    <a:pt x="15884" y="6210"/>
                  </a:lnTo>
                  <a:cubicBezTo>
                    <a:pt x="15884" y="5274"/>
                    <a:pt x="16643" y="4518"/>
                    <a:pt x="17580" y="4518"/>
                  </a:cubicBezTo>
                  <a:lnTo>
                    <a:pt x="19272" y="4518"/>
                  </a:lnTo>
                  <a:lnTo>
                    <a:pt x="19272" y="3952"/>
                  </a:lnTo>
                  <a:cubicBezTo>
                    <a:pt x="19272" y="3015"/>
                    <a:pt x="18513" y="2259"/>
                    <a:pt x="17580" y="2259"/>
                  </a:cubicBezTo>
                  <a:lnTo>
                    <a:pt x="13590" y="2259"/>
                  </a:lnTo>
                  <a:lnTo>
                    <a:pt x="13590" y="1693"/>
                  </a:lnTo>
                  <a:cubicBezTo>
                    <a:pt x="13587" y="757"/>
                    <a:pt x="12831" y="1"/>
                    <a:pt x="11894" y="1"/>
                  </a:cubicBezTo>
                  <a:lnTo>
                    <a:pt x="7378" y="1"/>
                  </a:lnTo>
                  <a:cubicBezTo>
                    <a:pt x="6441" y="1"/>
                    <a:pt x="5685" y="757"/>
                    <a:pt x="5685" y="1693"/>
                  </a:cubicBezTo>
                  <a:lnTo>
                    <a:pt x="5685" y="2259"/>
                  </a:lnTo>
                  <a:lnTo>
                    <a:pt x="4517" y="2259"/>
                  </a:lnTo>
                  <a:lnTo>
                    <a:pt x="4517" y="1693"/>
                  </a:lnTo>
                  <a:cubicBezTo>
                    <a:pt x="4517" y="757"/>
                    <a:pt x="3758" y="1"/>
                    <a:pt x="28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864" name="Google Shape;4864;p60"/>
            <p:cNvSpPr/>
            <p:nvPr/>
          </p:nvSpPr>
          <p:spPr>
            <a:xfrm>
              <a:off x="1324200" y="385900"/>
              <a:ext cx="56475" cy="197625"/>
            </a:xfrm>
            <a:custGeom>
              <a:avLst/>
              <a:gdLst/>
              <a:ahLst/>
              <a:cxnLst/>
              <a:rect l="l" t="t" r="r" b="b"/>
              <a:pathLst>
                <a:path w="2259" h="7905" extrusionOk="0">
                  <a:moveTo>
                    <a:pt x="567" y="0"/>
                  </a:moveTo>
                  <a:cubicBezTo>
                    <a:pt x="254" y="0"/>
                    <a:pt x="1" y="250"/>
                    <a:pt x="1" y="563"/>
                  </a:cubicBezTo>
                  <a:lnTo>
                    <a:pt x="1" y="7339"/>
                  </a:lnTo>
                  <a:cubicBezTo>
                    <a:pt x="1" y="7652"/>
                    <a:pt x="254" y="7905"/>
                    <a:pt x="567" y="7905"/>
                  </a:cubicBezTo>
                  <a:lnTo>
                    <a:pt x="2259" y="7905"/>
                  </a:lnTo>
                  <a:lnTo>
                    <a:pt x="225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865" name="Google Shape;4865;p60"/>
            <p:cNvSpPr/>
            <p:nvPr/>
          </p:nvSpPr>
          <p:spPr>
            <a:xfrm>
              <a:off x="898875" y="385900"/>
              <a:ext cx="56475" cy="197625"/>
            </a:xfrm>
            <a:custGeom>
              <a:avLst/>
              <a:gdLst/>
              <a:ahLst/>
              <a:cxnLst/>
              <a:rect l="l" t="t" r="r" b="b"/>
              <a:pathLst>
                <a:path w="2259" h="7905" extrusionOk="0">
                  <a:moveTo>
                    <a:pt x="0" y="0"/>
                  </a:moveTo>
                  <a:lnTo>
                    <a:pt x="0" y="7905"/>
                  </a:lnTo>
                  <a:lnTo>
                    <a:pt x="1695" y="7905"/>
                  </a:lnTo>
                  <a:cubicBezTo>
                    <a:pt x="2005" y="7905"/>
                    <a:pt x="2258" y="7652"/>
                    <a:pt x="2258" y="7339"/>
                  </a:cubicBezTo>
                  <a:lnTo>
                    <a:pt x="2258" y="563"/>
                  </a:lnTo>
                  <a:cubicBezTo>
                    <a:pt x="2258" y="250"/>
                    <a:pt x="2005" y="0"/>
                    <a:pt x="16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866" name="Google Shape;4866;p60"/>
            <p:cNvSpPr/>
            <p:nvPr/>
          </p:nvSpPr>
          <p:spPr>
            <a:xfrm>
              <a:off x="1063650" y="414125"/>
              <a:ext cx="146750" cy="141125"/>
            </a:xfrm>
            <a:custGeom>
              <a:avLst/>
              <a:gdLst/>
              <a:ahLst/>
              <a:cxnLst/>
              <a:rect l="l" t="t" r="r" b="b"/>
              <a:pathLst>
                <a:path w="5870" h="5645" extrusionOk="0">
                  <a:moveTo>
                    <a:pt x="3045" y="1127"/>
                  </a:moveTo>
                  <a:cubicBezTo>
                    <a:pt x="3263" y="1127"/>
                    <a:pt x="3483" y="1169"/>
                    <a:pt x="3692" y="1256"/>
                  </a:cubicBezTo>
                  <a:cubicBezTo>
                    <a:pt x="4325" y="1518"/>
                    <a:pt x="4740" y="2135"/>
                    <a:pt x="4740" y="2822"/>
                  </a:cubicBezTo>
                  <a:cubicBezTo>
                    <a:pt x="4737" y="3758"/>
                    <a:pt x="3981" y="4514"/>
                    <a:pt x="3045" y="4517"/>
                  </a:cubicBezTo>
                  <a:cubicBezTo>
                    <a:pt x="2358" y="4517"/>
                    <a:pt x="1741" y="4102"/>
                    <a:pt x="1479" y="3469"/>
                  </a:cubicBezTo>
                  <a:cubicBezTo>
                    <a:pt x="1217" y="2837"/>
                    <a:pt x="1362" y="2108"/>
                    <a:pt x="1847" y="1623"/>
                  </a:cubicBezTo>
                  <a:cubicBezTo>
                    <a:pt x="2171" y="1299"/>
                    <a:pt x="2604" y="1127"/>
                    <a:pt x="3045" y="1127"/>
                  </a:cubicBezTo>
                  <a:close/>
                  <a:moveTo>
                    <a:pt x="3045" y="0"/>
                  </a:moveTo>
                  <a:cubicBezTo>
                    <a:pt x="1904" y="0"/>
                    <a:pt x="874" y="687"/>
                    <a:pt x="437" y="1741"/>
                  </a:cubicBezTo>
                  <a:cubicBezTo>
                    <a:pt x="1" y="2798"/>
                    <a:pt x="242" y="4011"/>
                    <a:pt x="1049" y="4818"/>
                  </a:cubicBezTo>
                  <a:cubicBezTo>
                    <a:pt x="1588" y="5358"/>
                    <a:pt x="2310" y="5645"/>
                    <a:pt x="3045" y="5645"/>
                  </a:cubicBezTo>
                  <a:cubicBezTo>
                    <a:pt x="3409" y="5645"/>
                    <a:pt x="3776" y="5574"/>
                    <a:pt x="4126" y="5430"/>
                  </a:cubicBezTo>
                  <a:cubicBezTo>
                    <a:pt x="5180" y="4993"/>
                    <a:pt x="5870" y="3963"/>
                    <a:pt x="5870" y="2822"/>
                  </a:cubicBezTo>
                  <a:cubicBezTo>
                    <a:pt x="5867" y="1262"/>
                    <a:pt x="4605" y="0"/>
                    <a:pt x="304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867" name="Google Shape;4867;p60"/>
            <p:cNvSpPr/>
            <p:nvPr/>
          </p:nvSpPr>
          <p:spPr>
            <a:xfrm>
              <a:off x="898875" y="498800"/>
              <a:ext cx="481800" cy="169425"/>
            </a:xfrm>
            <a:custGeom>
              <a:avLst/>
              <a:gdLst/>
              <a:ahLst/>
              <a:cxnLst/>
              <a:rect l="l" t="t" r="r" b="b"/>
              <a:pathLst>
                <a:path w="19272" h="6777" extrusionOk="0">
                  <a:moveTo>
                    <a:pt x="3388" y="1"/>
                  </a:moveTo>
                  <a:lnTo>
                    <a:pt x="3388" y="2823"/>
                  </a:lnTo>
                  <a:cubicBezTo>
                    <a:pt x="3388" y="3759"/>
                    <a:pt x="2629" y="4515"/>
                    <a:pt x="1695" y="4518"/>
                  </a:cubicBezTo>
                  <a:lnTo>
                    <a:pt x="0" y="4518"/>
                  </a:lnTo>
                  <a:lnTo>
                    <a:pt x="0" y="5081"/>
                  </a:lnTo>
                  <a:cubicBezTo>
                    <a:pt x="0" y="6017"/>
                    <a:pt x="759" y="6773"/>
                    <a:pt x="1695" y="6776"/>
                  </a:cubicBezTo>
                  <a:lnTo>
                    <a:pt x="17580" y="6776"/>
                  </a:lnTo>
                  <a:cubicBezTo>
                    <a:pt x="18513" y="6773"/>
                    <a:pt x="19272" y="6017"/>
                    <a:pt x="19272" y="5081"/>
                  </a:cubicBezTo>
                  <a:lnTo>
                    <a:pt x="19272" y="4518"/>
                  </a:lnTo>
                  <a:lnTo>
                    <a:pt x="17580" y="4518"/>
                  </a:lnTo>
                  <a:cubicBezTo>
                    <a:pt x="16643" y="4515"/>
                    <a:pt x="15884" y="3759"/>
                    <a:pt x="15884" y="2823"/>
                  </a:cubicBezTo>
                  <a:lnTo>
                    <a:pt x="15884" y="1"/>
                  </a:lnTo>
                  <a:lnTo>
                    <a:pt x="13533" y="1"/>
                  </a:lnTo>
                  <a:cubicBezTo>
                    <a:pt x="13256" y="1910"/>
                    <a:pt x="11620" y="3389"/>
                    <a:pt x="9636" y="3389"/>
                  </a:cubicBezTo>
                  <a:cubicBezTo>
                    <a:pt x="7652" y="3389"/>
                    <a:pt x="6016" y="1910"/>
                    <a:pt x="57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4868" name="Google Shape;4868;p60"/>
          <p:cNvGrpSpPr/>
          <p:nvPr/>
        </p:nvGrpSpPr>
        <p:grpSpPr>
          <a:xfrm>
            <a:off x="1260167" y="2287103"/>
            <a:ext cx="298169" cy="339253"/>
            <a:chOff x="1529350" y="258825"/>
            <a:chExt cx="423475" cy="481825"/>
          </a:xfrm>
        </p:grpSpPr>
        <p:sp>
          <p:nvSpPr>
            <p:cNvPr id="4869" name="Google Shape;4869;p60"/>
            <p:cNvSpPr/>
            <p:nvPr/>
          </p:nvSpPr>
          <p:spPr>
            <a:xfrm>
              <a:off x="1585800" y="258825"/>
              <a:ext cx="310650" cy="430550"/>
            </a:xfrm>
            <a:custGeom>
              <a:avLst/>
              <a:gdLst/>
              <a:ahLst/>
              <a:cxnLst/>
              <a:rect l="l" t="t" r="r" b="b"/>
              <a:pathLst>
                <a:path w="12426" h="17222" extrusionOk="0">
                  <a:moveTo>
                    <a:pt x="6213" y="3388"/>
                  </a:moveTo>
                  <a:cubicBezTo>
                    <a:pt x="7354" y="3388"/>
                    <a:pt x="8384" y="4074"/>
                    <a:pt x="8821" y="5131"/>
                  </a:cubicBezTo>
                  <a:cubicBezTo>
                    <a:pt x="9257" y="6185"/>
                    <a:pt x="9016" y="7399"/>
                    <a:pt x="8206" y="8206"/>
                  </a:cubicBezTo>
                  <a:cubicBezTo>
                    <a:pt x="7666" y="8748"/>
                    <a:pt x="6945" y="9035"/>
                    <a:pt x="6210" y="9035"/>
                  </a:cubicBezTo>
                  <a:cubicBezTo>
                    <a:pt x="5847" y="9035"/>
                    <a:pt x="5481" y="8965"/>
                    <a:pt x="5132" y="8820"/>
                  </a:cubicBezTo>
                  <a:cubicBezTo>
                    <a:pt x="4075" y="8383"/>
                    <a:pt x="3388" y="7354"/>
                    <a:pt x="3388" y="6212"/>
                  </a:cubicBezTo>
                  <a:cubicBezTo>
                    <a:pt x="3391" y="4652"/>
                    <a:pt x="4653" y="3391"/>
                    <a:pt x="6213" y="3388"/>
                  </a:cubicBezTo>
                  <a:close/>
                  <a:moveTo>
                    <a:pt x="6213" y="0"/>
                  </a:moveTo>
                  <a:cubicBezTo>
                    <a:pt x="2825" y="0"/>
                    <a:pt x="1" y="2728"/>
                    <a:pt x="1" y="6212"/>
                  </a:cubicBezTo>
                  <a:cubicBezTo>
                    <a:pt x="1" y="7537"/>
                    <a:pt x="398" y="8718"/>
                    <a:pt x="1163" y="9826"/>
                  </a:cubicBezTo>
                  <a:lnTo>
                    <a:pt x="5737" y="16959"/>
                  </a:lnTo>
                  <a:cubicBezTo>
                    <a:pt x="5847" y="17134"/>
                    <a:pt x="6029" y="17221"/>
                    <a:pt x="6211" y="17221"/>
                  </a:cubicBezTo>
                  <a:cubicBezTo>
                    <a:pt x="6394" y="17221"/>
                    <a:pt x="6576" y="17134"/>
                    <a:pt x="6686" y="16959"/>
                  </a:cubicBezTo>
                  <a:lnTo>
                    <a:pt x="11278" y="9802"/>
                  </a:lnTo>
                  <a:cubicBezTo>
                    <a:pt x="12025" y="8751"/>
                    <a:pt x="12425" y="7498"/>
                    <a:pt x="12422" y="6212"/>
                  </a:cubicBezTo>
                  <a:cubicBezTo>
                    <a:pt x="12422" y="2786"/>
                    <a:pt x="9637" y="0"/>
                    <a:pt x="62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870" name="Google Shape;4870;p60"/>
            <p:cNvSpPr/>
            <p:nvPr/>
          </p:nvSpPr>
          <p:spPr>
            <a:xfrm>
              <a:off x="1529350" y="583200"/>
              <a:ext cx="423475" cy="157450"/>
            </a:xfrm>
            <a:custGeom>
              <a:avLst/>
              <a:gdLst/>
              <a:ahLst/>
              <a:cxnLst/>
              <a:rect l="l" t="t" r="r" b="b"/>
              <a:pathLst>
                <a:path w="16939" h="6298" extrusionOk="0">
                  <a:moveTo>
                    <a:pt x="4050" y="1"/>
                  </a:moveTo>
                  <a:cubicBezTo>
                    <a:pt x="1545" y="582"/>
                    <a:pt x="0" y="1642"/>
                    <a:pt x="0" y="2909"/>
                  </a:cubicBezTo>
                  <a:cubicBezTo>
                    <a:pt x="0" y="5111"/>
                    <a:pt x="4364" y="6297"/>
                    <a:pt x="8471" y="6297"/>
                  </a:cubicBezTo>
                  <a:cubicBezTo>
                    <a:pt x="12575" y="6297"/>
                    <a:pt x="16938" y="5111"/>
                    <a:pt x="16938" y="2909"/>
                  </a:cubicBezTo>
                  <a:cubicBezTo>
                    <a:pt x="16938" y="1642"/>
                    <a:pt x="15391" y="579"/>
                    <a:pt x="12882" y="1"/>
                  </a:cubicBezTo>
                  <a:lnTo>
                    <a:pt x="10040" y="4445"/>
                  </a:lnTo>
                  <a:cubicBezTo>
                    <a:pt x="9673" y="5018"/>
                    <a:pt x="9071" y="5305"/>
                    <a:pt x="8469" y="5305"/>
                  </a:cubicBezTo>
                  <a:cubicBezTo>
                    <a:pt x="7867" y="5305"/>
                    <a:pt x="7265" y="5018"/>
                    <a:pt x="6899" y="4445"/>
                  </a:cubicBezTo>
                  <a:lnTo>
                    <a:pt x="405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4871" name="Google Shape;4871;p60"/>
          <p:cNvGrpSpPr/>
          <p:nvPr/>
        </p:nvGrpSpPr>
        <p:grpSpPr>
          <a:xfrm>
            <a:off x="2102437" y="2287102"/>
            <a:ext cx="298169" cy="339253"/>
            <a:chOff x="2707500" y="249400"/>
            <a:chExt cx="423475" cy="481825"/>
          </a:xfrm>
        </p:grpSpPr>
        <p:sp>
          <p:nvSpPr>
            <p:cNvPr id="4872" name="Google Shape;4872;p60"/>
            <p:cNvSpPr/>
            <p:nvPr/>
          </p:nvSpPr>
          <p:spPr>
            <a:xfrm>
              <a:off x="2739175" y="420675"/>
              <a:ext cx="360100" cy="310550"/>
            </a:xfrm>
            <a:custGeom>
              <a:avLst/>
              <a:gdLst/>
              <a:ahLst/>
              <a:cxnLst/>
              <a:rect l="l" t="t" r="r" b="b"/>
              <a:pathLst>
                <a:path w="14404" h="12422" extrusionOk="0">
                  <a:moveTo>
                    <a:pt x="3816" y="1130"/>
                  </a:moveTo>
                  <a:cubicBezTo>
                    <a:pt x="4126" y="1130"/>
                    <a:pt x="4379" y="1382"/>
                    <a:pt x="4379" y="1696"/>
                  </a:cubicBezTo>
                  <a:lnTo>
                    <a:pt x="4379" y="8471"/>
                  </a:lnTo>
                  <a:cubicBezTo>
                    <a:pt x="4379" y="8781"/>
                    <a:pt x="4126" y="9034"/>
                    <a:pt x="3816" y="9034"/>
                  </a:cubicBezTo>
                  <a:cubicBezTo>
                    <a:pt x="3503" y="9034"/>
                    <a:pt x="3250" y="8781"/>
                    <a:pt x="3250" y="8471"/>
                  </a:cubicBezTo>
                  <a:lnTo>
                    <a:pt x="3250" y="1696"/>
                  </a:lnTo>
                  <a:cubicBezTo>
                    <a:pt x="3250" y="1382"/>
                    <a:pt x="3503" y="1130"/>
                    <a:pt x="3816" y="1130"/>
                  </a:cubicBezTo>
                  <a:close/>
                  <a:moveTo>
                    <a:pt x="7204" y="1130"/>
                  </a:moveTo>
                  <a:cubicBezTo>
                    <a:pt x="7514" y="1130"/>
                    <a:pt x="7767" y="1382"/>
                    <a:pt x="7767" y="1696"/>
                  </a:cubicBezTo>
                  <a:lnTo>
                    <a:pt x="7767" y="8471"/>
                  </a:lnTo>
                  <a:cubicBezTo>
                    <a:pt x="7767" y="8781"/>
                    <a:pt x="7514" y="9034"/>
                    <a:pt x="7204" y="9034"/>
                  </a:cubicBezTo>
                  <a:cubicBezTo>
                    <a:pt x="6891" y="9034"/>
                    <a:pt x="6638" y="8781"/>
                    <a:pt x="6638" y="8471"/>
                  </a:cubicBezTo>
                  <a:lnTo>
                    <a:pt x="6638" y="1696"/>
                  </a:lnTo>
                  <a:cubicBezTo>
                    <a:pt x="6638" y="1382"/>
                    <a:pt x="6891" y="1130"/>
                    <a:pt x="7204" y="1130"/>
                  </a:cubicBezTo>
                  <a:close/>
                  <a:moveTo>
                    <a:pt x="10592" y="1130"/>
                  </a:moveTo>
                  <a:cubicBezTo>
                    <a:pt x="10902" y="1130"/>
                    <a:pt x="11155" y="1382"/>
                    <a:pt x="11155" y="1696"/>
                  </a:cubicBezTo>
                  <a:lnTo>
                    <a:pt x="11155" y="8471"/>
                  </a:lnTo>
                  <a:cubicBezTo>
                    <a:pt x="11155" y="8781"/>
                    <a:pt x="10902" y="9034"/>
                    <a:pt x="10592" y="9034"/>
                  </a:cubicBezTo>
                  <a:cubicBezTo>
                    <a:pt x="10278" y="9034"/>
                    <a:pt x="10025" y="8781"/>
                    <a:pt x="10025" y="8471"/>
                  </a:cubicBezTo>
                  <a:lnTo>
                    <a:pt x="10025" y="1696"/>
                  </a:lnTo>
                  <a:cubicBezTo>
                    <a:pt x="10025" y="1382"/>
                    <a:pt x="10278" y="1130"/>
                    <a:pt x="10592" y="1130"/>
                  </a:cubicBezTo>
                  <a:close/>
                  <a:moveTo>
                    <a:pt x="1" y="0"/>
                  </a:moveTo>
                  <a:lnTo>
                    <a:pt x="901" y="10880"/>
                  </a:lnTo>
                  <a:cubicBezTo>
                    <a:pt x="976" y="11754"/>
                    <a:pt x="1705" y="12422"/>
                    <a:pt x="2582" y="12422"/>
                  </a:cubicBezTo>
                  <a:cubicBezTo>
                    <a:pt x="2584" y="12422"/>
                    <a:pt x="2586" y="12422"/>
                    <a:pt x="2588" y="12422"/>
                  </a:cubicBezTo>
                  <a:lnTo>
                    <a:pt x="11817" y="12422"/>
                  </a:lnTo>
                  <a:cubicBezTo>
                    <a:pt x="11819" y="12422"/>
                    <a:pt x="11821" y="12422"/>
                    <a:pt x="11823" y="12422"/>
                  </a:cubicBezTo>
                  <a:cubicBezTo>
                    <a:pt x="12700" y="12422"/>
                    <a:pt x="13431" y="11751"/>
                    <a:pt x="13503" y="10877"/>
                  </a:cubicBezTo>
                  <a:lnTo>
                    <a:pt x="1440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873" name="Google Shape;4873;p60"/>
            <p:cNvSpPr/>
            <p:nvPr/>
          </p:nvSpPr>
          <p:spPr>
            <a:xfrm>
              <a:off x="2707500" y="249400"/>
              <a:ext cx="423475" cy="141175"/>
            </a:xfrm>
            <a:custGeom>
              <a:avLst/>
              <a:gdLst/>
              <a:ahLst/>
              <a:cxnLst/>
              <a:rect l="l" t="t" r="r" b="b"/>
              <a:pathLst>
                <a:path w="16939" h="5647" extrusionOk="0">
                  <a:moveTo>
                    <a:pt x="9600" y="1130"/>
                  </a:moveTo>
                  <a:cubicBezTo>
                    <a:pt x="9910" y="1130"/>
                    <a:pt x="10163" y="1383"/>
                    <a:pt x="10163" y="1696"/>
                  </a:cubicBezTo>
                  <a:lnTo>
                    <a:pt x="10163" y="2259"/>
                  </a:lnTo>
                  <a:lnTo>
                    <a:pt x="6776" y="2259"/>
                  </a:lnTo>
                  <a:lnTo>
                    <a:pt x="6776" y="1696"/>
                  </a:lnTo>
                  <a:cubicBezTo>
                    <a:pt x="6776" y="1383"/>
                    <a:pt x="7029" y="1130"/>
                    <a:pt x="7342" y="1130"/>
                  </a:cubicBezTo>
                  <a:close/>
                  <a:moveTo>
                    <a:pt x="7342" y="1"/>
                  </a:moveTo>
                  <a:cubicBezTo>
                    <a:pt x="6405" y="1"/>
                    <a:pt x="5646" y="760"/>
                    <a:pt x="5646" y="1696"/>
                  </a:cubicBezTo>
                  <a:lnTo>
                    <a:pt x="5646" y="2259"/>
                  </a:lnTo>
                  <a:lnTo>
                    <a:pt x="1696" y="2259"/>
                  </a:lnTo>
                  <a:cubicBezTo>
                    <a:pt x="759" y="2259"/>
                    <a:pt x="0" y="3018"/>
                    <a:pt x="0" y="3954"/>
                  </a:cubicBezTo>
                  <a:lnTo>
                    <a:pt x="0" y="5084"/>
                  </a:lnTo>
                  <a:cubicBezTo>
                    <a:pt x="0" y="5394"/>
                    <a:pt x="253" y="5647"/>
                    <a:pt x="566" y="5647"/>
                  </a:cubicBezTo>
                  <a:lnTo>
                    <a:pt x="16375" y="5647"/>
                  </a:lnTo>
                  <a:cubicBezTo>
                    <a:pt x="16686" y="5647"/>
                    <a:pt x="16939" y="5394"/>
                    <a:pt x="16939" y="5084"/>
                  </a:cubicBezTo>
                  <a:lnTo>
                    <a:pt x="16939" y="3954"/>
                  </a:lnTo>
                  <a:cubicBezTo>
                    <a:pt x="16939" y="3018"/>
                    <a:pt x="16180" y="2259"/>
                    <a:pt x="15246" y="2259"/>
                  </a:cubicBezTo>
                  <a:lnTo>
                    <a:pt x="11292" y="2259"/>
                  </a:lnTo>
                  <a:lnTo>
                    <a:pt x="11292" y="1696"/>
                  </a:lnTo>
                  <a:cubicBezTo>
                    <a:pt x="11292" y="760"/>
                    <a:pt x="10534" y="1"/>
                    <a:pt x="96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4874" name="Google Shape;4874;p60"/>
          <p:cNvGrpSpPr/>
          <p:nvPr/>
        </p:nvGrpSpPr>
        <p:grpSpPr>
          <a:xfrm>
            <a:off x="2516052" y="2287428"/>
            <a:ext cx="305386" cy="338602"/>
            <a:chOff x="3300325" y="249875"/>
            <a:chExt cx="433725" cy="480900"/>
          </a:xfrm>
        </p:grpSpPr>
        <p:sp>
          <p:nvSpPr>
            <p:cNvPr id="4875" name="Google Shape;4875;p60"/>
            <p:cNvSpPr/>
            <p:nvPr/>
          </p:nvSpPr>
          <p:spPr>
            <a:xfrm>
              <a:off x="3610875" y="334550"/>
              <a:ext cx="56475" cy="28250"/>
            </a:xfrm>
            <a:custGeom>
              <a:avLst/>
              <a:gdLst/>
              <a:ahLst/>
              <a:cxnLst/>
              <a:rect l="l" t="t" r="r" b="b"/>
              <a:pathLst>
                <a:path w="2259" h="1130" extrusionOk="0">
                  <a:moveTo>
                    <a:pt x="566" y="0"/>
                  </a:moveTo>
                  <a:cubicBezTo>
                    <a:pt x="253" y="0"/>
                    <a:pt x="0" y="253"/>
                    <a:pt x="0" y="567"/>
                  </a:cubicBezTo>
                  <a:cubicBezTo>
                    <a:pt x="0" y="877"/>
                    <a:pt x="253" y="1130"/>
                    <a:pt x="566" y="1130"/>
                  </a:cubicBezTo>
                  <a:lnTo>
                    <a:pt x="1696" y="1130"/>
                  </a:lnTo>
                  <a:cubicBezTo>
                    <a:pt x="2006" y="1130"/>
                    <a:pt x="2259" y="877"/>
                    <a:pt x="2259" y="567"/>
                  </a:cubicBezTo>
                  <a:cubicBezTo>
                    <a:pt x="2259" y="253"/>
                    <a:pt x="2006" y="0"/>
                    <a:pt x="169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876" name="Google Shape;4876;p60"/>
            <p:cNvSpPr/>
            <p:nvPr/>
          </p:nvSpPr>
          <p:spPr>
            <a:xfrm>
              <a:off x="3467675" y="249875"/>
              <a:ext cx="46400" cy="56475"/>
            </a:xfrm>
            <a:custGeom>
              <a:avLst/>
              <a:gdLst/>
              <a:ahLst/>
              <a:cxnLst/>
              <a:rect l="l" t="t" r="r" b="b"/>
              <a:pathLst>
                <a:path w="1856" h="2259" extrusionOk="0">
                  <a:moveTo>
                    <a:pt x="647" y="1"/>
                  </a:moveTo>
                  <a:cubicBezTo>
                    <a:pt x="562" y="1"/>
                    <a:pt x="476" y="20"/>
                    <a:pt x="395" y="60"/>
                  </a:cubicBezTo>
                  <a:cubicBezTo>
                    <a:pt x="115" y="198"/>
                    <a:pt x="1" y="539"/>
                    <a:pt x="142" y="819"/>
                  </a:cubicBezTo>
                  <a:lnTo>
                    <a:pt x="705" y="1948"/>
                  </a:lnTo>
                  <a:cubicBezTo>
                    <a:pt x="806" y="2144"/>
                    <a:pt x="1004" y="2259"/>
                    <a:pt x="1211" y="2259"/>
                  </a:cubicBezTo>
                  <a:cubicBezTo>
                    <a:pt x="1296" y="2259"/>
                    <a:pt x="1383" y="2239"/>
                    <a:pt x="1464" y="2198"/>
                  </a:cubicBezTo>
                  <a:cubicBezTo>
                    <a:pt x="1744" y="2059"/>
                    <a:pt x="1856" y="1722"/>
                    <a:pt x="1717" y="1442"/>
                  </a:cubicBezTo>
                  <a:lnTo>
                    <a:pt x="1151" y="313"/>
                  </a:lnTo>
                  <a:cubicBezTo>
                    <a:pt x="1053" y="114"/>
                    <a:pt x="853" y="1"/>
                    <a:pt x="6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877" name="Google Shape;4877;p60"/>
            <p:cNvSpPr/>
            <p:nvPr/>
          </p:nvSpPr>
          <p:spPr>
            <a:xfrm>
              <a:off x="3566525" y="249875"/>
              <a:ext cx="46400" cy="56475"/>
            </a:xfrm>
            <a:custGeom>
              <a:avLst/>
              <a:gdLst/>
              <a:ahLst/>
              <a:cxnLst/>
              <a:rect l="l" t="t" r="r" b="b"/>
              <a:pathLst>
                <a:path w="1856" h="2259" extrusionOk="0">
                  <a:moveTo>
                    <a:pt x="1210" y="1"/>
                  </a:moveTo>
                  <a:cubicBezTo>
                    <a:pt x="1003" y="1"/>
                    <a:pt x="803" y="114"/>
                    <a:pt x="705" y="313"/>
                  </a:cubicBezTo>
                  <a:lnTo>
                    <a:pt x="139" y="1442"/>
                  </a:lnTo>
                  <a:cubicBezTo>
                    <a:pt x="1" y="1719"/>
                    <a:pt x="115" y="2059"/>
                    <a:pt x="392" y="2198"/>
                  </a:cubicBezTo>
                  <a:cubicBezTo>
                    <a:pt x="474" y="2239"/>
                    <a:pt x="561" y="2259"/>
                    <a:pt x="646" y="2259"/>
                  </a:cubicBezTo>
                  <a:cubicBezTo>
                    <a:pt x="852" y="2259"/>
                    <a:pt x="1051" y="2144"/>
                    <a:pt x="1151" y="1948"/>
                  </a:cubicBezTo>
                  <a:lnTo>
                    <a:pt x="1714" y="819"/>
                  </a:lnTo>
                  <a:cubicBezTo>
                    <a:pt x="1856" y="539"/>
                    <a:pt x="1741" y="198"/>
                    <a:pt x="1461" y="60"/>
                  </a:cubicBezTo>
                  <a:cubicBezTo>
                    <a:pt x="1381" y="20"/>
                    <a:pt x="1295" y="1"/>
                    <a:pt x="121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878" name="Google Shape;4878;p60"/>
            <p:cNvSpPr/>
            <p:nvPr/>
          </p:nvSpPr>
          <p:spPr>
            <a:xfrm>
              <a:off x="3413250" y="334550"/>
              <a:ext cx="56500" cy="28250"/>
            </a:xfrm>
            <a:custGeom>
              <a:avLst/>
              <a:gdLst/>
              <a:ahLst/>
              <a:cxnLst/>
              <a:rect l="l" t="t" r="r" b="b"/>
              <a:pathLst>
                <a:path w="2260" h="1130" extrusionOk="0">
                  <a:moveTo>
                    <a:pt x="567" y="0"/>
                  </a:moveTo>
                  <a:cubicBezTo>
                    <a:pt x="254" y="0"/>
                    <a:pt x="1" y="253"/>
                    <a:pt x="1" y="567"/>
                  </a:cubicBezTo>
                  <a:cubicBezTo>
                    <a:pt x="1" y="877"/>
                    <a:pt x="254" y="1130"/>
                    <a:pt x="567" y="1130"/>
                  </a:cubicBezTo>
                  <a:lnTo>
                    <a:pt x="1696" y="1130"/>
                  </a:lnTo>
                  <a:cubicBezTo>
                    <a:pt x="2006" y="1130"/>
                    <a:pt x="2259" y="877"/>
                    <a:pt x="2259" y="567"/>
                  </a:cubicBezTo>
                  <a:cubicBezTo>
                    <a:pt x="2259" y="253"/>
                    <a:pt x="2006" y="0"/>
                    <a:pt x="169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879" name="Google Shape;4879;p60"/>
            <p:cNvSpPr/>
            <p:nvPr/>
          </p:nvSpPr>
          <p:spPr>
            <a:xfrm>
              <a:off x="3300325" y="476675"/>
              <a:ext cx="84725" cy="254100"/>
            </a:xfrm>
            <a:custGeom>
              <a:avLst/>
              <a:gdLst/>
              <a:ahLst/>
              <a:cxnLst/>
              <a:rect l="l" t="t" r="r" b="b"/>
              <a:pathLst>
                <a:path w="3389" h="10164" extrusionOk="0">
                  <a:moveTo>
                    <a:pt x="567" y="1"/>
                  </a:moveTo>
                  <a:cubicBezTo>
                    <a:pt x="254" y="1"/>
                    <a:pt x="1" y="251"/>
                    <a:pt x="1" y="564"/>
                  </a:cubicBezTo>
                  <a:lnTo>
                    <a:pt x="1" y="9598"/>
                  </a:lnTo>
                  <a:cubicBezTo>
                    <a:pt x="1" y="9911"/>
                    <a:pt x="254" y="10164"/>
                    <a:pt x="567" y="10164"/>
                  </a:cubicBezTo>
                  <a:lnTo>
                    <a:pt x="2825" y="10164"/>
                  </a:lnTo>
                  <a:cubicBezTo>
                    <a:pt x="3136" y="10164"/>
                    <a:pt x="3389" y="9911"/>
                    <a:pt x="3389" y="9598"/>
                  </a:cubicBezTo>
                  <a:lnTo>
                    <a:pt x="3389" y="564"/>
                  </a:lnTo>
                  <a:cubicBezTo>
                    <a:pt x="3389" y="251"/>
                    <a:pt x="3136" y="1"/>
                    <a:pt x="28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880" name="Google Shape;4880;p60"/>
            <p:cNvSpPr/>
            <p:nvPr/>
          </p:nvSpPr>
          <p:spPr>
            <a:xfrm>
              <a:off x="3413250" y="335525"/>
              <a:ext cx="320800" cy="395250"/>
            </a:xfrm>
            <a:custGeom>
              <a:avLst/>
              <a:gdLst/>
              <a:ahLst/>
              <a:cxnLst/>
              <a:rect l="l" t="t" r="r" b="b"/>
              <a:pathLst>
                <a:path w="12832" h="15810" extrusionOk="0">
                  <a:moveTo>
                    <a:pt x="3954" y="1"/>
                  </a:moveTo>
                  <a:cubicBezTo>
                    <a:pt x="3641" y="1"/>
                    <a:pt x="3388" y="254"/>
                    <a:pt x="3388" y="564"/>
                  </a:cubicBezTo>
                  <a:cubicBezTo>
                    <a:pt x="3388" y="1871"/>
                    <a:pt x="2879" y="4225"/>
                    <a:pt x="1922" y="5186"/>
                  </a:cubicBezTo>
                  <a:cubicBezTo>
                    <a:pt x="1274" y="5830"/>
                    <a:pt x="723" y="6065"/>
                    <a:pt x="1" y="6427"/>
                  </a:cubicBezTo>
                  <a:lnTo>
                    <a:pt x="1" y="14897"/>
                  </a:lnTo>
                  <a:cubicBezTo>
                    <a:pt x="1109" y="15268"/>
                    <a:pt x="2515" y="15810"/>
                    <a:pt x="4659" y="15810"/>
                  </a:cubicBezTo>
                  <a:lnTo>
                    <a:pt x="8351" y="15810"/>
                  </a:lnTo>
                  <a:cubicBezTo>
                    <a:pt x="9567" y="15810"/>
                    <a:pt x="10516" y="14680"/>
                    <a:pt x="10046" y="13491"/>
                  </a:cubicBezTo>
                  <a:cubicBezTo>
                    <a:pt x="11019" y="13226"/>
                    <a:pt x="11546" y="12172"/>
                    <a:pt x="11175" y="11233"/>
                  </a:cubicBezTo>
                  <a:cubicBezTo>
                    <a:pt x="12386" y="10901"/>
                    <a:pt x="12832" y="9408"/>
                    <a:pt x="11992" y="8468"/>
                  </a:cubicBezTo>
                  <a:cubicBezTo>
                    <a:pt x="12314" y="8107"/>
                    <a:pt x="12467" y="7625"/>
                    <a:pt x="12410" y="7143"/>
                  </a:cubicBezTo>
                  <a:cubicBezTo>
                    <a:pt x="12311" y="6267"/>
                    <a:pt x="11495" y="5647"/>
                    <a:pt x="10612" y="5647"/>
                  </a:cubicBezTo>
                  <a:lnTo>
                    <a:pt x="6213" y="5647"/>
                  </a:lnTo>
                  <a:cubicBezTo>
                    <a:pt x="6586" y="4975"/>
                    <a:pt x="6785" y="3081"/>
                    <a:pt x="6776" y="2307"/>
                  </a:cubicBezTo>
                  <a:cubicBezTo>
                    <a:pt x="6761" y="1027"/>
                    <a:pt x="5701" y="1"/>
                    <a:pt x="441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4881" name="Google Shape;4881;p60"/>
          <p:cNvGrpSpPr/>
          <p:nvPr/>
        </p:nvGrpSpPr>
        <p:grpSpPr>
          <a:xfrm>
            <a:off x="1653142" y="2367273"/>
            <a:ext cx="340890" cy="178912"/>
            <a:chOff x="2084325" y="363300"/>
            <a:chExt cx="484150" cy="254100"/>
          </a:xfrm>
        </p:grpSpPr>
        <p:sp>
          <p:nvSpPr>
            <p:cNvPr id="4882" name="Google Shape;4882;p60"/>
            <p:cNvSpPr/>
            <p:nvPr/>
          </p:nvSpPr>
          <p:spPr>
            <a:xfrm>
              <a:off x="2084325" y="363300"/>
              <a:ext cx="484150" cy="254100"/>
            </a:xfrm>
            <a:custGeom>
              <a:avLst/>
              <a:gdLst/>
              <a:ahLst/>
              <a:cxnLst/>
              <a:rect l="l" t="t" r="r" b="b"/>
              <a:pathLst>
                <a:path w="19366" h="10164" extrusionOk="0">
                  <a:moveTo>
                    <a:pt x="9686" y="1128"/>
                  </a:moveTo>
                  <a:cubicBezTo>
                    <a:pt x="10195" y="1128"/>
                    <a:pt x="10707" y="1226"/>
                    <a:pt x="11196" y="1428"/>
                  </a:cubicBezTo>
                  <a:cubicBezTo>
                    <a:pt x="12671" y="2042"/>
                    <a:pt x="13635" y="3482"/>
                    <a:pt x="13635" y="5081"/>
                  </a:cubicBezTo>
                  <a:cubicBezTo>
                    <a:pt x="13632" y="7264"/>
                    <a:pt x="11864" y="9031"/>
                    <a:pt x="9684" y="9034"/>
                  </a:cubicBezTo>
                  <a:cubicBezTo>
                    <a:pt x="8085" y="9034"/>
                    <a:pt x="6643" y="8071"/>
                    <a:pt x="6032" y="6592"/>
                  </a:cubicBezTo>
                  <a:cubicBezTo>
                    <a:pt x="5420" y="5117"/>
                    <a:pt x="5758" y="3415"/>
                    <a:pt x="6887" y="2286"/>
                  </a:cubicBezTo>
                  <a:cubicBezTo>
                    <a:pt x="7645" y="1530"/>
                    <a:pt x="8657" y="1128"/>
                    <a:pt x="9686" y="1128"/>
                  </a:cubicBezTo>
                  <a:close/>
                  <a:moveTo>
                    <a:pt x="9684" y="1"/>
                  </a:moveTo>
                  <a:cubicBezTo>
                    <a:pt x="4502" y="1"/>
                    <a:pt x="361" y="4512"/>
                    <a:pt x="190" y="4704"/>
                  </a:cubicBezTo>
                  <a:cubicBezTo>
                    <a:pt x="0" y="4918"/>
                    <a:pt x="0" y="5243"/>
                    <a:pt x="190" y="5457"/>
                  </a:cubicBezTo>
                  <a:cubicBezTo>
                    <a:pt x="361" y="5650"/>
                    <a:pt x="4502" y="10164"/>
                    <a:pt x="9684" y="10164"/>
                  </a:cubicBezTo>
                  <a:cubicBezTo>
                    <a:pt x="14867" y="10164"/>
                    <a:pt x="19004" y="5650"/>
                    <a:pt x="19176" y="5457"/>
                  </a:cubicBezTo>
                  <a:cubicBezTo>
                    <a:pt x="19365" y="5243"/>
                    <a:pt x="19365" y="4918"/>
                    <a:pt x="19176" y="4704"/>
                  </a:cubicBezTo>
                  <a:cubicBezTo>
                    <a:pt x="19004" y="4512"/>
                    <a:pt x="14867" y="1"/>
                    <a:pt x="96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883" name="Google Shape;4883;p60"/>
            <p:cNvSpPr/>
            <p:nvPr/>
          </p:nvSpPr>
          <p:spPr>
            <a:xfrm>
              <a:off x="2250600" y="419775"/>
              <a:ext cx="145175" cy="141125"/>
            </a:xfrm>
            <a:custGeom>
              <a:avLst/>
              <a:gdLst/>
              <a:ahLst/>
              <a:cxnLst/>
              <a:rect l="l" t="t" r="r" b="b"/>
              <a:pathLst>
                <a:path w="5807" h="5645" extrusionOk="0">
                  <a:moveTo>
                    <a:pt x="3018" y="0"/>
                  </a:moveTo>
                  <a:cubicBezTo>
                    <a:pt x="1922" y="0"/>
                    <a:pt x="929" y="634"/>
                    <a:pt x="468" y="1626"/>
                  </a:cubicBezTo>
                  <a:cubicBezTo>
                    <a:pt x="1" y="2623"/>
                    <a:pt x="158" y="3797"/>
                    <a:pt x="862" y="4637"/>
                  </a:cubicBezTo>
                  <a:cubicBezTo>
                    <a:pt x="1407" y="5287"/>
                    <a:pt x="2203" y="5645"/>
                    <a:pt x="3025" y="5645"/>
                  </a:cubicBezTo>
                  <a:cubicBezTo>
                    <a:pt x="3270" y="5645"/>
                    <a:pt x="3518" y="5613"/>
                    <a:pt x="3762" y="5547"/>
                  </a:cubicBezTo>
                  <a:cubicBezTo>
                    <a:pt x="4825" y="5258"/>
                    <a:pt x="5620" y="4382"/>
                    <a:pt x="5807" y="3297"/>
                  </a:cubicBezTo>
                  <a:lnTo>
                    <a:pt x="5807" y="3297"/>
                  </a:lnTo>
                  <a:cubicBezTo>
                    <a:pt x="5625" y="3356"/>
                    <a:pt x="5446" y="3383"/>
                    <a:pt x="5272" y="3383"/>
                  </a:cubicBezTo>
                  <a:cubicBezTo>
                    <a:pt x="4356" y="3383"/>
                    <a:pt x="3596" y="2626"/>
                    <a:pt x="3596" y="1692"/>
                  </a:cubicBezTo>
                  <a:cubicBezTo>
                    <a:pt x="3596" y="1147"/>
                    <a:pt x="3861" y="633"/>
                    <a:pt x="4307" y="316"/>
                  </a:cubicBezTo>
                  <a:cubicBezTo>
                    <a:pt x="3913" y="112"/>
                    <a:pt x="3476" y="3"/>
                    <a:pt x="3033" y="0"/>
                  </a:cubicBezTo>
                  <a:cubicBezTo>
                    <a:pt x="3028" y="0"/>
                    <a:pt x="3023" y="0"/>
                    <a:pt x="30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4884" name="Google Shape;4884;p60"/>
          <p:cNvGrpSpPr/>
          <p:nvPr/>
        </p:nvGrpSpPr>
        <p:grpSpPr>
          <a:xfrm>
            <a:off x="2905137" y="2287349"/>
            <a:ext cx="352349" cy="338760"/>
            <a:chOff x="3854700" y="249750"/>
            <a:chExt cx="500425" cy="481125"/>
          </a:xfrm>
        </p:grpSpPr>
        <p:sp>
          <p:nvSpPr>
            <p:cNvPr id="4885" name="Google Shape;4885;p60"/>
            <p:cNvSpPr/>
            <p:nvPr/>
          </p:nvSpPr>
          <p:spPr>
            <a:xfrm>
              <a:off x="4206725" y="598350"/>
              <a:ext cx="70775" cy="68025"/>
            </a:xfrm>
            <a:custGeom>
              <a:avLst/>
              <a:gdLst/>
              <a:ahLst/>
              <a:cxnLst/>
              <a:rect l="l" t="t" r="r" b="b"/>
              <a:pathLst>
                <a:path w="2831" h="2721" extrusionOk="0">
                  <a:moveTo>
                    <a:pt x="622" y="1"/>
                  </a:moveTo>
                  <a:cubicBezTo>
                    <a:pt x="478" y="1"/>
                    <a:pt x="333" y="56"/>
                    <a:pt x="223" y="165"/>
                  </a:cubicBezTo>
                  <a:cubicBezTo>
                    <a:pt x="0" y="388"/>
                    <a:pt x="0" y="744"/>
                    <a:pt x="223" y="966"/>
                  </a:cubicBezTo>
                  <a:lnTo>
                    <a:pt x="1819" y="2562"/>
                  </a:lnTo>
                  <a:cubicBezTo>
                    <a:pt x="1929" y="2668"/>
                    <a:pt x="2070" y="2721"/>
                    <a:pt x="2211" y="2721"/>
                  </a:cubicBezTo>
                  <a:cubicBezTo>
                    <a:pt x="2356" y="2721"/>
                    <a:pt x="2501" y="2665"/>
                    <a:pt x="2611" y="2553"/>
                  </a:cubicBezTo>
                  <a:cubicBezTo>
                    <a:pt x="2828" y="2337"/>
                    <a:pt x="2831" y="1984"/>
                    <a:pt x="2617" y="1764"/>
                  </a:cubicBezTo>
                  <a:lnTo>
                    <a:pt x="1021" y="165"/>
                  </a:lnTo>
                  <a:cubicBezTo>
                    <a:pt x="911" y="56"/>
                    <a:pt x="767" y="1"/>
                    <a:pt x="6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886" name="Google Shape;4886;p60"/>
            <p:cNvSpPr/>
            <p:nvPr/>
          </p:nvSpPr>
          <p:spPr>
            <a:xfrm>
              <a:off x="4226750" y="538600"/>
              <a:ext cx="91250" cy="48150"/>
            </a:xfrm>
            <a:custGeom>
              <a:avLst/>
              <a:gdLst/>
              <a:ahLst/>
              <a:cxnLst/>
              <a:rect l="l" t="t" r="r" b="b"/>
              <a:pathLst>
                <a:path w="3650" h="1926" extrusionOk="0">
                  <a:moveTo>
                    <a:pt x="631" y="1"/>
                  </a:moveTo>
                  <a:cubicBezTo>
                    <a:pt x="393" y="1"/>
                    <a:pt x="175" y="151"/>
                    <a:pt x="97" y="387"/>
                  </a:cubicBezTo>
                  <a:cubicBezTo>
                    <a:pt x="0" y="676"/>
                    <a:pt x="151" y="993"/>
                    <a:pt x="440" y="1098"/>
                  </a:cubicBezTo>
                  <a:lnTo>
                    <a:pt x="2837" y="1896"/>
                  </a:lnTo>
                  <a:cubicBezTo>
                    <a:pt x="2896" y="1916"/>
                    <a:pt x="2956" y="1925"/>
                    <a:pt x="3014" y="1925"/>
                  </a:cubicBezTo>
                  <a:cubicBezTo>
                    <a:pt x="3251" y="1925"/>
                    <a:pt x="3471" y="1774"/>
                    <a:pt x="3551" y="1538"/>
                  </a:cubicBezTo>
                  <a:cubicBezTo>
                    <a:pt x="3650" y="1243"/>
                    <a:pt x="3490" y="920"/>
                    <a:pt x="3192" y="824"/>
                  </a:cubicBezTo>
                  <a:lnTo>
                    <a:pt x="798" y="26"/>
                  </a:lnTo>
                  <a:cubicBezTo>
                    <a:pt x="742" y="9"/>
                    <a:pt x="686" y="1"/>
                    <a:pt x="6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887" name="Google Shape;4887;p60"/>
            <p:cNvSpPr/>
            <p:nvPr/>
          </p:nvSpPr>
          <p:spPr>
            <a:xfrm>
              <a:off x="4146500" y="618325"/>
              <a:ext cx="52050" cy="88650"/>
            </a:xfrm>
            <a:custGeom>
              <a:avLst/>
              <a:gdLst/>
              <a:ahLst/>
              <a:cxnLst/>
              <a:rect l="l" t="t" r="r" b="b"/>
              <a:pathLst>
                <a:path w="2082" h="3546" extrusionOk="0">
                  <a:moveTo>
                    <a:pt x="632" y="1"/>
                  </a:moveTo>
                  <a:cubicBezTo>
                    <a:pt x="574" y="1"/>
                    <a:pt x="514" y="10"/>
                    <a:pt x="455" y="29"/>
                  </a:cubicBezTo>
                  <a:cubicBezTo>
                    <a:pt x="160" y="128"/>
                    <a:pt x="0" y="447"/>
                    <a:pt x="100" y="746"/>
                  </a:cubicBezTo>
                  <a:lnTo>
                    <a:pt x="898" y="3140"/>
                  </a:lnTo>
                  <a:cubicBezTo>
                    <a:pt x="970" y="3386"/>
                    <a:pt x="1196" y="3546"/>
                    <a:pt x="1439" y="3546"/>
                  </a:cubicBezTo>
                  <a:cubicBezTo>
                    <a:pt x="1498" y="3546"/>
                    <a:pt x="1558" y="3536"/>
                    <a:pt x="1617" y="3516"/>
                  </a:cubicBezTo>
                  <a:cubicBezTo>
                    <a:pt x="1921" y="3417"/>
                    <a:pt x="2081" y="3082"/>
                    <a:pt x="1970" y="2784"/>
                  </a:cubicBezTo>
                  <a:lnTo>
                    <a:pt x="1172" y="387"/>
                  </a:lnTo>
                  <a:cubicBezTo>
                    <a:pt x="1092" y="150"/>
                    <a:pt x="871" y="1"/>
                    <a:pt x="63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888" name="Google Shape;4888;p60"/>
            <p:cNvSpPr/>
            <p:nvPr/>
          </p:nvSpPr>
          <p:spPr>
            <a:xfrm>
              <a:off x="3927425" y="319075"/>
              <a:ext cx="70650" cy="67850"/>
            </a:xfrm>
            <a:custGeom>
              <a:avLst/>
              <a:gdLst/>
              <a:ahLst/>
              <a:cxnLst/>
              <a:rect l="l" t="t" r="r" b="b"/>
              <a:pathLst>
                <a:path w="2826" h="2714" extrusionOk="0">
                  <a:moveTo>
                    <a:pt x="621" y="0"/>
                  </a:moveTo>
                  <a:cubicBezTo>
                    <a:pt x="477" y="0"/>
                    <a:pt x="333" y="55"/>
                    <a:pt x="223" y="165"/>
                  </a:cubicBezTo>
                  <a:cubicBezTo>
                    <a:pt x="4" y="385"/>
                    <a:pt x="1" y="737"/>
                    <a:pt x="214" y="957"/>
                  </a:cubicBezTo>
                  <a:lnTo>
                    <a:pt x="1813" y="2556"/>
                  </a:lnTo>
                  <a:cubicBezTo>
                    <a:pt x="1922" y="2661"/>
                    <a:pt x="2062" y="2714"/>
                    <a:pt x="2203" y="2714"/>
                  </a:cubicBezTo>
                  <a:cubicBezTo>
                    <a:pt x="2348" y="2714"/>
                    <a:pt x="2494" y="2658"/>
                    <a:pt x="2605" y="2547"/>
                  </a:cubicBezTo>
                  <a:cubicBezTo>
                    <a:pt x="2822" y="2330"/>
                    <a:pt x="2825" y="1977"/>
                    <a:pt x="2611" y="1755"/>
                  </a:cubicBezTo>
                  <a:lnTo>
                    <a:pt x="1012" y="159"/>
                  </a:lnTo>
                  <a:cubicBezTo>
                    <a:pt x="904" y="53"/>
                    <a:pt x="762" y="0"/>
                    <a:pt x="6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889" name="Google Shape;4889;p60"/>
            <p:cNvSpPr/>
            <p:nvPr/>
          </p:nvSpPr>
          <p:spPr>
            <a:xfrm>
              <a:off x="4007000" y="279300"/>
              <a:ext cx="51675" cy="88150"/>
            </a:xfrm>
            <a:custGeom>
              <a:avLst/>
              <a:gdLst/>
              <a:ahLst/>
              <a:cxnLst/>
              <a:rect l="l" t="t" r="r" b="b"/>
              <a:pathLst>
                <a:path w="2067" h="3526" extrusionOk="0">
                  <a:moveTo>
                    <a:pt x="632" y="0"/>
                  </a:moveTo>
                  <a:cubicBezTo>
                    <a:pt x="573" y="0"/>
                    <a:pt x="512" y="10"/>
                    <a:pt x="452" y="30"/>
                  </a:cubicBezTo>
                  <a:cubicBezTo>
                    <a:pt x="160" y="127"/>
                    <a:pt x="0" y="437"/>
                    <a:pt x="91" y="732"/>
                  </a:cubicBezTo>
                  <a:lnTo>
                    <a:pt x="889" y="3126"/>
                  </a:lnTo>
                  <a:cubicBezTo>
                    <a:pt x="964" y="3370"/>
                    <a:pt x="1188" y="3525"/>
                    <a:pt x="1428" y="3525"/>
                  </a:cubicBezTo>
                  <a:cubicBezTo>
                    <a:pt x="1487" y="3525"/>
                    <a:pt x="1547" y="3516"/>
                    <a:pt x="1605" y="3496"/>
                  </a:cubicBezTo>
                  <a:cubicBezTo>
                    <a:pt x="1907" y="3397"/>
                    <a:pt x="2066" y="3069"/>
                    <a:pt x="1961" y="2771"/>
                  </a:cubicBezTo>
                  <a:lnTo>
                    <a:pt x="1160" y="374"/>
                  </a:lnTo>
                  <a:cubicBezTo>
                    <a:pt x="1079" y="144"/>
                    <a:pt x="863" y="0"/>
                    <a:pt x="63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890" name="Google Shape;4890;p60"/>
            <p:cNvSpPr/>
            <p:nvPr/>
          </p:nvSpPr>
          <p:spPr>
            <a:xfrm>
              <a:off x="3887300" y="398850"/>
              <a:ext cx="91800" cy="48250"/>
            </a:xfrm>
            <a:custGeom>
              <a:avLst/>
              <a:gdLst/>
              <a:ahLst/>
              <a:cxnLst/>
              <a:rect l="l" t="t" r="r" b="b"/>
              <a:pathLst>
                <a:path w="3672" h="1930" extrusionOk="0">
                  <a:moveTo>
                    <a:pt x="638" y="0"/>
                  </a:moveTo>
                  <a:cubicBezTo>
                    <a:pt x="399" y="0"/>
                    <a:pt x="178" y="150"/>
                    <a:pt x="100" y="385"/>
                  </a:cubicBezTo>
                  <a:cubicBezTo>
                    <a:pt x="1" y="678"/>
                    <a:pt x="154" y="991"/>
                    <a:pt x="443" y="1096"/>
                  </a:cubicBezTo>
                  <a:lnTo>
                    <a:pt x="2840" y="1894"/>
                  </a:lnTo>
                  <a:cubicBezTo>
                    <a:pt x="2905" y="1918"/>
                    <a:pt x="2971" y="1930"/>
                    <a:pt x="3036" y="1930"/>
                  </a:cubicBezTo>
                  <a:cubicBezTo>
                    <a:pt x="3271" y="1930"/>
                    <a:pt x="3492" y="1781"/>
                    <a:pt x="3572" y="1545"/>
                  </a:cubicBezTo>
                  <a:cubicBezTo>
                    <a:pt x="3671" y="1241"/>
                    <a:pt x="3503" y="915"/>
                    <a:pt x="3195" y="825"/>
                  </a:cubicBezTo>
                  <a:lnTo>
                    <a:pt x="802" y="24"/>
                  </a:lnTo>
                  <a:cubicBezTo>
                    <a:pt x="747" y="8"/>
                    <a:pt x="692" y="0"/>
                    <a:pt x="6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891" name="Google Shape;4891;p60"/>
            <p:cNvSpPr/>
            <p:nvPr/>
          </p:nvSpPr>
          <p:spPr>
            <a:xfrm>
              <a:off x="3854700" y="413675"/>
              <a:ext cx="353475" cy="317200"/>
            </a:xfrm>
            <a:custGeom>
              <a:avLst/>
              <a:gdLst/>
              <a:ahLst/>
              <a:cxnLst/>
              <a:rect l="l" t="t" r="r" b="b"/>
              <a:pathLst>
                <a:path w="14139" h="12688" extrusionOk="0">
                  <a:moveTo>
                    <a:pt x="12278" y="0"/>
                  </a:moveTo>
                  <a:lnTo>
                    <a:pt x="10639" y="1635"/>
                  </a:lnTo>
                  <a:cubicBezTo>
                    <a:pt x="10811" y="1720"/>
                    <a:pt x="10971" y="1831"/>
                    <a:pt x="11109" y="1964"/>
                  </a:cubicBezTo>
                  <a:cubicBezTo>
                    <a:pt x="11772" y="2623"/>
                    <a:pt x="11772" y="3698"/>
                    <a:pt x="11109" y="4358"/>
                  </a:cubicBezTo>
                  <a:lnTo>
                    <a:pt x="5520" y="9949"/>
                  </a:lnTo>
                  <a:cubicBezTo>
                    <a:pt x="5189" y="10281"/>
                    <a:pt x="4755" y="10446"/>
                    <a:pt x="4322" y="10446"/>
                  </a:cubicBezTo>
                  <a:cubicBezTo>
                    <a:pt x="3889" y="10446"/>
                    <a:pt x="3456" y="10281"/>
                    <a:pt x="3126" y="9949"/>
                  </a:cubicBezTo>
                  <a:cubicBezTo>
                    <a:pt x="2464" y="9287"/>
                    <a:pt x="2464" y="8215"/>
                    <a:pt x="3126" y="7552"/>
                  </a:cubicBezTo>
                  <a:lnTo>
                    <a:pt x="5331" y="5351"/>
                  </a:lnTo>
                  <a:cubicBezTo>
                    <a:pt x="4924" y="4499"/>
                    <a:pt x="4764" y="3554"/>
                    <a:pt x="4867" y="2620"/>
                  </a:cubicBezTo>
                  <a:lnTo>
                    <a:pt x="4867" y="2620"/>
                  </a:lnTo>
                  <a:lnTo>
                    <a:pt x="1527" y="5956"/>
                  </a:lnTo>
                  <a:cubicBezTo>
                    <a:pt x="1" y="7501"/>
                    <a:pt x="7" y="9992"/>
                    <a:pt x="1545" y="11530"/>
                  </a:cubicBezTo>
                  <a:cubicBezTo>
                    <a:pt x="2316" y="12301"/>
                    <a:pt x="3328" y="12687"/>
                    <a:pt x="4340" y="12687"/>
                  </a:cubicBezTo>
                  <a:cubicBezTo>
                    <a:pt x="5344" y="12687"/>
                    <a:pt x="6348" y="12307"/>
                    <a:pt x="7119" y="11545"/>
                  </a:cubicBezTo>
                  <a:lnTo>
                    <a:pt x="12708" y="5956"/>
                  </a:lnTo>
                  <a:cubicBezTo>
                    <a:pt x="13783" y="4878"/>
                    <a:pt x="14139" y="3276"/>
                    <a:pt x="13627" y="1843"/>
                  </a:cubicBezTo>
                  <a:cubicBezTo>
                    <a:pt x="13500" y="1467"/>
                    <a:pt x="13316" y="1114"/>
                    <a:pt x="13076" y="798"/>
                  </a:cubicBezTo>
                  <a:lnTo>
                    <a:pt x="13066" y="807"/>
                  </a:lnTo>
                  <a:cubicBezTo>
                    <a:pt x="12955" y="663"/>
                    <a:pt x="12844" y="503"/>
                    <a:pt x="12708" y="368"/>
                  </a:cubicBezTo>
                  <a:cubicBezTo>
                    <a:pt x="12570" y="235"/>
                    <a:pt x="12428" y="115"/>
                    <a:pt x="1227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892" name="Google Shape;4892;p60"/>
            <p:cNvSpPr/>
            <p:nvPr/>
          </p:nvSpPr>
          <p:spPr>
            <a:xfrm>
              <a:off x="3996825" y="249750"/>
              <a:ext cx="358300" cy="322025"/>
            </a:xfrm>
            <a:custGeom>
              <a:avLst/>
              <a:gdLst/>
              <a:ahLst/>
              <a:cxnLst/>
              <a:rect l="l" t="t" r="r" b="b"/>
              <a:pathLst>
                <a:path w="14332" h="12881" extrusionOk="0">
                  <a:moveTo>
                    <a:pt x="9993" y="1"/>
                  </a:moveTo>
                  <a:cubicBezTo>
                    <a:pt x="8989" y="1"/>
                    <a:pt x="7985" y="381"/>
                    <a:pt x="7216" y="1143"/>
                  </a:cubicBezTo>
                  <a:lnTo>
                    <a:pt x="1434" y="6925"/>
                  </a:lnTo>
                  <a:cubicBezTo>
                    <a:pt x="359" y="8003"/>
                    <a:pt x="1" y="9605"/>
                    <a:pt x="516" y="11038"/>
                  </a:cubicBezTo>
                  <a:cubicBezTo>
                    <a:pt x="639" y="11414"/>
                    <a:pt x="826" y="11767"/>
                    <a:pt x="1067" y="12083"/>
                  </a:cubicBezTo>
                  <a:lnTo>
                    <a:pt x="1073" y="12074"/>
                  </a:lnTo>
                  <a:cubicBezTo>
                    <a:pt x="1187" y="12218"/>
                    <a:pt x="1296" y="12378"/>
                    <a:pt x="1434" y="12513"/>
                  </a:cubicBezTo>
                  <a:cubicBezTo>
                    <a:pt x="1570" y="12646"/>
                    <a:pt x="1711" y="12766"/>
                    <a:pt x="1865" y="12881"/>
                  </a:cubicBezTo>
                  <a:lnTo>
                    <a:pt x="3500" y="11243"/>
                  </a:lnTo>
                  <a:cubicBezTo>
                    <a:pt x="3328" y="11158"/>
                    <a:pt x="3169" y="11050"/>
                    <a:pt x="3030" y="10918"/>
                  </a:cubicBezTo>
                  <a:cubicBezTo>
                    <a:pt x="2368" y="10255"/>
                    <a:pt x="2368" y="9183"/>
                    <a:pt x="3030" y="8521"/>
                  </a:cubicBezTo>
                  <a:lnTo>
                    <a:pt x="8812" y="2739"/>
                  </a:lnTo>
                  <a:cubicBezTo>
                    <a:pt x="9143" y="2408"/>
                    <a:pt x="9577" y="2242"/>
                    <a:pt x="10010" y="2242"/>
                  </a:cubicBezTo>
                  <a:cubicBezTo>
                    <a:pt x="10443" y="2242"/>
                    <a:pt x="10876" y="2408"/>
                    <a:pt x="11206" y="2739"/>
                  </a:cubicBezTo>
                  <a:cubicBezTo>
                    <a:pt x="11868" y="3401"/>
                    <a:pt x="11868" y="4473"/>
                    <a:pt x="11206" y="5136"/>
                  </a:cubicBezTo>
                  <a:lnTo>
                    <a:pt x="8812" y="7530"/>
                  </a:lnTo>
                  <a:cubicBezTo>
                    <a:pt x="9215" y="8382"/>
                    <a:pt x="9375" y="9328"/>
                    <a:pt x="9273" y="10261"/>
                  </a:cubicBezTo>
                  <a:lnTo>
                    <a:pt x="12805" y="6732"/>
                  </a:lnTo>
                  <a:cubicBezTo>
                    <a:pt x="14331" y="5187"/>
                    <a:pt x="14325" y="2697"/>
                    <a:pt x="12787" y="1158"/>
                  </a:cubicBezTo>
                  <a:cubicBezTo>
                    <a:pt x="12016" y="387"/>
                    <a:pt x="11004" y="1"/>
                    <a:pt x="999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4893" name="Google Shape;4893;p60"/>
          <p:cNvGrpSpPr/>
          <p:nvPr/>
        </p:nvGrpSpPr>
        <p:grpSpPr>
          <a:xfrm>
            <a:off x="3323126" y="2287349"/>
            <a:ext cx="352349" cy="338760"/>
            <a:chOff x="4447550" y="249750"/>
            <a:chExt cx="500425" cy="481125"/>
          </a:xfrm>
        </p:grpSpPr>
        <p:sp>
          <p:nvSpPr>
            <p:cNvPr id="4894" name="Google Shape;4894;p60"/>
            <p:cNvSpPr/>
            <p:nvPr/>
          </p:nvSpPr>
          <p:spPr>
            <a:xfrm>
              <a:off x="4447550" y="413675"/>
              <a:ext cx="353475" cy="317200"/>
            </a:xfrm>
            <a:custGeom>
              <a:avLst/>
              <a:gdLst/>
              <a:ahLst/>
              <a:cxnLst/>
              <a:rect l="l" t="t" r="r" b="b"/>
              <a:pathLst>
                <a:path w="14139" h="12688" extrusionOk="0">
                  <a:moveTo>
                    <a:pt x="12274" y="0"/>
                  </a:moveTo>
                  <a:lnTo>
                    <a:pt x="10639" y="1635"/>
                  </a:lnTo>
                  <a:cubicBezTo>
                    <a:pt x="10811" y="1720"/>
                    <a:pt x="10970" y="1831"/>
                    <a:pt x="11109" y="1964"/>
                  </a:cubicBezTo>
                  <a:cubicBezTo>
                    <a:pt x="11771" y="2623"/>
                    <a:pt x="11771" y="3698"/>
                    <a:pt x="11109" y="4358"/>
                  </a:cubicBezTo>
                  <a:lnTo>
                    <a:pt x="5520" y="9949"/>
                  </a:lnTo>
                  <a:cubicBezTo>
                    <a:pt x="5189" y="10281"/>
                    <a:pt x="4755" y="10446"/>
                    <a:pt x="4322" y="10446"/>
                  </a:cubicBezTo>
                  <a:cubicBezTo>
                    <a:pt x="3889" y="10446"/>
                    <a:pt x="3456" y="10281"/>
                    <a:pt x="3126" y="9949"/>
                  </a:cubicBezTo>
                  <a:cubicBezTo>
                    <a:pt x="2463" y="9287"/>
                    <a:pt x="2463" y="8215"/>
                    <a:pt x="3126" y="7552"/>
                  </a:cubicBezTo>
                  <a:lnTo>
                    <a:pt x="5330" y="5351"/>
                  </a:lnTo>
                  <a:cubicBezTo>
                    <a:pt x="4924" y="4499"/>
                    <a:pt x="4764" y="3554"/>
                    <a:pt x="4866" y="2620"/>
                  </a:cubicBezTo>
                  <a:lnTo>
                    <a:pt x="4866" y="2620"/>
                  </a:lnTo>
                  <a:lnTo>
                    <a:pt x="1527" y="5956"/>
                  </a:lnTo>
                  <a:cubicBezTo>
                    <a:pt x="0" y="7501"/>
                    <a:pt x="6" y="9992"/>
                    <a:pt x="1545" y="11530"/>
                  </a:cubicBezTo>
                  <a:cubicBezTo>
                    <a:pt x="2316" y="12301"/>
                    <a:pt x="3327" y="12687"/>
                    <a:pt x="4339" y="12687"/>
                  </a:cubicBezTo>
                  <a:cubicBezTo>
                    <a:pt x="5343" y="12687"/>
                    <a:pt x="6348" y="12307"/>
                    <a:pt x="7119" y="11545"/>
                  </a:cubicBezTo>
                  <a:lnTo>
                    <a:pt x="12708" y="5956"/>
                  </a:lnTo>
                  <a:cubicBezTo>
                    <a:pt x="13783" y="4878"/>
                    <a:pt x="14138" y="3276"/>
                    <a:pt x="13626" y="1843"/>
                  </a:cubicBezTo>
                  <a:cubicBezTo>
                    <a:pt x="13500" y="1467"/>
                    <a:pt x="13316" y="1114"/>
                    <a:pt x="13075" y="798"/>
                  </a:cubicBezTo>
                  <a:lnTo>
                    <a:pt x="13066" y="807"/>
                  </a:lnTo>
                  <a:cubicBezTo>
                    <a:pt x="12952" y="663"/>
                    <a:pt x="12843" y="503"/>
                    <a:pt x="12708" y="368"/>
                  </a:cubicBezTo>
                  <a:cubicBezTo>
                    <a:pt x="12569" y="235"/>
                    <a:pt x="12428" y="115"/>
                    <a:pt x="122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895" name="Google Shape;4895;p60"/>
            <p:cNvSpPr/>
            <p:nvPr/>
          </p:nvSpPr>
          <p:spPr>
            <a:xfrm>
              <a:off x="4589675" y="249750"/>
              <a:ext cx="358300" cy="322025"/>
            </a:xfrm>
            <a:custGeom>
              <a:avLst/>
              <a:gdLst/>
              <a:ahLst/>
              <a:cxnLst/>
              <a:rect l="l" t="t" r="r" b="b"/>
              <a:pathLst>
                <a:path w="14332" h="12881" extrusionOk="0">
                  <a:moveTo>
                    <a:pt x="9992" y="1"/>
                  </a:moveTo>
                  <a:cubicBezTo>
                    <a:pt x="8989" y="1"/>
                    <a:pt x="7985" y="381"/>
                    <a:pt x="7215" y="1143"/>
                  </a:cubicBezTo>
                  <a:lnTo>
                    <a:pt x="1434" y="6925"/>
                  </a:lnTo>
                  <a:cubicBezTo>
                    <a:pt x="359" y="8003"/>
                    <a:pt x="1" y="9605"/>
                    <a:pt x="515" y="11038"/>
                  </a:cubicBezTo>
                  <a:cubicBezTo>
                    <a:pt x="639" y="11414"/>
                    <a:pt x="826" y="11767"/>
                    <a:pt x="1066" y="12083"/>
                  </a:cubicBezTo>
                  <a:lnTo>
                    <a:pt x="1073" y="12074"/>
                  </a:lnTo>
                  <a:cubicBezTo>
                    <a:pt x="1187" y="12218"/>
                    <a:pt x="1295" y="12378"/>
                    <a:pt x="1434" y="12513"/>
                  </a:cubicBezTo>
                  <a:cubicBezTo>
                    <a:pt x="1569" y="12646"/>
                    <a:pt x="1711" y="12766"/>
                    <a:pt x="1864" y="12881"/>
                  </a:cubicBezTo>
                  <a:lnTo>
                    <a:pt x="3500" y="11243"/>
                  </a:lnTo>
                  <a:cubicBezTo>
                    <a:pt x="3328" y="11158"/>
                    <a:pt x="3168" y="11050"/>
                    <a:pt x="3030" y="10918"/>
                  </a:cubicBezTo>
                  <a:cubicBezTo>
                    <a:pt x="2367" y="10255"/>
                    <a:pt x="2367" y="9183"/>
                    <a:pt x="3030" y="8521"/>
                  </a:cubicBezTo>
                  <a:lnTo>
                    <a:pt x="8811" y="2739"/>
                  </a:lnTo>
                  <a:cubicBezTo>
                    <a:pt x="9143" y="2408"/>
                    <a:pt x="9576" y="2242"/>
                    <a:pt x="10010" y="2242"/>
                  </a:cubicBezTo>
                  <a:cubicBezTo>
                    <a:pt x="10443" y="2242"/>
                    <a:pt x="10876" y="2408"/>
                    <a:pt x="11205" y="2739"/>
                  </a:cubicBezTo>
                  <a:cubicBezTo>
                    <a:pt x="11868" y="3401"/>
                    <a:pt x="11868" y="4473"/>
                    <a:pt x="11205" y="5136"/>
                  </a:cubicBezTo>
                  <a:lnTo>
                    <a:pt x="8811" y="7530"/>
                  </a:lnTo>
                  <a:cubicBezTo>
                    <a:pt x="9215" y="8382"/>
                    <a:pt x="9375" y="9328"/>
                    <a:pt x="9272" y="10261"/>
                  </a:cubicBezTo>
                  <a:lnTo>
                    <a:pt x="12804" y="6732"/>
                  </a:lnTo>
                  <a:cubicBezTo>
                    <a:pt x="14331" y="5187"/>
                    <a:pt x="14325" y="2697"/>
                    <a:pt x="12786" y="1158"/>
                  </a:cubicBezTo>
                  <a:cubicBezTo>
                    <a:pt x="12015" y="387"/>
                    <a:pt x="11004" y="1"/>
                    <a:pt x="99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4896" name="Google Shape;4896;p60"/>
          <p:cNvGrpSpPr/>
          <p:nvPr/>
        </p:nvGrpSpPr>
        <p:grpSpPr>
          <a:xfrm>
            <a:off x="3752328" y="2287102"/>
            <a:ext cx="339253" cy="339253"/>
            <a:chOff x="5049725" y="249400"/>
            <a:chExt cx="481825" cy="481825"/>
          </a:xfrm>
        </p:grpSpPr>
        <p:sp>
          <p:nvSpPr>
            <p:cNvPr id="4897" name="Google Shape;4897;p60"/>
            <p:cNvSpPr/>
            <p:nvPr/>
          </p:nvSpPr>
          <p:spPr>
            <a:xfrm>
              <a:off x="5191775" y="560925"/>
              <a:ext cx="197625" cy="170300"/>
            </a:xfrm>
            <a:custGeom>
              <a:avLst/>
              <a:gdLst/>
              <a:ahLst/>
              <a:cxnLst/>
              <a:rect l="l" t="t" r="r" b="b"/>
              <a:pathLst>
                <a:path w="7905" h="6812" extrusionOk="0">
                  <a:moveTo>
                    <a:pt x="6213" y="1129"/>
                  </a:moveTo>
                  <a:cubicBezTo>
                    <a:pt x="6523" y="1129"/>
                    <a:pt x="6776" y="1379"/>
                    <a:pt x="6776" y="1693"/>
                  </a:cubicBezTo>
                  <a:cubicBezTo>
                    <a:pt x="6776" y="2006"/>
                    <a:pt x="6523" y="2259"/>
                    <a:pt x="6213" y="2259"/>
                  </a:cubicBezTo>
                  <a:lnTo>
                    <a:pt x="1696" y="2259"/>
                  </a:lnTo>
                  <a:cubicBezTo>
                    <a:pt x="1383" y="2259"/>
                    <a:pt x="1130" y="2006"/>
                    <a:pt x="1130" y="1693"/>
                  </a:cubicBezTo>
                  <a:cubicBezTo>
                    <a:pt x="1130" y="1379"/>
                    <a:pt x="1383" y="1129"/>
                    <a:pt x="1696" y="1129"/>
                  </a:cubicBezTo>
                  <a:close/>
                  <a:moveTo>
                    <a:pt x="6213" y="3388"/>
                  </a:moveTo>
                  <a:cubicBezTo>
                    <a:pt x="6523" y="3388"/>
                    <a:pt x="6776" y="3638"/>
                    <a:pt x="6776" y="3951"/>
                  </a:cubicBezTo>
                  <a:cubicBezTo>
                    <a:pt x="6776" y="4264"/>
                    <a:pt x="6523" y="4517"/>
                    <a:pt x="6213" y="4517"/>
                  </a:cubicBezTo>
                  <a:lnTo>
                    <a:pt x="1696" y="4517"/>
                  </a:lnTo>
                  <a:cubicBezTo>
                    <a:pt x="1383" y="4517"/>
                    <a:pt x="1130" y="4264"/>
                    <a:pt x="1130" y="3951"/>
                  </a:cubicBezTo>
                  <a:cubicBezTo>
                    <a:pt x="1130" y="3638"/>
                    <a:pt x="1383" y="3388"/>
                    <a:pt x="1696" y="3388"/>
                  </a:cubicBezTo>
                  <a:close/>
                  <a:moveTo>
                    <a:pt x="0" y="0"/>
                  </a:moveTo>
                  <a:lnTo>
                    <a:pt x="0" y="6249"/>
                  </a:lnTo>
                  <a:cubicBezTo>
                    <a:pt x="0" y="6559"/>
                    <a:pt x="253" y="6812"/>
                    <a:pt x="567" y="6812"/>
                  </a:cubicBezTo>
                  <a:lnTo>
                    <a:pt x="7342" y="6812"/>
                  </a:lnTo>
                  <a:cubicBezTo>
                    <a:pt x="7652" y="6812"/>
                    <a:pt x="7905" y="6559"/>
                    <a:pt x="7905" y="6249"/>
                  </a:cubicBezTo>
                  <a:lnTo>
                    <a:pt x="790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898" name="Google Shape;4898;p60"/>
            <p:cNvSpPr/>
            <p:nvPr/>
          </p:nvSpPr>
          <p:spPr>
            <a:xfrm>
              <a:off x="5049725" y="249400"/>
              <a:ext cx="481825" cy="396225"/>
            </a:xfrm>
            <a:custGeom>
              <a:avLst/>
              <a:gdLst/>
              <a:ahLst/>
              <a:cxnLst/>
              <a:rect l="l" t="t" r="r" b="b"/>
              <a:pathLst>
                <a:path w="19273" h="15849" extrusionOk="0">
                  <a:moveTo>
                    <a:pt x="4553" y="4518"/>
                  </a:moveTo>
                  <a:lnTo>
                    <a:pt x="4553" y="5686"/>
                  </a:lnTo>
                  <a:lnTo>
                    <a:pt x="3424" y="5686"/>
                  </a:lnTo>
                  <a:lnTo>
                    <a:pt x="3424" y="4948"/>
                  </a:lnTo>
                  <a:cubicBezTo>
                    <a:pt x="3424" y="4710"/>
                    <a:pt x="3617" y="4518"/>
                    <a:pt x="3852" y="4518"/>
                  </a:cubicBezTo>
                  <a:close/>
                  <a:moveTo>
                    <a:pt x="15418" y="4518"/>
                  </a:moveTo>
                  <a:cubicBezTo>
                    <a:pt x="15653" y="4518"/>
                    <a:pt x="15845" y="4710"/>
                    <a:pt x="15845" y="4948"/>
                  </a:cubicBezTo>
                  <a:lnTo>
                    <a:pt x="15845" y="5686"/>
                  </a:lnTo>
                  <a:lnTo>
                    <a:pt x="14716" y="5686"/>
                  </a:lnTo>
                  <a:lnTo>
                    <a:pt x="14716" y="4518"/>
                  </a:lnTo>
                  <a:close/>
                  <a:moveTo>
                    <a:pt x="10199" y="1130"/>
                  </a:moveTo>
                  <a:lnTo>
                    <a:pt x="10199" y="3954"/>
                  </a:lnTo>
                  <a:cubicBezTo>
                    <a:pt x="10199" y="4265"/>
                    <a:pt x="10452" y="4518"/>
                    <a:pt x="10765" y="4518"/>
                  </a:cubicBezTo>
                  <a:lnTo>
                    <a:pt x="13587" y="4518"/>
                  </a:lnTo>
                  <a:lnTo>
                    <a:pt x="13587" y="6815"/>
                  </a:lnTo>
                  <a:lnTo>
                    <a:pt x="5682" y="6815"/>
                  </a:lnTo>
                  <a:lnTo>
                    <a:pt x="5682" y="1130"/>
                  </a:lnTo>
                  <a:close/>
                  <a:moveTo>
                    <a:pt x="16412" y="9074"/>
                  </a:moveTo>
                  <a:cubicBezTo>
                    <a:pt x="16722" y="9074"/>
                    <a:pt x="16975" y="9324"/>
                    <a:pt x="16975" y="9637"/>
                  </a:cubicBezTo>
                  <a:cubicBezTo>
                    <a:pt x="16975" y="9950"/>
                    <a:pt x="16722" y="10203"/>
                    <a:pt x="16412" y="10203"/>
                  </a:cubicBezTo>
                  <a:lnTo>
                    <a:pt x="15282" y="10203"/>
                  </a:lnTo>
                  <a:cubicBezTo>
                    <a:pt x="14969" y="10203"/>
                    <a:pt x="14716" y="9950"/>
                    <a:pt x="14716" y="9637"/>
                  </a:cubicBezTo>
                  <a:cubicBezTo>
                    <a:pt x="14716" y="9324"/>
                    <a:pt x="14969" y="9074"/>
                    <a:pt x="15282" y="9074"/>
                  </a:cubicBezTo>
                  <a:close/>
                  <a:moveTo>
                    <a:pt x="10782" y="1"/>
                  </a:moveTo>
                  <a:cubicBezTo>
                    <a:pt x="10776" y="1"/>
                    <a:pt x="10771" y="1"/>
                    <a:pt x="10765" y="1"/>
                  </a:cubicBezTo>
                  <a:lnTo>
                    <a:pt x="5119" y="1"/>
                  </a:lnTo>
                  <a:cubicBezTo>
                    <a:pt x="4806" y="1"/>
                    <a:pt x="4553" y="254"/>
                    <a:pt x="4553" y="567"/>
                  </a:cubicBezTo>
                  <a:lnTo>
                    <a:pt x="4553" y="3388"/>
                  </a:lnTo>
                  <a:lnTo>
                    <a:pt x="3852" y="3388"/>
                  </a:lnTo>
                  <a:cubicBezTo>
                    <a:pt x="2993" y="3388"/>
                    <a:pt x="2295" y="4087"/>
                    <a:pt x="2295" y="4948"/>
                  </a:cubicBezTo>
                  <a:lnTo>
                    <a:pt x="2295" y="5686"/>
                  </a:lnTo>
                  <a:lnTo>
                    <a:pt x="1693" y="5686"/>
                  </a:lnTo>
                  <a:cubicBezTo>
                    <a:pt x="756" y="5686"/>
                    <a:pt x="0" y="6442"/>
                    <a:pt x="0" y="7378"/>
                  </a:cubicBezTo>
                  <a:lnTo>
                    <a:pt x="0" y="14154"/>
                  </a:lnTo>
                  <a:cubicBezTo>
                    <a:pt x="0" y="15090"/>
                    <a:pt x="756" y="15846"/>
                    <a:pt x="1693" y="15849"/>
                  </a:cubicBezTo>
                  <a:lnTo>
                    <a:pt x="4553" y="15849"/>
                  </a:lnTo>
                  <a:lnTo>
                    <a:pt x="4553" y="12461"/>
                  </a:lnTo>
                  <a:lnTo>
                    <a:pt x="3990" y="12461"/>
                  </a:lnTo>
                  <a:cubicBezTo>
                    <a:pt x="3677" y="12461"/>
                    <a:pt x="3424" y="12208"/>
                    <a:pt x="3424" y="11895"/>
                  </a:cubicBezTo>
                  <a:cubicBezTo>
                    <a:pt x="3424" y="11582"/>
                    <a:pt x="3677" y="11332"/>
                    <a:pt x="3990" y="11332"/>
                  </a:cubicBezTo>
                  <a:lnTo>
                    <a:pt x="15282" y="11332"/>
                  </a:lnTo>
                  <a:cubicBezTo>
                    <a:pt x="15593" y="11332"/>
                    <a:pt x="15845" y="11582"/>
                    <a:pt x="15845" y="11895"/>
                  </a:cubicBezTo>
                  <a:cubicBezTo>
                    <a:pt x="15845" y="12208"/>
                    <a:pt x="15593" y="12461"/>
                    <a:pt x="15282" y="12461"/>
                  </a:cubicBezTo>
                  <a:lnTo>
                    <a:pt x="14716" y="12461"/>
                  </a:lnTo>
                  <a:lnTo>
                    <a:pt x="14716" y="15849"/>
                  </a:lnTo>
                  <a:lnTo>
                    <a:pt x="17541" y="15849"/>
                  </a:lnTo>
                  <a:cubicBezTo>
                    <a:pt x="18474" y="15849"/>
                    <a:pt x="19272" y="15087"/>
                    <a:pt x="19272" y="14154"/>
                  </a:cubicBezTo>
                  <a:lnTo>
                    <a:pt x="19272" y="7378"/>
                  </a:lnTo>
                  <a:cubicBezTo>
                    <a:pt x="19272" y="6445"/>
                    <a:pt x="18474" y="5686"/>
                    <a:pt x="17541" y="5686"/>
                  </a:cubicBezTo>
                  <a:lnTo>
                    <a:pt x="16975" y="5686"/>
                  </a:lnTo>
                  <a:lnTo>
                    <a:pt x="16975" y="4948"/>
                  </a:lnTo>
                  <a:cubicBezTo>
                    <a:pt x="16975" y="4087"/>
                    <a:pt x="16276" y="3388"/>
                    <a:pt x="15418" y="3388"/>
                  </a:cubicBezTo>
                  <a:lnTo>
                    <a:pt x="14385" y="3388"/>
                  </a:lnTo>
                  <a:cubicBezTo>
                    <a:pt x="11026" y="30"/>
                    <a:pt x="11079" y="1"/>
                    <a:pt x="1078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4899" name="Google Shape;4899;p60"/>
          <p:cNvGrpSpPr/>
          <p:nvPr/>
        </p:nvGrpSpPr>
        <p:grpSpPr>
          <a:xfrm>
            <a:off x="4166269" y="2287102"/>
            <a:ext cx="339253" cy="339253"/>
            <a:chOff x="5660400" y="238125"/>
            <a:chExt cx="481825" cy="481825"/>
          </a:xfrm>
        </p:grpSpPr>
        <p:sp>
          <p:nvSpPr>
            <p:cNvPr id="4900" name="Google Shape;4900;p60"/>
            <p:cNvSpPr/>
            <p:nvPr/>
          </p:nvSpPr>
          <p:spPr>
            <a:xfrm>
              <a:off x="5660400" y="436700"/>
              <a:ext cx="481825" cy="283250"/>
            </a:xfrm>
            <a:custGeom>
              <a:avLst/>
              <a:gdLst/>
              <a:ahLst/>
              <a:cxnLst/>
              <a:rect l="l" t="t" r="r" b="b"/>
              <a:pathLst>
                <a:path w="19273" h="11330" extrusionOk="0">
                  <a:moveTo>
                    <a:pt x="5120" y="1130"/>
                  </a:moveTo>
                  <a:cubicBezTo>
                    <a:pt x="5433" y="1130"/>
                    <a:pt x="5683" y="1380"/>
                    <a:pt x="5683" y="1693"/>
                  </a:cubicBezTo>
                  <a:cubicBezTo>
                    <a:pt x="5683" y="2006"/>
                    <a:pt x="5433" y="2259"/>
                    <a:pt x="5120" y="2259"/>
                  </a:cubicBezTo>
                  <a:lnTo>
                    <a:pt x="2861" y="2259"/>
                  </a:lnTo>
                  <a:cubicBezTo>
                    <a:pt x="2548" y="2259"/>
                    <a:pt x="2298" y="2006"/>
                    <a:pt x="2298" y="1693"/>
                  </a:cubicBezTo>
                  <a:cubicBezTo>
                    <a:pt x="2298" y="1380"/>
                    <a:pt x="2548" y="1130"/>
                    <a:pt x="2861" y="1130"/>
                  </a:cubicBezTo>
                  <a:close/>
                  <a:moveTo>
                    <a:pt x="10766" y="1130"/>
                  </a:moveTo>
                  <a:cubicBezTo>
                    <a:pt x="11079" y="1130"/>
                    <a:pt x="11329" y="1380"/>
                    <a:pt x="11329" y="1693"/>
                  </a:cubicBezTo>
                  <a:cubicBezTo>
                    <a:pt x="11329" y="2006"/>
                    <a:pt x="11079" y="2259"/>
                    <a:pt x="10766" y="2259"/>
                  </a:cubicBezTo>
                  <a:lnTo>
                    <a:pt x="8507" y="2259"/>
                  </a:lnTo>
                  <a:cubicBezTo>
                    <a:pt x="8194" y="2259"/>
                    <a:pt x="7944" y="2006"/>
                    <a:pt x="7944" y="1693"/>
                  </a:cubicBezTo>
                  <a:cubicBezTo>
                    <a:pt x="7944" y="1380"/>
                    <a:pt x="8194" y="1130"/>
                    <a:pt x="8507" y="1130"/>
                  </a:cubicBezTo>
                  <a:close/>
                  <a:moveTo>
                    <a:pt x="16412" y="1130"/>
                  </a:moveTo>
                  <a:cubicBezTo>
                    <a:pt x="16725" y="1130"/>
                    <a:pt x="16975" y="1380"/>
                    <a:pt x="16975" y="1693"/>
                  </a:cubicBezTo>
                  <a:cubicBezTo>
                    <a:pt x="16975" y="2006"/>
                    <a:pt x="16725" y="2259"/>
                    <a:pt x="16412" y="2259"/>
                  </a:cubicBezTo>
                  <a:lnTo>
                    <a:pt x="14153" y="2259"/>
                  </a:lnTo>
                  <a:cubicBezTo>
                    <a:pt x="13840" y="2259"/>
                    <a:pt x="13590" y="2006"/>
                    <a:pt x="13590" y="1693"/>
                  </a:cubicBezTo>
                  <a:cubicBezTo>
                    <a:pt x="13590" y="1380"/>
                    <a:pt x="13840" y="1130"/>
                    <a:pt x="14153" y="1130"/>
                  </a:cubicBezTo>
                  <a:close/>
                  <a:moveTo>
                    <a:pt x="5120" y="4518"/>
                  </a:moveTo>
                  <a:cubicBezTo>
                    <a:pt x="5433" y="4518"/>
                    <a:pt x="5683" y="4767"/>
                    <a:pt x="5683" y="5081"/>
                  </a:cubicBezTo>
                  <a:cubicBezTo>
                    <a:pt x="5683" y="5394"/>
                    <a:pt x="5433" y="5647"/>
                    <a:pt x="5120" y="5647"/>
                  </a:cubicBezTo>
                  <a:lnTo>
                    <a:pt x="2861" y="5647"/>
                  </a:lnTo>
                  <a:cubicBezTo>
                    <a:pt x="2548" y="5647"/>
                    <a:pt x="2298" y="5394"/>
                    <a:pt x="2298" y="5081"/>
                  </a:cubicBezTo>
                  <a:cubicBezTo>
                    <a:pt x="2298" y="4767"/>
                    <a:pt x="2548" y="4518"/>
                    <a:pt x="2861" y="4518"/>
                  </a:cubicBezTo>
                  <a:close/>
                  <a:moveTo>
                    <a:pt x="10766" y="4518"/>
                  </a:moveTo>
                  <a:cubicBezTo>
                    <a:pt x="11079" y="4518"/>
                    <a:pt x="11329" y="4767"/>
                    <a:pt x="11329" y="5081"/>
                  </a:cubicBezTo>
                  <a:cubicBezTo>
                    <a:pt x="11329" y="5394"/>
                    <a:pt x="11079" y="5647"/>
                    <a:pt x="10766" y="5647"/>
                  </a:cubicBezTo>
                  <a:lnTo>
                    <a:pt x="8507" y="5647"/>
                  </a:lnTo>
                  <a:cubicBezTo>
                    <a:pt x="8194" y="5647"/>
                    <a:pt x="7944" y="5394"/>
                    <a:pt x="7944" y="5081"/>
                  </a:cubicBezTo>
                  <a:cubicBezTo>
                    <a:pt x="7944" y="4767"/>
                    <a:pt x="8194" y="4518"/>
                    <a:pt x="8507" y="4518"/>
                  </a:cubicBezTo>
                  <a:close/>
                  <a:moveTo>
                    <a:pt x="16412" y="4518"/>
                  </a:moveTo>
                  <a:cubicBezTo>
                    <a:pt x="16725" y="4518"/>
                    <a:pt x="16975" y="4767"/>
                    <a:pt x="16975" y="5081"/>
                  </a:cubicBezTo>
                  <a:cubicBezTo>
                    <a:pt x="16975" y="5394"/>
                    <a:pt x="16725" y="5647"/>
                    <a:pt x="16412" y="5647"/>
                  </a:cubicBezTo>
                  <a:lnTo>
                    <a:pt x="14153" y="5647"/>
                  </a:lnTo>
                  <a:cubicBezTo>
                    <a:pt x="13840" y="5647"/>
                    <a:pt x="13590" y="5394"/>
                    <a:pt x="13590" y="5081"/>
                  </a:cubicBezTo>
                  <a:cubicBezTo>
                    <a:pt x="13590" y="4767"/>
                    <a:pt x="13840" y="4518"/>
                    <a:pt x="14153" y="4518"/>
                  </a:cubicBezTo>
                  <a:close/>
                  <a:moveTo>
                    <a:pt x="5120" y="7941"/>
                  </a:moveTo>
                  <a:cubicBezTo>
                    <a:pt x="5433" y="7941"/>
                    <a:pt x="5683" y="8194"/>
                    <a:pt x="5683" y="8507"/>
                  </a:cubicBezTo>
                  <a:cubicBezTo>
                    <a:pt x="5683" y="8818"/>
                    <a:pt x="5433" y="9071"/>
                    <a:pt x="5120" y="9071"/>
                  </a:cubicBezTo>
                  <a:lnTo>
                    <a:pt x="2861" y="9071"/>
                  </a:lnTo>
                  <a:cubicBezTo>
                    <a:pt x="2548" y="9071"/>
                    <a:pt x="2298" y="8818"/>
                    <a:pt x="2298" y="8507"/>
                  </a:cubicBezTo>
                  <a:cubicBezTo>
                    <a:pt x="2298" y="8194"/>
                    <a:pt x="2548" y="7941"/>
                    <a:pt x="2861" y="7941"/>
                  </a:cubicBezTo>
                  <a:close/>
                  <a:moveTo>
                    <a:pt x="10766" y="7941"/>
                  </a:moveTo>
                  <a:cubicBezTo>
                    <a:pt x="11079" y="7941"/>
                    <a:pt x="11329" y="8194"/>
                    <a:pt x="11329" y="8507"/>
                  </a:cubicBezTo>
                  <a:cubicBezTo>
                    <a:pt x="11329" y="8818"/>
                    <a:pt x="11079" y="9071"/>
                    <a:pt x="10766" y="9071"/>
                  </a:cubicBezTo>
                  <a:lnTo>
                    <a:pt x="8507" y="9071"/>
                  </a:lnTo>
                  <a:cubicBezTo>
                    <a:pt x="8194" y="9071"/>
                    <a:pt x="7944" y="8818"/>
                    <a:pt x="7944" y="8507"/>
                  </a:cubicBezTo>
                  <a:cubicBezTo>
                    <a:pt x="7944" y="8194"/>
                    <a:pt x="8194" y="7941"/>
                    <a:pt x="8507" y="7941"/>
                  </a:cubicBezTo>
                  <a:close/>
                  <a:moveTo>
                    <a:pt x="16412" y="7941"/>
                  </a:moveTo>
                  <a:cubicBezTo>
                    <a:pt x="16725" y="7941"/>
                    <a:pt x="16975" y="8194"/>
                    <a:pt x="16975" y="8507"/>
                  </a:cubicBezTo>
                  <a:cubicBezTo>
                    <a:pt x="16975" y="8818"/>
                    <a:pt x="16725" y="9071"/>
                    <a:pt x="16412" y="9071"/>
                  </a:cubicBezTo>
                  <a:lnTo>
                    <a:pt x="14153" y="9071"/>
                  </a:lnTo>
                  <a:cubicBezTo>
                    <a:pt x="13840" y="9071"/>
                    <a:pt x="13590" y="8818"/>
                    <a:pt x="13590" y="8507"/>
                  </a:cubicBezTo>
                  <a:cubicBezTo>
                    <a:pt x="13590" y="8194"/>
                    <a:pt x="13840" y="7941"/>
                    <a:pt x="14153" y="7941"/>
                  </a:cubicBezTo>
                  <a:close/>
                  <a:moveTo>
                    <a:pt x="1" y="1"/>
                  </a:moveTo>
                  <a:lnTo>
                    <a:pt x="1" y="9637"/>
                  </a:lnTo>
                  <a:cubicBezTo>
                    <a:pt x="1" y="10570"/>
                    <a:pt x="759" y="11329"/>
                    <a:pt x="1696" y="11329"/>
                  </a:cubicBezTo>
                  <a:lnTo>
                    <a:pt x="17580" y="11329"/>
                  </a:lnTo>
                  <a:cubicBezTo>
                    <a:pt x="18514" y="11329"/>
                    <a:pt x="19273" y="10570"/>
                    <a:pt x="19273" y="9637"/>
                  </a:cubicBezTo>
                  <a:lnTo>
                    <a:pt x="192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901" name="Google Shape;4901;p60"/>
            <p:cNvSpPr/>
            <p:nvPr/>
          </p:nvSpPr>
          <p:spPr>
            <a:xfrm>
              <a:off x="5660400" y="238125"/>
              <a:ext cx="481825" cy="170375"/>
            </a:xfrm>
            <a:custGeom>
              <a:avLst/>
              <a:gdLst/>
              <a:ahLst/>
              <a:cxnLst/>
              <a:rect l="l" t="t" r="r" b="b"/>
              <a:pathLst>
                <a:path w="19273" h="6815" extrusionOk="0">
                  <a:moveTo>
                    <a:pt x="3990" y="1129"/>
                  </a:moveTo>
                  <a:cubicBezTo>
                    <a:pt x="4304" y="1129"/>
                    <a:pt x="4557" y="1382"/>
                    <a:pt x="4557" y="1695"/>
                  </a:cubicBezTo>
                  <a:lnTo>
                    <a:pt x="4557" y="3954"/>
                  </a:lnTo>
                  <a:cubicBezTo>
                    <a:pt x="4557" y="4264"/>
                    <a:pt x="4304" y="4517"/>
                    <a:pt x="3990" y="4517"/>
                  </a:cubicBezTo>
                  <a:cubicBezTo>
                    <a:pt x="3677" y="4517"/>
                    <a:pt x="3427" y="4264"/>
                    <a:pt x="3427" y="3954"/>
                  </a:cubicBezTo>
                  <a:lnTo>
                    <a:pt x="3427" y="1695"/>
                  </a:lnTo>
                  <a:cubicBezTo>
                    <a:pt x="3427" y="1382"/>
                    <a:pt x="3677" y="1129"/>
                    <a:pt x="3990" y="1129"/>
                  </a:cubicBezTo>
                  <a:close/>
                  <a:moveTo>
                    <a:pt x="9637" y="1129"/>
                  </a:moveTo>
                  <a:cubicBezTo>
                    <a:pt x="9950" y="1129"/>
                    <a:pt x="10203" y="1382"/>
                    <a:pt x="10203" y="1695"/>
                  </a:cubicBezTo>
                  <a:lnTo>
                    <a:pt x="10203" y="3954"/>
                  </a:lnTo>
                  <a:cubicBezTo>
                    <a:pt x="10203" y="4264"/>
                    <a:pt x="9950" y="4517"/>
                    <a:pt x="9637" y="4517"/>
                  </a:cubicBezTo>
                  <a:cubicBezTo>
                    <a:pt x="9323" y="4517"/>
                    <a:pt x="9073" y="4264"/>
                    <a:pt x="9073" y="3954"/>
                  </a:cubicBezTo>
                  <a:lnTo>
                    <a:pt x="9073" y="1695"/>
                  </a:lnTo>
                  <a:cubicBezTo>
                    <a:pt x="9073" y="1382"/>
                    <a:pt x="9323" y="1129"/>
                    <a:pt x="9637" y="1129"/>
                  </a:cubicBezTo>
                  <a:close/>
                  <a:moveTo>
                    <a:pt x="15283" y="1129"/>
                  </a:moveTo>
                  <a:cubicBezTo>
                    <a:pt x="15596" y="1129"/>
                    <a:pt x="15849" y="1382"/>
                    <a:pt x="15849" y="1695"/>
                  </a:cubicBezTo>
                  <a:lnTo>
                    <a:pt x="15849" y="3954"/>
                  </a:lnTo>
                  <a:cubicBezTo>
                    <a:pt x="15849" y="4264"/>
                    <a:pt x="15596" y="4517"/>
                    <a:pt x="15283" y="4517"/>
                  </a:cubicBezTo>
                  <a:cubicBezTo>
                    <a:pt x="14969" y="4517"/>
                    <a:pt x="14719" y="4264"/>
                    <a:pt x="14719" y="3954"/>
                  </a:cubicBezTo>
                  <a:lnTo>
                    <a:pt x="14719" y="1695"/>
                  </a:lnTo>
                  <a:cubicBezTo>
                    <a:pt x="14719" y="1382"/>
                    <a:pt x="14969" y="1129"/>
                    <a:pt x="15283" y="1129"/>
                  </a:cubicBezTo>
                  <a:close/>
                  <a:moveTo>
                    <a:pt x="3990" y="0"/>
                  </a:moveTo>
                  <a:cubicBezTo>
                    <a:pt x="3054" y="0"/>
                    <a:pt x="2298" y="759"/>
                    <a:pt x="2298" y="1695"/>
                  </a:cubicBezTo>
                  <a:lnTo>
                    <a:pt x="2298" y="2258"/>
                  </a:lnTo>
                  <a:lnTo>
                    <a:pt x="1696" y="2258"/>
                  </a:lnTo>
                  <a:cubicBezTo>
                    <a:pt x="759" y="2258"/>
                    <a:pt x="1" y="3017"/>
                    <a:pt x="1" y="3954"/>
                  </a:cubicBezTo>
                  <a:lnTo>
                    <a:pt x="1" y="6814"/>
                  </a:lnTo>
                  <a:lnTo>
                    <a:pt x="19273" y="6814"/>
                  </a:lnTo>
                  <a:lnTo>
                    <a:pt x="19273" y="3954"/>
                  </a:lnTo>
                  <a:cubicBezTo>
                    <a:pt x="19273" y="3017"/>
                    <a:pt x="18514" y="2258"/>
                    <a:pt x="17580" y="2258"/>
                  </a:cubicBezTo>
                  <a:lnTo>
                    <a:pt x="16978" y="2258"/>
                  </a:lnTo>
                  <a:lnTo>
                    <a:pt x="16978" y="1695"/>
                  </a:lnTo>
                  <a:cubicBezTo>
                    <a:pt x="16978" y="759"/>
                    <a:pt x="16219" y="0"/>
                    <a:pt x="15283" y="0"/>
                  </a:cubicBezTo>
                  <a:cubicBezTo>
                    <a:pt x="14346" y="0"/>
                    <a:pt x="13590" y="759"/>
                    <a:pt x="13590" y="1695"/>
                  </a:cubicBezTo>
                  <a:lnTo>
                    <a:pt x="13590" y="2258"/>
                  </a:lnTo>
                  <a:lnTo>
                    <a:pt x="11332" y="2258"/>
                  </a:lnTo>
                  <a:lnTo>
                    <a:pt x="11332" y="1695"/>
                  </a:lnTo>
                  <a:cubicBezTo>
                    <a:pt x="11332" y="759"/>
                    <a:pt x="10573" y="0"/>
                    <a:pt x="9637" y="0"/>
                  </a:cubicBezTo>
                  <a:cubicBezTo>
                    <a:pt x="8700" y="0"/>
                    <a:pt x="7944" y="759"/>
                    <a:pt x="7944" y="1695"/>
                  </a:cubicBezTo>
                  <a:lnTo>
                    <a:pt x="7944" y="2258"/>
                  </a:lnTo>
                  <a:lnTo>
                    <a:pt x="5686" y="2258"/>
                  </a:lnTo>
                  <a:lnTo>
                    <a:pt x="5686" y="1695"/>
                  </a:lnTo>
                  <a:cubicBezTo>
                    <a:pt x="5686" y="759"/>
                    <a:pt x="4927" y="0"/>
                    <a:pt x="399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4902" name="Google Shape;4902;p60"/>
          <p:cNvGrpSpPr/>
          <p:nvPr/>
        </p:nvGrpSpPr>
        <p:grpSpPr>
          <a:xfrm>
            <a:off x="4582955" y="2287102"/>
            <a:ext cx="339253" cy="339253"/>
            <a:chOff x="6235400" y="249400"/>
            <a:chExt cx="481825" cy="481825"/>
          </a:xfrm>
        </p:grpSpPr>
        <p:sp>
          <p:nvSpPr>
            <p:cNvPr id="4903" name="Google Shape;4903;p60"/>
            <p:cNvSpPr/>
            <p:nvPr/>
          </p:nvSpPr>
          <p:spPr>
            <a:xfrm>
              <a:off x="6425625" y="482025"/>
              <a:ext cx="177700" cy="135375"/>
            </a:xfrm>
            <a:custGeom>
              <a:avLst/>
              <a:gdLst/>
              <a:ahLst/>
              <a:cxnLst/>
              <a:rect l="l" t="t" r="r" b="b"/>
              <a:pathLst>
                <a:path w="7108" h="5415" extrusionOk="0">
                  <a:moveTo>
                    <a:pt x="5415" y="0"/>
                  </a:moveTo>
                  <a:lnTo>
                    <a:pt x="1" y="5415"/>
                  </a:lnTo>
                  <a:lnTo>
                    <a:pt x="7107" y="5415"/>
                  </a:lnTo>
                  <a:lnTo>
                    <a:pt x="7107" y="1696"/>
                  </a:lnTo>
                  <a:lnTo>
                    <a:pt x="541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904" name="Google Shape;4904;p60"/>
            <p:cNvSpPr/>
            <p:nvPr/>
          </p:nvSpPr>
          <p:spPr>
            <a:xfrm>
              <a:off x="6462150" y="419775"/>
              <a:ext cx="28250" cy="28250"/>
            </a:xfrm>
            <a:custGeom>
              <a:avLst/>
              <a:gdLst/>
              <a:ahLst/>
              <a:cxnLst/>
              <a:rect l="l" t="t" r="r" b="b"/>
              <a:pathLst>
                <a:path w="1130" h="1130" extrusionOk="0">
                  <a:moveTo>
                    <a:pt x="566" y="0"/>
                  </a:moveTo>
                  <a:cubicBezTo>
                    <a:pt x="253" y="0"/>
                    <a:pt x="0" y="250"/>
                    <a:pt x="0" y="563"/>
                  </a:cubicBezTo>
                  <a:cubicBezTo>
                    <a:pt x="0" y="876"/>
                    <a:pt x="253" y="1129"/>
                    <a:pt x="566" y="1129"/>
                  </a:cubicBezTo>
                  <a:cubicBezTo>
                    <a:pt x="877" y="1129"/>
                    <a:pt x="1130" y="876"/>
                    <a:pt x="1130" y="563"/>
                  </a:cubicBezTo>
                  <a:cubicBezTo>
                    <a:pt x="1130" y="250"/>
                    <a:pt x="877" y="0"/>
                    <a:pt x="5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905" name="Google Shape;4905;p60"/>
            <p:cNvSpPr/>
            <p:nvPr/>
          </p:nvSpPr>
          <p:spPr>
            <a:xfrm>
              <a:off x="6349225" y="508600"/>
              <a:ext cx="113625" cy="108800"/>
            </a:xfrm>
            <a:custGeom>
              <a:avLst/>
              <a:gdLst/>
              <a:ahLst/>
              <a:cxnLst/>
              <a:rect l="l" t="t" r="r" b="b"/>
              <a:pathLst>
                <a:path w="4545" h="4352" extrusionOk="0">
                  <a:moveTo>
                    <a:pt x="2858" y="0"/>
                  </a:moveTo>
                  <a:lnTo>
                    <a:pt x="0" y="2623"/>
                  </a:lnTo>
                  <a:lnTo>
                    <a:pt x="0" y="4352"/>
                  </a:lnTo>
                  <a:lnTo>
                    <a:pt x="1461" y="4352"/>
                  </a:lnTo>
                  <a:lnTo>
                    <a:pt x="4544" y="1265"/>
                  </a:lnTo>
                  <a:lnTo>
                    <a:pt x="285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906" name="Google Shape;4906;p60"/>
            <p:cNvSpPr/>
            <p:nvPr/>
          </p:nvSpPr>
          <p:spPr>
            <a:xfrm>
              <a:off x="6349225" y="363300"/>
              <a:ext cx="254100" cy="172575"/>
            </a:xfrm>
            <a:custGeom>
              <a:avLst/>
              <a:gdLst/>
              <a:ahLst/>
              <a:cxnLst/>
              <a:rect l="l" t="t" r="r" b="b"/>
              <a:pathLst>
                <a:path w="10164" h="6903" extrusionOk="0">
                  <a:moveTo>
                    <a:pt x="5083" y="1130"/>
                  </a:moveTo>
                  <a:cubicBezTo>
                    <a:pt x="5767" y="1130"/>
                    <a:pt x="6384" y="1542"/>
                    <a:pt x="6646" y="2175"/>
                  </a:cubicBezTo>
                  <a:cubicBezTo>
                    <a:pt x="6908" y="2807"/>
                    <a:pt x="6764" y="3536"/>
                    <a:pt x="6279" y="4021"/>
                  </a:cubicBezTo>
                  <a:cubicBezTo>
                    <a:pt x="5955" y="4345"/>
                    <a:pt x="5521" y="4517"/>
                    <a:pt x="5081" y="4517"/>
                  </a:cubicBezTo>
                  <a:cubicBezTo>
                    <a:pt x="4862" y="4517"/>
                    <a:pt x="4642" y="4475"/>
                    <a:pt x="4433" y="4388"/>
                  </a:cubicBezTo>
                  <a:cubicBezTo>
                    <a:pt x="3801" y="4126"/>
                    <a:pt x="3388" y="3509"/>
                    <a:pt x="3388" y="2822"/>
                  </a:cubicBezTo>
                  <a:cubicBezTo>
                    <a:pt x="3388" y="1886"/>
                    <a:pt x="4147" y="1130"/>
                    <a:pt x="5083" y="1130"/>
                  </a:cubicBezTo>
                  <a:close/>
                  <a:moveTo>
                    <a:pt x="0" y="1"/>
                  </a:moveTo>
                  <a:lnTo>
                    <a:pt x="0" y="6903"/>
                  </a:lnTo>
                  <a:lnTo>
                    <a:pt x="2443" y="4665"/>
                  </a:lnTo>
                  <a:cubicBezTo>
                    <a:pt x="2549" y="4567"/>
                    <a:pt x="2686" y="4517"/>
                    <a:pt x="2824" y="4517"/>
                  </a:cubicBezTo>
                  <a:cubicBezTo>
                    <a:pt x="2943" y="4517"/>
                    <a:pt x="3062" y="4554"/>
                    <a:pt x="3162" y="4629"/>
                  </a:cubicBezTo>
                  <a:lnTo>
                    <a:pt x="5351" y="6270"/>
                  </a:lnTo>
                  <a:lnTo>
                    <a:pt x="8071" y="3551"/>
                  </a:lnTo>
                  <a:cubicBezTo>
                    <a:pt x="8181" y="3441"/>
                    <a:pt x="8325" y="3386"/>
                    <a:pt x="8470" y="3386"/>
                  </a:cubicBezTo>
                  <a:cubicBezTo>
                    <a:pt x="8614" y="3386"/>
                    <a:pt x="8759" y="3441"/>
                    <a:pt x="8869" y="3551"/>
                  </a:cubicBezTo>
                  <a:lnTo>
                    <a:pt x="10163" y="4846"/>
                  </a:lnTo>
                  <a:lnTo>
                    <a:pt x="1016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907" name="Google Shape;4907;p60"/>
            <p:cNvSpPr/>
            <p:nvPr/>
          </p:nvSpPr>
          <p:spPr>
            <a:xfrm>
              <a:off x="6235400" y="249400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15283" y="3427"/>
                  </a:moveTo>
                  <a:cubicBezTo>
                    <a:pt x="15593" y="3427"/>
                    <a:pt x="15846" y="3677"/>
                    <a:pt x="15846" y="3991"/>
                  </a:cubicBezTo>
                  <a:lnTo>
                    <a:pt x="15846" y="15283"/>
                  </a:lnTo>
                  <a:cubicBezTo>
                    <a:pt x="15846" y="15596"/>
                    <a:pt x="15593" y="15849"/>
                    <a:pt x="15283" y="15849"/>
                  </a:cubicBezTo>
                  <a:lnTo>
                    <a:pt x="3990" y="15849"/>
                  </a:lnTo>
                  <a:cubicBezTo>
                    <a:pt x="3677" y="15849"/>
                    <a:pt x="3424" y="15596"/>
                    <a:pt x="3424" y="15283"/>
                  </a:cubicBezTo>
                  <a:lnTo>
                    <a:pt x="3424" y="3991"/>
                  </a:lnTo>
                  <a:cubicBezTo>
                    <a:pt x="3424" y="3677"/>
                    <a:pt x="3677" y="3427"/>
                    <a:pt x="3990" y="3427"/>
                  </a:cubicBezTo>
                  <a:close/>
                  <a:moveTo>
                    <a:pt x="564" y="1"/>
                  </a:moveTo>
                  <a:cubicBezTo>
                    <a:pt x="250" y="1"/>
                    <a:pt x="0" y="254"/>
                    <a:pt x="0" y="567"/>
                  </a:cubicBezTo>
                  <a:lnTo>
                    <a:pt x="0" y="2861"/>
                  </a:lnTo>
                  <a:cubicBezTo>
                    <a:pt x="0" y="3175"/>
                    <a:pt x="250" y="3427"/>
                    <a:pt x="564" y="3427"/>
                  </a:cubicBezTo>
                  <a:cubicBezTo>
                    <a:pt x="877" y="3427"/>
                    <a:pt x="1127" y="3677"/>
                    <a:pt x="1127" y="3991"/>
                  </a:cubicBezTo>
                  <a:cubicBezTo>
                    <a:pt x="1127" y="4304"/>
                    <a:pt x="877" y="4557"/>
                    <a:pt x="564" y="4557"/>
                  </a:cubicBezTo>
                  <a:cubicBezTo>
                    <a:pt x="250" y="4557"/>
                    <a:pt x="0" y="4807"/>
                    <a:pt x="0" y="5120"/>
                  </a:cubicBezTo>
                  <a:lnTo>
                    <a:pt x="0" y="8507"/>
                  </a:lnTo>
                  <a:cubicBezTo>
                    <a:pt x="0" y="8821"/>
                    <a:pt x="250" y="9074"/>
                    <a:pt x="564" y="9074"/>
                  </a:cubicBezTo>
                  <a:cubicBezTo>
                    <a:pt x="877" y="9074"/>
                    <a:pt x="1127" y="9324"/>
                    <a:pt x="1127" y="9637"/>
                  </a:cubicBezTo>
                  <a:cubicBezTo>
                    <a:pt x="1127" y="9950"/>
                    <a:pt x="877" y="10203"/>
                    <a:pt x="564" y="10203"/>
                  </a:cubicBezTo>
                  <a:cubicBezTo>
                    <a:pt x="250" y="10203"/>
                    <a:pt x="0" y="10453"/>
                    <a:pt x="0" y="10766"/>
                  </a:cubicBezTo>
                  <a:lnTo>
                    <a:pt x="0" y="14154"/>
                  </a:lnTo>
                  <a:cubicBezTo>
                    <a:pt x="0" y="14467"/>
                    <a:pt x="250" y="14720"/>
                    <a:pt x="564" y="14720"/>
                  </a:cubicBezTo>
                  <a:cubicBezTo>
                    <a:pt x="877" y="14720"/>
                    <a:pt x="1127" y="14970"/>
                    <a:pt x="1127" y="15283"/>
                  </a:cubicBezTo>
                  <a:cubicBezTo>
                    <a:pt x="1127" y="15596"/>
                    <a:pt x="877" y="15849"/>
                    <a:pt x="564" y="15849"/>
                  </a:cubicBezTo>
                  <a:cubicBezTo>
                    <a:pt x="250" y="15849"/>
                    <a:pt x="0" y="16099"/>
                    <a:pt x="0" y="16412"/>
                  </a:cubicBezTo>
                  <a:lnTo>
                    <a:pt x="0" y="18710"/>
                  </a:lnTo>
                  <a:cubicBezTo>
                    <a:pt x="0" y="19020"/>
                    <a:pt x="250" y="19273"/>
                    <a:pt x="564" y="19273"/>
                  </a:cubicBezTo>
                  <a:lnTo>
                    <a:pt x="2861" y="19273"/>
                  </a:lnTo>
                  <a:cubicBezTo>
                    <a:pt x="3171" y="19273"/>
                    <a:pt x="3424" y="19020"/>
                    <a:pt x="3424" y="18710"/>
                  </a:cubicBezTo>
                  <a:cubicBezTo>
                    <a:pt x="3424" y="18396"/>
                    <a:pt x="3677" y="18143"/>
                    <a:pt x="3990" y="18143"/>
                  </a:cubicBezTo>
                  <a:cubicBezTo>
                    <a:pt x="4300" y="18143"/>
                    <a:pt x="4553" y="18396"/>
                    <a:pt x="4553" y="18710"/>
                  </a:cubicBezTo>
                  <a:cubicBezTo>
                    <a:pt x="4553" y="19020"/>
                    <a:pt x="4806" y="19273"/>
                    <a:pt x="5120" y="19273"/>
                  </a:cubicBezTo>
                  <a:lnTo>
                    <a:pt x="8507" y="19273"/>
                  </a:lnTo>
                  <a:cubicBezTo>
                    <a:pt x="8817" y="19273"/>
                    <a:pt x="9070" y="19020"/>
                    <a:pt x="9070" y="18710"/>
                  </a:cubicBezTo>
                  <a:cubicBezTo>
                    <a:pt x="9070" y="18396"/>
                    <a:pt x="9323" y="18143"/>
                    <a:pt x="9636" y="18143"/>
                  </a:cubicBezTo>
                  <a:cubicBezTo>
                    <a:pt x="9947" y="18143"/>
                    <a:pt x="10200" y="18396"/>
                    <a:pt x="10200" y="18710"/>
                  </a:cubicBezTo>
                  <a:cubicBezTo>
                    <a:pt x="10200" y="19020"/>
                    <a:pt x="10452" y="19273"/>
                    <a:pt x="10766" y="19273"/>
                  </a:cubicBezTo>
                  <a:lnTo>
                    <a:pt x="14153" y="19273"/>
                  </a:lnTo>
                  <a:cubicBezTo>
                    <a:pt x="14463" y="19273"/>
                    <a:pt x="14716" y="19020"/>
                    <a:pt x="14716" y="18710"/>
                  </a:cubicBezTo>
                  <a:cubicBezTo>
                    <a:pt x="14716" y="18396"/>
                    <a:pt x="14969" y="18143"/>
                    <a:pt x="15283" y="18143"/>
                  </a:cubicBezTo>
                  <a:cubicBezTo>
                    <a:pt x="15593" y="18143"/>
                    <a:pt x="15846" y="18396"/>
                    <a:pt x="15846" y="18710"/>
                  </a:cubicBezTo>
                  <a:cubicBezTo>
                    <a:pt x="15846" y="19020"/>
                    <a:pt x="16099" y="19273"/>
                    <a:pt x="16412" y="19273"/>
                  </a:cubicBezTo>
                  <a:lnTo>
                    <a:pt x="18706" y="19273"/>
                  </a:lnTo>
                  <a:cubicBezTo>
                    <a:pt x="19019" y="19273"/>
                    <a:pt x="19272" y="19020"/>
                    <a:pt x="19272" y="18710"/>
                  </a:cubicBezTo>
                  <a:lnTo>
                    <a:pt x="19272" y="16412"/>
                  </a:lnTo>
                  <a:cubicBezTo>
                    <a:pt x="19272" y="16099"/>
                    <a:pt x="19019" y="15849"/>
                    <a:pt x="18706" y="15849"/>
                  </a:cubicBezTo>
                  <a:cubicBezTo>
                    <a:pt x="18393" y="15849"/>
                    <a:pt x="18143" y="15596"/>
                    <a:pt x="18143" y="15283"/>
                  </a:cubicBezTo>
                  <a:cubicBezTo>
                    <a:pt x="18143" y="14970"/>
                    <a:pt x="18393" y="14720"/>
                    <a:pt x="18706" y="14720"/>
                  </a:cubicBezTo>
                  <a:cubicBezTo>
                    <a:pt x="19019" y="14720"/>
                    <a:pt x="19272" y="14467"/>
                    <a:pt x="19272" y="14154"/>
                  </a:cubicBezTo>
                  <a:lnTo>
                    <a:pt x="19272" y="10766"/>
                  </a:lnTo>
                  <a:cubicBezTo>
                    <a:pt x="19272" y="10453"/>
                    <a:pt x="19019" y="10203"/>
                    <a:pt x="18706" y="10203"/>
                  </a:cubicBezTo>
                  <a:cubicBezTo>
                    <a:pt x="18393" y="10203"/>
                    <a:pt x="18143" y="9950"/>
                    <a:pt x="18143" y="9637"/>
                  </a:cubicBezTo>
                  <a:cubicBezTo>
                    <a:pt x="18143" y="9324"/>
                    <a:pt x="18393" y="9074"/>
                    <a:pt x="18706" y="9074"/>
                  </a:cubicBezTo>
                  <a:cubicBezTo>
                    <a:pt x="19019" y="9074"/>
                    <a:pt x="19272" y="8821"/>
                    <a:pt x="19272" y="8507"/>
                  </a:cubicBezTo>
                  <a:lnTo>
                    <a:pt x="19272" y="5120"/>
                  </a:lnTo>
                  <a:cubicBezTo>
                    <a:pt x="19272" y="4807"/>
                    <a:pt x="19019" y="4557"/>
                    <a:pt x="18706" y="4557"/>
                  </a:cubicBezTo>
                  <a:cubicBezTo>
                    <a:pt x="18393" y="4557"/>
                    <a:pt x="18143" y="4304"/>
                    <a:pt x="18143" y="3991"/>
                  </a:cubicBezTo>
                  <a:cubicBezTo>
                    <a:pt x="18143" y="3677"/>
                    <a:pt x="18393" y="3427"/>
                    <a:pt x="18706" y="3427"/>
                  </a:cubicBezTo>
                  <a:cubicBezTo>
                    <a:pt x="19019" y="3427"/>
                    <a:pt x="19272" y="3175"/>
                    <a:pt x="19272" y="2861"/>
                  </a:cubicBezTo>
                  <a:lnTo>
                    <a:pt x="19272" y="567"/>
                  </a:lnTo>
                  <a:cubicBezTo>
                    <a:pt x="19272" y="254"/>
                    <a:pt x="19019" y="1"/>
                    <a:pt x="18706" y="1"/>
                  </a:cubicBezTo>
                  <a:lnTo>
                    <a:pt x="16412" y="1"/>
                  </a:lnTo>
                  <a:cubicBezTo>
                    <a:pt x="16099" y="1"/>
                    <a:pt x="15846" y="254"/>
                    <a:pt x="15846" y="567"/>
                  </a:cubicBezTo>
                  <a:cubicBezTo>
                    <a:pt x="15846" y="877"/>
                    <a:pt x="15593" y="1130"/>
                    <a:pt x="15283" y="1130"/>
                  </a:cubicBezTo>
                  <a:cubicBezTo>
                    <a:pt x="14969" y="1130"/>
                    <a:pt x="14716" y="877"/>
                    <a:pt x="14716" y="567"/>
                  </a:cubicBezTo>
                  <a:cubicBezTo>
                    <a:pt x="14716" y="254"/>
                    <a:pt x="14463" y="1"/>
                    <a:pt x="14153" y="1"/>
                  </a:cubicBezTo>
                  <a:lnTo>
                    <a:pt x="10766" y="1"/>
                  </a:lnTo>
                  <a:cubicBezTo>
                    <a:pt x="10452" y="1"/>
                    <a:pt x="10200" y="254"/>
                    <a:pt x="10200" y="567"/>
                  </a:cubicBezTo>
                  <a:cubicBezTo>
                    <a:pt x="10200" y="877"/>
                    <a:pt x="9947" y="1130"/>
                    <a:pt x="9636" y="1130"/>
                  </a:cubicBezTo>
                  <a:cubicBezTo>
                    <a:pt x="9323" y="1130"/>
                    <a:pt x="9070" y="877"/>
                    <a:pt x="9070" y="567"/>
                  </a:cubicBezTo>
                  <a:cubicBezTo>
                    <a:pt x="9070" y="254"/>
                    <a:pt x="8817" y="1"/>
                    <a:pt x="8507" y="1"/>
                  </a:cubicBezTo>
                  <a:lnTo>
                    <a:pt x="5120" y="1"/>
                  </a:lnTo>
                  <a:cubicBezTo>
                    <a:pt x="4806" y="1"/>
                    <a:pt x="4553" y="254"/>
                    <a:pt x="4553" y="567"/>
                  </a:cubicBezTo>
                  <a:cubicBezTo>
                    <a:pt x="4553" y="877"/>
                    <a:pt x="4300" y="1130"/>
                    <a:pt x="3990" y="1130"/>
                  </a:cubicBezTo>
                  <a:cubicBezTo>
                    <a:pt x="3677" y="1130"/>
                    <a:pt x="3424" y="877"/>
                    <a:pt x="3424" y="567"/>
                  </a:cubicBezTo>
                  <a:cubicBezTo>
                    <a:pt x="3424" y="254"/>
                    <a:pt x="3171" y="1"/>
                    <a:pt x="286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4908" name="Google Shape;4908;p60"/>
          <p:cNvGrpSpPr/>
          <p:nvPr/>
        </p:nvGrpSpPr>
        <p:grpSpPr>
          <a:xfrm>
            <a:off x="821301" y="2731810"/>
            <a:ext cx="340204" cy="298116"/>
            <a:chOff x="899850" y="871450"/>
            <a:chExt cx="483175" cy="423400"/>
          </a:xfrm>
        </p:grpSpPr>
        <p:sp>
          <p:nvSpPr>
            <p:cNvPr id="4909" name="Google Shape;4909;p60"/>
            <p:cNvSpPr/>
            <p:nvPr/>
          </p:nvSpPr>
          <p:spPr>
            <a:xfrm>
              <a:off x="1325175" y="1040825"/>
              <a:ext cx="56425" cy="28275"/>
            </a:xfrm>
            <a:custGeom>
              <a:avLst/>
              <a:gdLst/>
              <a:ahLst/>
              <a:cxnLst/>
              <a:rect l="l" t="t" r="r" b="b"/>
              <a:pathLst>
                <a:path w="2257" h="1131" extrusionOk="0">
                  <a:moveTo>
                    <a:pt x="564" y="1"/>
                  </a:moveTo>
                  <a:cubicBezTo>
                    <a:pt x="251" y="1"/>
                    <a:pt x="1" y="251"/>
                    <a:pt x="1" y="564"/>
                  </a:cubicBezTo>
                  <a:cubicBezTo>
                    <a:pt x="1" y="877"/>
                    <a:pt x="251" y="1130"/>
                    <a:pt x="564" y="1130"/>
                  </a:cubicBezTo>
                  <a:lnTo>
                    <a:pt x="1693" y="1130"/>
                  </a:lnTo>
                  <a:cubicBezTo>
                    <a:pt x="2006" y="1130"/>
                    <a:pt x="2256" y="877"/>
                    <a:pt x="2256" y="564"/>
                  </a:cubicBezTo>
                  <a:cubicBezTo>
                    <a:pt x="2256" y="251"/>
                    <a:pt x="2006" y="1"/>
                    <a:pt x="169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910" name="Google Shape;4910;p60"/>
            <p:cNvSpPr/>
            <p:nvPr/>
          </p:nvSpPr>
          <p:spPr>
            <a:xfrm>
              <a:off x="1323750" y="956100"/>
              <a:ext cx="59275" cy="56525"/>
            </a:xfrm>
            <a:custGeom>
              <a:avLst/>
              <a:gdLst/>
              <a:ahLst/>
              <a:cxnLst/>
              <a:rect l="l" t="t" r="r" b="b"/>
              <a:pathLst>
                <a:path w="2371" h="2261" extrusionOk="0">
                  <a:moveTo>
                    <a:pt x="1750" y="0"/>
                  </a:moveTo>
                  <a:cubicBezTo>
                    <a:pt x="1605" y="0"/>
                    <a:pt x="1461" y="55"/>
                    <a:pt x="1350" y="165"/>
                  </a:cubicBezTo>
                  <a:lnTo>
                    <a:pt x="220" y="1294"/>
                  </a:lnTo>
                  <a:cubicBezTo>
                    <a:pt x="0" y="1517"/>
                    <a:pt x="0" y="1872"/>
                    <a:pt x="220" y="2095"/>
                  </a:cubicBezTo>
                  <a:cubicBezTo>
                    <a:pt x="332" y="2205"/>
                    <a:pt x="476" y="2260"/>
                    <a:pt x="621" y="2260"/>
                  </a:cubicBezTo>
                  <a:cubicBezTo>
                    <a:pt x="765" y="2260"/>
                    <a:pt x="910" y="2205"/>
                    <a:pt x="1021" y="2095"/>
                  </a:cubicBezTo>
                  <a:lnTo>
                    <a:pt x="2151" y="966"/>
                  </a:lnTo>
                  <a:cubicBezTo>
                    <a:pt x="2370" y="743"/>
                    <a:pt x="2370" y="388"/>
                    <a:pt x="2151" y="165"/>
                  </a:cubicBezTo>
                  <a:cubicBezTo>
                    <a:pt x="2039" y="55"/>
                    <a:pt x="1895" y="0"/>
                    <a:pt x="175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911" name="Google Shape;4911;p60"/>
            <p:cNvSpPr/>
            <p:nvPr/>
          </p:nvSpPr>
          <p:spPr>
            <a:xfrm>
              <a:off x="1323750" y="1097250"/>
              <a:ext cx="59275" cy="56525"/>
            </a:xfrm>
            <a:custGeom>
              <a:avLst/>
              <a:gdLst/>
              <a:ahLst/>
              <a:cxnLst/>
              <a:rect l="l" t="t" r="r" b="b"/>
              <a:pathLst>
                <a:path w="2371" h="2261" extrusionOk="0">
                  <a:moveTo>
                    <a:pt x="621" y="0"/>
                  </a:moveTo>
                  <a:cubicBezTo>
                    <a:pt x="476" y="0"/>
                    <a:pt x="332" y="55"/>
                    <a:pt x="220" y="165"/>
                  </a:cubicBezTo>
                  <a:cubicBezTo>
                    <a:pt x="0" y="388"/>
                    <a:pt x="0" y="743"/>
                    <a:pt x="220" y="966"/>
                  </a:cubicBezTo>
                  <a:lnTo>
                    <a:pt x="1350" y="2095"/>
                  </a:lnTo>
                  <a:cubicBezTo>
                    <a:pt x="1461" y="2205"/>
                    <a:pt x="1605" y="2260"/>
                    <a:pt x="1750" y="2260"/>
                  </a:cubicBezTo>
                  <a:cubicBezTo>
                    <a:pt x="1895" y="2260"/>
                    <a:pt x="2039" y="2205"/>
                    <a:pt x="2151" y="2095"/>
                  </a:cubicBezTo>
                  <a:cubicBezTo>
                    <a:pt x="2370" y="1872"/>
                    <a:pt x="2370" y="1517"/>
                    <a:pt x="2151" y="1294"/>
                  </a:cubicBezTo>
                  <a:lnTo>
                    <a:pt x="1021" y="165"/>
                  </a:lnTo>
                  <a:cubicBezTo>
                    <a:pt x="910" y="55"/>
                    <a:pt x="765" y="0"/>
                    <a:pt x="6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912" name="Google Shape;4912;p60"/>
            <p:cNvSpPr/>
            <p:nvPr/>
          </p:nvSpPr>
          <p:spPr>
            <a:xfrm>
              <a:off x="899850" y="871450"/>
              <a:ext cx="396150" cy="423400"/>
            </a:xfrm>
            <a:custGeom>
              <a:avLst/>
              <a:gdLst/>
              <a:ahLst/>
              <a:cxnLst/>
              <a:rect l="l" t="t" r="r" b="b"/>
              <a:pathLst>
                <a:path w="15846" h="16936" extrusionOk="0">
                  <a:moveTo>
                    <a:pt x="6812" y="4518"/>
                  </a:moveTo>
                  <a:lnTo>
                    <a:pt x="6812" y="10164"/>
                  </a:lnTo>
                  <a:lnTo>
                    <a:pt x="5682" y="10164"/>
                  </a:lnTo>
                  <a:lnTo>
                    <a:pt x="5682" y="4518"/>
                  </a:lnTo>
                  <a:close/>
                  <a:moveTo>
                    <a:pt x="14153" y="1130"/>
                  </a:moveTo>
                  <a:cubicBezTo>
                    <a:pt x="14463" y="1130"/>
                    <a:pt x="14716" y="1380"/>
                    <a:pt x="14716" y="1693"/>
                  </a:cubicBezTo>
                  <a:lnTo>
                    <a:pt x="14716" y="12985"/>
                  </a:lnTo>
                  <a:cubicBezTo>
                    <a:pt x="14716" y="13298"/>
                    <a:pt x="14463" y="13551"/>
                    <a:pt x="14153" y="13551"/>
                  </a:cubicBezTo>
                  <a:lnTo>
                    <a:pt x="13587" y="13551"/>
                  </a:lnTo>
                  <a:lnTo>
                    <a:pt x="13587" y="1130"/>
                  </a:lnTo>
                  <a:close/>
                  <a:moveTo>
                    <a:pt x="13018" y="1"/>
                  </a:moveTo>
                  <a:cubicBezTo>
                    <a:pt x="13012" y="1"/>
                    <a:pt x="13006" y="4"/>
                    <a:pt x="13000" y="4"/>
                  </a:cubicBezTo>
                  <a:cubicBezTo>
                    <a:pt x="12992" y="4"/>
                    <a:pt x="12985" y="4"/>
                    <a:pt x="12978" y="4"/>
                  </a:cubicBezTo>
                  <a:cubicBezTo>
                    <a:pt x="12972" y="4"/>
                    <a:pt x="12967" y="4"/>
                    <a:pt x="12961" y="4"/>
                  </a:cubicBezTo>
                  <a:cubicBezTo>
                    <a:pt x="12797" y="4"/>
                    <a:pt x="12768" y="58"/>
                    <a:pt x="7221" y="3385"/>
                  </a:cubicBezTo>
                  <a:lnTo>
                    <a:pt x="3990" y="3385"/>
                  </a:lnTo>
                  <a:cubicBezTo>
                    <a:pt x="1810" y="3388"/>
                    <a:pt x="0" y="5159"/>
                    <a:pt x="0" y="7339"/>
                  </a:cubicBezTo>
                  <a:cubicBezTo>
                    <a:pt x="0" y="9323"/>
                    <a:pt x="1515" y="10959"/>
                    <a:pt x="3424" y="11236"/>
                  </a:cubicBezTo>
                  <a:lnTo>
                    <a:pt x="3424" y="15244"/>
                  </a:lnTo>
                  <a:cubicBezTo>
                    <a:pt x="3424" y="16180"/>
                    <a:pt x="4183" y="16936"/>
                    <a:pt x="5119" y="16936"/>
                  </a:cubicBezTo>
                  <a:cubicBezTo>
                    <a:pt x="6053" y="16936"/>
                    <a:pt x="6812" y="16180"/>
                    <a:pt x="6812" y="15244"/>
                  </a:cubicBezTo>
                  <a:lnTo>
                    <a:pt x="6812" y="11293"/>
                  </a:lnTo>
                  <a:lnTo>
                    <a:pt x="7221" y="11293"/>
                  </a:lnTo>
                  <a:cubicBezTo>
                    <a:pt x="12690" y="14573"/>
                    <a:pt x="12811" y="14681"/>
                    <a:pt x="12984" y="14681"/>
                  </a:cubicBezTo>
                  <a:cubicBezTo>
                    <a:pt x="12997" y="14681"/>
                    <a:pt x="13009" y="14681"/>
                    <a:pt x="13024" y="14681"/>
                  </a:cubicBezTo>
                  <a:lnTo>
                    <a:pt x="14153" y="14681"/>
                  </a:lnTo>
                  <a:cubicBezTo>
                    <a:pt x="15087" y="14678"/>
                    <a:pt x="15845" y="13922"/>
                    <a:pt x="15845" y="12985"/>
                  </a:cubicBezTo>
                  <a:lnTo>
                    <a:pt x="15845" y="1693"/>
                  </a:lnTo>
                  <a:cubicBezTo>
                    <a:pt x="15845" y="756"/>
                    <a:pt x="15087" y="1"/>
                    <a:pt x="141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4913" name="Google Shape;4913;p60"/>
          <p:cNvSpPr/>
          <p:nvPr/>
        </p:nvSpPr>
        <p:spPr>
          <a:xfrm>
            <a:off x="1258100" y="2711214"/>
            <a:ext cx="302200" cy="339253"/>
          </a:xfrm>
          <a:custGeom>
            <a:avLst/>
            <a:gdLst/>
            <a:ahLst/>
            <a:cxnLst/>
            <a:rect l="l" t="t" r="r" b="b"/>
            <a:pathLst>
              <a:path w="17168" h="19273" extrusionOk="0">
                <a:moveTo>
                  <a:pt x="15361" y="1130"/>
                </a:moveTo>
                <a:cubicBezTo>
                  <a:pt x="15671" y="1130"/>
                  <a:pt x="15924" y="1382"/>
                  <a:pt x="15924" y="1696"/>
                </a:cubicBezTo>
                <a:cubicBezTo>
                  <a:pt x="15924" y="2006"/>
                  <a:pt x="15671" y="2259"/>
                  <a:pt x="15361" y="2259"/>
                </a:cubicBezTo>
                <a:lnTo>
                  <a:pt x="1810" y="2259"/>
                </a:lnTo>
                <a:cubicBezTo>
                  <a:pt x="1497" y="2259"/>
                  <a:pt x="1244" y="2006"/>
                  <a:pt x="1244" y="1696"/>
                </a:cubicBezTo>
                <a:cubicBezTo>
                  <a:pt x="1244" y="1382"/>
                  <a:pt x="1497" y="1130"/>
                  <a:pt x="1810" y="1130"/>
                </a:cubicBezTo>
                <a:close/>
                <a:moveTo>
                  <a:pt x="15361" y="11332"/>
                </a:moveTo>
                <a:cubicBezTo>
                  <a:pt x="15671" y="11332"/>
                  <a:pt x="15924" y="11582"/>
                  <a:pt x="15924" y="11895"/>
                </a:cubicBezTo>
                <a:cubicBezTo>
                  <a:pt x="15924" y="12208"/>
                  <a:pt x="15671" y="12461"/>
                  <a:pt x="15361" y="12461"/>
                </a:cubicBezTo>
                <a:lnTo>
                  <a:pt x="1810" y="12461"/>
                </a:lnTo>
                <a:cubicBezTo>
                  <a:pt x="1497" y="12461"/>
                  <a:pt x="1244" y="12208"/>
                  <a:pt x="1244" y="11895"/>
                </a:cubicBezTo>
                <a:cubicBezTo>
                  <a:pt x="1244" y="11582"/>
                  <a:pt x="1497" y="11332"/>
                  <a:pt x="1810" y="11332"/>
                </a:cubicBezTo>
                <a:close/>
                <a:moveTo>
                  <a:pt x="1804" y="0"/>
                </a:moveTo>
                <a:cubicBezTo>
                  <a:pt x="982" y="0"/>
                  <a:pt x="277" y="593"/>
                  <a:pt x="139" y="1404"/>
                </a:cubicBezTo>
                <a:cubicBezTo>
                  <a:pt x="1" y="2217"/>
                  <a:pt x="467" y="3012"/>
                  <a:pt x="1244" y="3286"/>
                </a:cubicBezTo>
                <a:lnTo>
                  <a:pt x="1244" y="10305"/>
                </a:lnTo>
                <a:cubicBezTo>
                  <a:pt x="570" y="10543"/>
                  <a:pt x="118" y="11178"/>
                  <a:pt x="115" y="11895"/>
                </a:cubicBezTo>
                <a:cubicBezTo>
                  <a:pt x="115" y="12831"/>
                  <a:pt x="874" y="13587"/>
                  <a:pt x="1810" y="13590"/>
                </a:cubicBezTo>
                <a:lnTo>
                  <a:pt x="6752" y="13590"/>
                </a:lnTo>
                <a:lnTo>
                  <a:pt x="2518" y="18333"/>
                </a:lnTo>
                <a:cubicBezTo>
                  <a:pt x="2316" y="18565"/>
                  <a:pt x="2337" y="18914"/>
                  <a:pt x="2566" y="19122"/>
                </a:cubicBezTo>
                <a:cubicBezTo>
                  <a:pt x="2674" y="19218"/>
                  <a:pt x="2809" y="19266"/>
                  <a:pt x="2943" y="19266"/>
                </a:cubicBezTo>
                <a:cubicBezTo>
                  <a:pt x="3095" y="19266"/>
                  <a:pt x="3247" y="19205"/>
                  <a:pt x="3358" y="19086"/>
                </a:cubicBezTo>
                <a:lnTo>
                  <a:pt x="8020" y="13867"/>
                </a:lnTo>
                <a:lnTo>
                  <a:pt x="8020" y="18709"/>
                </a:lnTo>
                <a:cubicBezTo>
                  <a:pt x="8020" y="19019"/>
                  <a:pt x="8273" y="19272"/>
                  <a:pt x="8586" y="19272"/>
                </a:cubicBezTo>
                <a:cubicBezTo>
                  <a:pt x="8896" y="19272"/>
                  <a:pt x="9149" y="19019"/>
                  <a:pt x="9149" y="18709"/>
                </a:cubicBezTo>
                <a:lnTo>
                  <a:pt x="9149" y="13867"/>
                </a:lnTo>
                <a:lnTo>
                  <a:pt x="13810" y="19086"/>
                </a:lnTo>
                <a:cubicBezTo>
                  <a:pt x="13922" y="19203"/>
                  <a:pt x="14072" y="19263"/>
                  <a:pt x="14224" y="19263"/>
                </a:cubicBezTo>
                <a:cubicBezTo>
                  <a:pt x="14359" y="19263"/>
                  <a:pt x="14494" y="19215"/>
                  <a:pt x="14602" y="19119"/>
                </a:cubicBezTo>
                <a:cubicBezTo>
                  <a:pt x="14831" y="18914"/>
                  <a:pt x="14852" y="18562"/>
                  <a:pt x="14650" y="18330"/>
                </a:cubicBezTo>
                <a:lnTo>
                  <a:pt x="10417" y="13590"/>
                </a:lnTo>
                <a:lnTo>
                  <a:pt x="15361" y="13590"/>
                </a:lnTo>
                <a:cubicBezTo>
                  <a:pt x="16183" y="13590"/>
                  <a:pt x="16891" y="12997"/>
                  <a:pt x="17029" y="12184"/>
                </a:cubicBezTo>
                <a:cubicBezTo>
                  <a:pt x="17168" y="11374"/>
                  <a:pt x="16701" y="10579"/>
                  <a:pt x="15924" y="10305"/>
                </a:cubicBezTo>
                <a:lnTo>
                  <a:pt x="15924" y="3286"/>
                </a:lnTo>
                <a:cubicBezTo>
                  <a:pt x="16701" y="3012"/>
                  <a:pt x="17168" y="2217"/>
                  <a:pt x="17029" y="1404"/>
                </a:cubicBezTo>
                <a:cubicBezTo>
                  <a:pt x="16891" y="593"/>
                  <a:pt x="16187" y="0"/>
                  <a:pt x="15367" y="0"/>
                </a:cubicBezTo>
                <a:cubicBezTo>
                  <a:pt x="15365" y="0"/>
                  <a:pt x="15363" y="0"/>
                  <a:pt x="15361" y="0"/>
                </a:cubicBezTo>
                <a:lnTo>
                  <a:pt x="1810" y="0"/>
                </a:lnTo>
                <a:cubicBezTo>
                  <a:pt x="1808" y="0"/>
                  <a:pt x="1806" y="0"/>
                  <a:pt x="180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grpSp>
        <p:nvGrpSpPr>
          <p:cNvPr id="4914" name="Google Shape;4914;p60"/>
          <p:cNvGrpSpPr/>
          <p:nvPr/>
        </p:nvGrpSpPr>
        <p:grpSpPr>
          <a:xfrm>
            <a:off x="1653301" y="2711232"/>
            <a:ext cx="340573" cy="339271"/>
            <a:chOff x="2085450" y="842250"/>
            <a:chExt cx="483700" cy="481850"/>
          </a:xfrm>
        </p:grpSpPr>
        <p:sp>
          <p:nvSpPr>
            <p:cNvPr id="4915" name="Google Shape;4915;p60"/>
            <p:cNvSpPr/>
            <p:nvPr/>
          </p:nvSpPr>
          <p:spPr>
            <a:xfrm>
              <a:off x="2085525" y="926925"/>
              <a:ext cx="483625" cy="397175"/>
            </a:xfrm>
            <a:custGeom>
              <a:avLst/>
              <a:gdLst/>
              <a:ahLst/>
              <a:cxnLst/>
              <a:rect l="l" t="t" r="r" b="b"/>
              <a:pathLst>
                <a:path w="19345" h="15887" extrusionOk="0">
                  <a:moveTo>
                    <a:pt x="1693" y="1"/>
                  </a:moveTo>
                  <a:cubicBezTo>
                    <a:pt x="756" y="1"/>
                    <a:pt x="0" y="760"/>
                    <a:pt x="0" y="1696"/>
                  </a:cubicBezTo>
                  <a:cubicBezTo>
                    <a:pt x="0" y="2630"/>
                    <a:pt x="756" y="3389"/>
                    <a:pt x="1693" y="3389"/>
                  </a:cubicBezTo>
                  <a:lnTo>
                    <a:pt x="3990" y="3389"/>
                  </a:lnTo>
                  <a:cubicBezTo>
                    <a:pt x="4924" y="3389"/>
                    <a:pt x="5683" y="4147"/>
                    <a:pt x="5683" y="5084"/>
                  </a:cubicBezTo>
                  <a:lnTo>
                    <a:pt x="5683" y="8547"/>
                  </a:lnTo>
                  <a:cubicBezTo>
                    <a:pt x="5683" y="11347"/>
                    <a:pt x="7962" y="13627"/>
                    <a:pt x="10766" y="13627"/>
                  </a:cubicBezTo>
                  <a:lnTo>
                    <a:pt x="13626" y="13627"/>
                  </a:lnTo>
                  <a:lnTo>
                    <a:pt x="13626" y="15322"/>
                  </a:lnTo>
                  <a:cubicBezTo>
                    <a:pt x="13626" y="15656"/>
                    <a:pt x="13901" y="15887"/>
                    <a:pt x="14194" y="15887"/>
                  </a:cubicBezTo>
                  <a:cubicBezTo>
                    <a:pt x="14308" y="15887"/>
                    <a:pt x="14425" y="15852"/>
                    <a:pt x="14530" y="15774"/>
                  </a:cubicBezTo>
                  <a:lnTo>
                    <a:pt x="19046" y="12386"/>
                  </a:lnTo>
                  <a:cubicBezTo>
                    <a:pt x="19345" y="12160"/>
                    <a:pt x="19345" y="11706"/>
                    <a:pt x="19046" y="11483"/>
                  </a:cubicBezTo>
                  <a:lnTo>
                    <a:pt x="14530" y="8095"/>
                  </a:lnTo>
                  <a:cubicBezTo>
                    <a:pt x="14424" y="8016"/>
                    <a:pt x="14307" y="7981"/>
                    <a:pt x="14192" y="7981"/>
                  </a:cubicBezTo>
                  <a:cubicBezTo>
                    <a:pt x="13899" y="7981"/>
                    <a:pt x="13626" y="8212"/>
                    <a:pt x="13626" y="8547"/>
                  </a:cubicBezTo>
                  <a:lnTo>
                    <a:pt x="13626" y="10239"/>
                  </a:lnTo>
                  <a:lnTo>
                    <a:pt x="10766" y="10239"/>
                  </a:lnTo>
                  <a:cubicBezTo>
                    <a:pt x="9829" y="10239"/>
                    <a:pt x="9070" y="9480"/>
                    <a:pt x="9070" y="8547"/>
                  </a:cubicBezTo>
                  <a:lnTo>
                    <a:pt x="9070" y="5084"/>
                  </a:lnTo>
                  <a:cubicBezTo>
                    <a:pt x="9070" y="2280"/>
                    <a:pt x="6791" y="1"/>
                    <a:pt x="399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916" name="Google Shape;4916;p60"/>
            <p:cNvSpPr/>
            <p:nvPr/>
          </p:nvSpPr>
          <p:spPr>
            <a:xfrm>
              <a:off x="2085450" y="1151875"/>
              <a:ext cx="143650" cy="87575"/>
            </a:xfrm>
            <a:custGeom>
              <a:avLst/>
              <a:gdLst/>
              <a:ahLst/>
              <a:cxnLst/>
              <a:rect l="l" t="t" r="r" b="b"/>
              <a:pathLst>
                <a:path w="5746" h="3503" extrusionOk="0">
                  <a:moveTo>
                    <a:pt x="4577" y="1"/>
                  </a:moveTo>
                  <a:cubicBezTo>
                    <a:pt x="4391" y="73"/>
                    <a:pt x="4192" y="112"/>
                    <a:pt x="3990" y="115"/>
                  </a:cubicBezTo>
                  <a:lnTo>
                    <a:pt x="1693" y="115"/>
                  </a:lnTo>
                  <a:cubicBezTo>
                    <a:pt x="759" y="115"/>
                    <a:pt x="0" y="871"/>
                    <a:pt x="0" y="1807"/>
                  </a:cubicBezTo>
                  <a:cubicBezTo>
                    <a:pt x="0" y="2744"/>
                    <a:pt x="759" y="3503"/>
                    <a:pt x="1693" y="3503"/>
                  </a:cubicBezTo>
                  <a:lnTo>
                    <a:pt x="1696" y="3500"/>
                  </a:lnTo>
                  <a:lnTo>
                    <a:pt x="3993" y="3500"/>
                  </a:lnTo>
                  <a:cubicBezTo>
                    <a:pt x="4589" y="3500"/>
                    <a:pt x="5183" y="3391"/>
                    <a:pt x="5746" y="3186"/>
                  </a:cubicBezTo>
                  <a:cubicBezTo>
                    <a:pt x="5065" y="2253"/>
                    <a:pt x="4662" y="1151"/>
                    <a:pt x="45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917" name="Google Shape;4917;p60"/>
            <p:cNvSpPr/>
            <p:nvPr/>
          </p:nvSpPr>
          <p:spPr>
            <a:xfrm>
              <a:off x="2274775" y="842250"/>
              <a:ext cx="294375" cy="197650"/>
            </a:xfrm>
            <a:custGeom>
              <a:avLst/>
              <a:gdLst/>
              <a:ahLst/>
              <a:cxnLst/>
              <a:rect l="l" t="t" r="r" b="b"/>
              <a:pathLst>
                <a:path w="11775" h="7906" extrusionOk="0">
                  <a:moveTo>
                    <a:pt x="6622" y="0"/>
                  </a:moveTo>
                  <a:cubicBezTo>
                    <a:pt x="6329" y="0"/>
                    <a:pt x="6056" y="231"/>
                    <a:pt x="6056" y="566"/>
                  </a:cubicBezTo>
                  <a:lnTo>
                    <a:pt x="6056" y="2259"/>
                  </a:lnTo>
                  <a:lnTo>
                    <a:pt x="3196" y="2259"/>
                  </a:lnTo>
                  <a:cubicBezTo>
                    <a:pt x="2030" y="2265"/>
                    <a:pt x="904" y="2668"/>
                    <a:pt x="1" y="3406"/>
                  </a:cubicBezTo>
                  <a:cubicBezTo>
                    <a:pt x="940" y="4068"/>
                    <a:pt x="1675" y="4978"/>
                    <a:pt x="2130" y="6032"/>
                  </a:cubicBezTo>
                  <a:cubicBezTo>
                    <a:pt x="2431" y="5785"/>
                    <a:pt x="2804" y="5649"/>
                    <a:pt x="3196" y="5646"/>
                  </a:cubicBezTo>
                  <a:lnTo>
                    <a:pt x="6056" y="5646"/>
                  </a:lnTo>
                  <a:lnTo>
                    <a:pt x="6056" y="7342"/>
                  </a:lnTo>
                  <a:cubicBezTo>
                    <a:pt x="6056" y="7679"/>
                    <a:pt x="6334" y="7906"/>
                    <a:pt x="6625" y="7906"/>
                  </a:cubicBezTo>
                  <a:cubicBezTo>
                    <a:pt x="6740" y="7906"/>
                    <a:pt x="6857" y="7871"/>
                    <a:pt x="6960" y="7793"/>
                  </a:cubicBezTo>
                  <a:lnTo>
                    <a:pt x="11476" y="4406"/>
                  </a:lnTo>
                  <a:cubicBezTo>
                    <a:pt x="11775" y="4180"/>
                    <a:pt x="11775" y="3725"/>
                    <a:pt x="11476" y="3502"/>
                  </a:cubicBezTo>
                  <a:lnTo>
                    <a:pt x="6960" y="115"/>
                  </a:lnTo>
                  <a:cubicBezTo>
                    <a:pt x="6854" y="36"/>
                    <a:pt x="6737" y="0"/>
                    <a:pt x="66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4918" name="Google Shape;4918;p60"/>
          <p:cNvGrpSpPr/>
          <p:nvPr/>
        </p:nvGrpSpPr>
        <p:grpSpPr>
          <a:xfrm>
            <a:off x="2081868" y="2711241"/>
            <a:ext cx="339306" cy="339253"/>
            <a:chOff x="2685825" y="840375"/>
            <a:chExt cx="481900" cy="481825"/>
          </a:xfrm>
        </p:grpSpPr>
        <p:sp>
          <p:nvSpPr>
            <p:cNvPr id="4919" name="Google Shape;4919;p60"/>
            <p:cNvSpPr/>
            <p:nvPr/>
          </p:nvSpPr>
          <p:spPr>
            <a:xfrm>
              <a:off x="2685825" y="840375"/>
              <a:ext cx="481900" cy="481825"/>
            </a:xfrm>
            <a:custGeom>
              <a:avLst/>
              <a:gdLst/>
              <a:ahLst/>
              <a:cxnLst/>
              <a:rect l="l" t="t" r="r" b="b"/>
              <a:pathLst>
                <a:path w="19276" h="19273" extrusionOk="0">
                  <a:moveTo>
                    <a:pt x="9600" y="4592"/>
                  </a:moveTo>
                  <a:cubicBezTo>
                    <a:pt x="12403" y="4592"/>
                    <a:pt x="14683" y="6872"/>
                    <a:pt x="14683" y="9675"/>
                  </a:cubicBezTo>
                  <a:cubicBezTo>
                    <a:pt x="14683" y="12476"/>
                    <a:pt x="12403" y="14755"/>
                    <a:pt x="9600" y="14755"/>
                  </a:cubicBezTo>
                  <a:cubicBezTo>
                    <a:pt x="6799" y="14755"/>
                    <a:pt x="4520" y="12476"/>
                    <a:pt x="4520" y="9675"/>
                  </a:cubicBezTo>
                  <a:cubicBezTo>
                    <a:pt x="4520" y="6872"/>
                    <a:pt x="6799" y="4592"/>
                    <a:pt x="9600" y="4592"/>
                  </a:cubicBezTo>
                  <a:close/>
                  <a:moveTo>
                    <a:pt x="8471" y="0"/>
                  </a:moveTo>
                  <a:cubicBezTo>
                    <a:pt x="8212" y="0"/>
                    <a:pt x="7986" y="175"/>
                    <a:pt x="7923" y="428"/>
                  </a:cubicBezTo>
                  <a:lnTo>
                    <a:pt x="7691" y="1427"/>
                  </a:lnTo>
                  <a:cubicBezTo>
                    <a:pt x="6778" y="1635"/>
                    <a:pt x="5908" y="1993"/>
                    <a:pt x="5116" y="2490"/>
                  </a:cubicBezTo>
                  <a:lnTo>
                    <a:pt x="4300" y="2002"/>
                  </a:lnTo>
                  <a:cubicBezTo>
                    <a:pt x="4210" y="1949"/>
                    <a:pt x="4110" y="1922"/>
                    <a:pt x="4010" y="1922"/>
                  </a:cubicBezTo>
                  <a:cubicBezTo>
                    <a:pt x="3864" y="1922"/>
                    <a:pt x="3719" y="1978"/>
                    <a:pt x="3611" y="2087"/>
                  </a:cubicBezTo>
                  <a:lnTo>
                    <a:pt x="2015" y="3683"/>
                  </a:lnTo>
                  <a:cubicBezTo>
                    <a:pt x="1831" y="3866"/>
                    <a:pt x="1798" y="4153"/>
                    <a:pt x="1930" y="4372"/>
                  </a:cubicBezTo>
                  <a:lnTo>
                    <a:pt x="2418" y="5188"/>
                  </a:lnTo>
                  <a:cubicBezTo>
                    <a:pt x="1921" y="5980"/>
                    <a:pt x="1563" y="6851"/>
                    <a:pt x="1355" y="7766"/>
                  </a:cubicBezTo>
                  <a:lnTo>
                    <a:pt x="431" y="7995"/>
                  </a:lnTo>
                  <a:cubicBezTo>
                    <a:pt x="178" y="8058"/>
                    <a:pt x="0" y="8284"/>
                    <a:pt x="3" y="8546"/>
                  </a:cubicBezTo>
                  <a:lnTo>
                    <a:pt x="3" y="10804"/>
                  </a:lnTo>
                  <a:cubicBezTo>
                    <a:pt x="0" y="11060"/>
                    <a:pt x="178" y="11286"/>
                    <a:pt x="428" y="11349"/>
                  </a:cubicBezTo>
                  <a:lnTo>
                    <a:pt x="1352" y="11581"/>
                  </a:lnTo>
                  <a:cubicBezTo>
                    <a:pt x="1560" y="12494"/>
                    <a:pt x="1921" y="13364"/>
                    <a:pt x="2418" y="14159"/>
                  </a:cubicBezTo>
                  <a:lnTo>
                    <a:pt x="1927" y="14972"/>
                  </a:lnTo>
                  <a:cubicBezTo>
                    <a:pt x="1795" y="15195"/>
                    <a:pt x="1831" y="15478"/>
                    <a:pt x="2012" y="15662"/>
                  </a:cubicBezTo>
                  <a:lnTo>
                    <a:pt x="3611" y="17261"/>
                  </a:lnTo>
                  <a:cubicBezTo>
                    <a:pt x="3720" y="17368"/>
                    <a:pt x="3864" y="17424"/>
                    <a:pt x="4011" y="17424"/>
                  </a:cubicBezTo>
                  <a:cubicBezTo>
                    <a:pt x="4110" y="17424"/>
                    <a:pt x="4210" y="17398"/>
                    <a:pt x="4300" y="17345"/>
                  </a:cubicBezTo>
                  <a:lnTo>
                    <a:pt x="5113" y="16854"/>
                  </a:lnTo>
                  <a:cubicBezTo>
                    <a:pt x="5908" y="17351"/>
                    <a:pt x="6778" y="17712"/>
                    <a:pt x="7691" y="17920"/>
                  </a:cubicBezTo>
                  <a:lnTo>
                    <a:pt x="7923" y="18844"/>
                  </a:lnTo>
                  <a:cubicBezTo>
                    <a:pt x="7983" y="19094"/>
                    <a:pt x="8212" y="19272"/>
                    <a:pt x="8471" y="19272"/>
                  </a:cubicBezTo>
                  <a:lnTo>
                    <a:pt x="10729" y="19272"/>
                  </a:lnTo>
                  <a:cubicBezTo>
                    <a:pt x="10988" y="19272"/>
                    <a:pt x="11214" y="19097"/>
                    <a:pt x="11277" y="18844"/>
                  </a:cubicBezTo>
                  <a:lnTo>
                    <a:pt x="11509" y="17920"/>
                  </a:lnTo>
                  <a:cubicBezTo>
                    <a:pt x="12421" y="17712"/>
                    <a:pt x="13292" y="17354"/>
                    <a:pt x="14084" y="16857"/>
                  </a:cubicBezTo>
                  <a:lnTo>
                    <a:pt x="14900" y="17345"/>
                  </a:lnTo>
                  <a:cubicBezTo>
                    <a:pt x="14989" y="17399"/>
                    <a:pt x="15090" y="17425"/>
                    <a:pt x="15190" y="17425"/>
                  </a:cubicBezTo>
                  <a:cubicBezTo>
                    <a:pt x="15336" y="17425"/>
                    <a:pt x="15480" y="17369"/>
                    <a:pt x="15589" y="17261"/>
                  </a:cubicBezTo>
                  <a:lnTo>
                    <a:pt x="17185" y="15665"/>
                  </a:lnTo>
                  <a:cubicBezTo>
                    <a:pt x="17369" y="15481"/>
                    <a:pt x="17402" y="15195"/>
                    <a:pt x="17270" y="14975"/>
                  </a:cubicBezTo>
                  <a:lnTo>
                    <a:pt x="16782" y="14159"/>
                  </a:lnTo>
                  <a:cubicBezTo>
                    <a:pt x="17279" y="13367"/>
                    <a:pt x="17637" y="12497"/>
                    <a:pt x="17845" y="11584"/>
                  </a:cubicBezTo>
                  <a:lnTo>
                    <a:pt x="18844" y="11352"/>
                  </a:lnTo>
                  <a:cubicBezTo>
                    <a:pt x="19097" y="11289"/>
                    <a:pt x="19275" y="11063"/>
                    <a:pt x="19275" y="10804"/>
                  </a:cubicBezTo>
                  <a:lnTo>
                    <a:pt x="19275" y="8546"/>
                  </a:lnTo>
                  <a:cubicBezTo>
                    <a:pt x="19275" y="8287"/>
                    <a:pt x="19097" y="8061"/>
                    <a:pt x="18847" y="7998"/>
                  </a:cubicBezTo>
                  <a:lnTo>
                    <a:pt x="17848" y="7766"/>
                  </a:lnTo>
                  <a:cubicBezTo>
                    <a:pt x="17640" y="6854"/>
                    <a:pt x="17279" y="5983"/>
                    <a:pt x="16782" y="5188"/>
                  </a:cubicBezTo>
                  <a:lnTo>
                    <a:pt x="17273" y="4375"/>
                  </a:lnTo>
                  <a:cubicBezTo>
                    <a:pt x="17405" y="4153"/>
                    <a:pt x="17369" y="3869"/>
                    <a:pt x="17188" y="3686"/>
                  </a:cubicBezTo>
                  <a:lnTo>
                    <a:pt x="15589" y="2090"/>
                  </a:lnTo>
                  <a:cubicBezTo>
                    <a:pt x="15480" y="1980"/>
                    <a:pt x="15335" y="1923"/>
                    <a:pt x="15188" y="1923"/>
                  </a:cubicBezTo>
                  <a:cubicBezTo>
                    <a:pt x="15089" y="1923"/>
                    <a:pt x="14989" y="1949"/>
                    <a:pt x="14900" y="2002"/>
                  </a:cubicBezTo>
                  <a:lnTo>
                    <a:pt x="14087" y="2493"/>
                  </a:lnTo>
                  <a:cubicBezTo>
                    <a:pt x="13292" y="1996"/>
                    <a:pt x="12421" y="1635"/>
                    <a:pt x="11509" y="1427"/>
                  </a:cubicBezTo>
                  <a:lnTo>
                    <a:pt x="11277" y="428"/>
                  </a:lnTo>
                  <a:cubicBezTo>
                    <a:pt x="11217" y="178"/>
                    <a:pt x="10988" y="0"/>
                    <a:pt x="1072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920" name="Google Shape;4920;p60"/>
            <p:cNvSpPr/>
            <p:nvPr/>
          </p:nvSpPr>
          <p:spPr>
            <a:xfrm>
              <a:off x="2819200" y="983400"/>
              <a:ext cx="205475" cy="197625"/>
            </a:xfrm>
            <a:custGeom>
              <a:avLst/>
              <a:gdLst/>
              <a:ahLst/>
              <a:cxnLst/>
              <a:rect l="l" t="t" r="r" b="b"/>
              <a:pathLst>
                <a:path w="8219" h="7905" extrusionOk="0">
                  <a:moveTo>
                    <a:pt x="4265" y="1129"/>
                  </a:moveTo>
                  <a:cubicBezTo>
                    <a:pt x="4629" y="1129"/>
                    <a:pt x="4996" y="1199"/>
                    <a:pt x="5346" y="1343"/>
                  </a:cubicBezTo>
                  <a:cubicBezTo>
                    <a:pt x="6400" y="1780"/>
                    <a:pt x="7089" y="2810"/>
                    <a:pt x="7089" y="3954"/>
                  </a:cubicBezTo>
                  <a:cubicBezTo>
                    <a:pt x="7086" y="5511"/>
                    <a:pt x="5825" y="6773"/>
                    <a:pt x="4265" y="6776"/>
                  </a:cubicBezTo>
                  <a:cubicBezTo>
                    <a:pt x="3124" y="6776"/>
                    <a:pt x="2094" y="6089"/>
                    <a:pt x="1657" y="5032"/>
                  </a:cubicBezTo>
                  <a:cubicBezTo>
                    <a:pt x="1221" y="3978"/>
                    <a:pt x="1461" y="2765"/>
                    <a:pt x="2268" y="1958"/>
                  </a:cubicBezTo>
                  <a:cubicBezTo>
                    <a:pt x="2808" y="1416"/>
                    <a:pt x="3530" y="1129"/>
                    <a:pt x="4265" y="1129"/>
                  </a:cubicBezTo>
                  <a:close/>
                  <a:moveTo>
                    <a:pt x="4265" y="0"/>
                  </a:moveTo>
                  <a:cubicBezTo>
                    <a:pt x="2666" y="0"/>
                    <a:pt x="1227" y="964"/>
                    <a:pt x="612" y="2440"/>
                  </a:cubicBezTo>
                  <a:cubicBezTo>
                    <a:pt x="1" y="3918"/>
                    <a:pt x="341" y="5616"/>
                    <a:pt x="1470" y="6749"/>
                  </a:cubicBezTo>
                  <a:cubicBezTo>
                    <a:pt x="2226" y="7504"/>
                    <a:pt x="3237" y="7905"/>
                    <a:pt x="4265" y="7905"/>
                  </a:cubicBezTo>
                  <a:cubicBezTo>
                    <a:pt x="4774" y="7905"/>
                    <a:pt x="5288" y="7806"/>
                    <a:pt x="5777" y="7604"/>
                  </a:cubicBezTo>
                  <a:cubicBezTo>
                    <a:pt x="7255" y="6993"/>
                    <a:pt x="8219" y="5550"/>
                    <a:pt x="8219" y="3954"/>
                  </a:cubicBezTo>
                  <a:cubicBezTo>
                    <a:pt x="8216" y="1771"/>
                    <a:pt x="6448" y="3"/>
                    <a:pt x="42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4921" name="Google Shape;4921;p60"/>
          <p:cNvGrpSpPr/>
          <p:nvPr/>
        </p:nvGrpSpPr>
        <p:grpSpPr>
          <a:xfrm>
            <a:off x="2493529" y="2710924"/>
            <a:ext cx="350431" cy="339887"/>
            <a:chOff x="3270675" y="841800"/>
            <a:chExt cx="497700" cy="482725"/>
          </a:xfrm>
        </p:grpSpPr>
        <p:sp>
          <p:nvSpPr>
            <p:cNvPr id="4922" name="Google Shape;4922;p60"/>
            <p:cNvSpPr/>
            <p:nvPr/>
          </p:nvSpPr>
          <p:spPr>
            <a:xfrm>
              <a:off x="3270675" y="902000"/>
              <a:ext cx="447125" cy="422525"/>
            </a:xfrm>
            <a:custGeom>
              <a:avLst/>
              <a:gdLst/>
              <a:ahLst/>
              <a:cxnLst/>
              <a:rect l="l" t="t" r="r" b="b"/>
              <a:pathLst>
                <a:path w="17885" h="16901" extrusionOk="0">
                  <a:moveTo>
                    <a:pt x="3454" y="0"/>
                  </a:moveTo>
                  <a:cubicBezTo>
                    <a:pt x="3343" y="0"/>
                    <a:pt x="3231" y="40"/>
                    <a:pt x="3141" y="122"/>
                  </a:cubicBezTo>
                  <a:cubicBezTo>
                    <a:pt x="1160" y="1940"/>
                    <a:pt x="0" y="4548"/>
                    <a:pt x="0" y="7246"/>
                  </a:cubicBezTo>
                  <a:cubicBezTo>
                    <a:pt x="0" y="12579"/>
                    <a:pt x="4325" y="16900"/>
                    <a:pt x="9657" y="16900"/>
                  </a:cubicBezTo>
                  <a:cubicBezTo>
                    <a:pt x="10907" y="16900"/>
                    <a:pt x="12175" y="16662"/>
                    <a:pt x="13331" y="16178"/>
                  </a:cubicBezTo>
                  <a:cubicBezTo>
                    <a:pt x="15126" y="15434"/>
                    <a:pt x="16659" y="14169"/>
                    <a:pt x="17728" y="12546"/>
                  </a:cubicBezTo>
                  <a:cubicBezTo>
                    <a:pt x="17884" y="12305"/>
                    <a:pt x="17788" y="11983"/>
                    <a:pt x="17526" y="11866"/>
                  </a:cubicBezTo>
                  <a:lnTo>
                    <a:pt x="9158" y="8171"/>
                  </a:lnTo>
                  <a:cubicBezTo>
                    <a:pt x="9016" y="8108"/>
                    <a:pt x="8896" y="8005"/>
                    <a:pt x="8811" y="7876"/>
                  </a:cubicBezTo>
                  <a:lnTo>
                    <a:pt x="8405" y="7246"/>
                  </a:lnTo>
                  <a:lnTo>
                    <a:pt x="3846" y="212"/>
                  </a:lnTo>
                  <a:cubicBezTo>
                    <a:pt x="3756" y="73"/>
                    <a:pt x="3606" y="0"/>
                    <a:pt x="345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923" name="Google Shape;4923;p60"/>
            <p:cNvSpPr/>
            <p:nvPr/>
          </p:nvSpPr>
          <p:spPr>
            <a:xfrm>
              <a:off x="3385250" y="841800"/>
              <a:ext cx="279700" cy="220925"/>
            </a:xfrm>
            <a:custGeom>
              <a:avLst/>
              <a:gdLst/>
              <a:ahLst/>
              <a:cxnLst/>
              <a:rect l="l" t="t" r="r" b="b"/>
              <a:pathLst>
                <a:path w="11188" h="8837" extrusionOk="0">
                  <a:moveTo>
                    <a:pt x="5070" y="0"/>
                  </a:moveTo>
                  <a:cubicBezTo>
                    <a:pt x="3434" y="0"/>
                    <a:pt x="1792" y="415"/>
                    <a:pt x="308" y="1256"/>
                  </a:cubicBezTo>
                  <a:cubicBezTo>
                    <a:pt x="76" y="1388"/>
                    <a:pt x="1" y="1690"/>
                    <a:pt x="148" y="1912"/>
                  </a:cubicBezTo>
                  <a:lnTo>
                    <a:pt x="4532" y="8676"/>
                  </a:lnTo>
                  <a:cubicBezTo>
                    <a:pt x="4601" y="8781"/>
                    <a:pt x="4714" y="8837"/>
                    <a:pt x="4828" y="8837"/>
                  </a:cubicBezTo>
                  <a:cubicBezTo>
                    <a:pt x="4919" y="8837"/>
                    <a:pt x="5010" y="8802"/>
                    <a:pt x="5081" y="8730"/>
                  </a:cubicBezTo>
                  <a:lnTo>
                    <a:pt x="10992" y="2683"/>
                  </a:lnTo>
                  <a:cubicBezTo>
                    <a:pt x="11187" y="2482"/>
                    <a:pt x="11163" y="2156"/>
                    <a:pt x="10940" y="1988"/>
                  </a:cubicBezTo>
                  <a:cubicBezTo>
                    <a:pt x="9218" y="670"/>
                    <a:pt x="7149" y="0"/>
                    <a:pt x="50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924" name="Google Shape;4924;p60"/>
            <p:cNvSpPr/>
            <p:nvPr/>
          </p:nvSpPr>
          <p:spPr>
            <a:xfrm>
              <a:off x="3530100" y="924750"/>
              <a:ext cx="238275" cy="250200"/>
            </a:xfrm>
            <a:custGeom>
              <a:avLst/>
              <a:gdLst/>
              <a:ahLst/>
              <a:cxnLst/>
              <a:rect l="l" t="t" r="r" b="b"/>
              <a:pathLst>
                <a:path w="9531" h="10008" extrusionOk="0">
                  <a:moveTo>
                    <a:pt x="6350" y="1"/>
                  </a:moveTo>
                  <a:cubicBezTo>
                    <a:pt x="6230" y="1"/>
                    <a:pt x="6108" y="47"/>
                    <a:pt x="6017" y="142"/>
                  </a:cubicBezTo>
                  <a:lnTo>
                    <a:pt x="172" y="6123"/>
                  </a:lnTo>
                  <a:cubicBezTo>
                    <a:pt x="0" y="6297"/>
                    <a:pt x="57" y="6589"/>
                    <a:pt x="283" y="6689"/>
                  </a:cubicBezTo>
                  <a:lnTo>
                    <a:pt x="7706" y="9968"/>
                  </a:lnTo>
                  <a:cubicBezTo>
                    <a:pt x="7767" y="9995"/>
                    <a:pt x="7830" y="10007"/>
                    <a:pt x="7893" y="10007"/>
                  </a:cubicBezTo>
                  <a:cubicBezTo>
                    <a:pt x="8082" y="10007"/>
                    <a:pt x="8261" y="9890"/>
                    <a:pt x="8329" y="9700"/>
                  </a:cubicBezTo>
                  <a:cubicBezTo>
                    <a:pt x="9531" y="6463"/>
                    <a:pt x="8913" y="2828"/>
                    <a:pt x="6706" y="169"/>
                  </a:cubicBezTo>
                  <a:cubicBezTo>
                    <a:pt x="6615" y="57"/>
                    <a:pt x="6483" y="1"/>
                    <a:pt x="635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4925" name="Google Shape;4925;p60"/>
          <p:cNvSpPr/>
          <p:nvPr/>
        </p:nvSpPr>
        <p:spPr>
          <a:xfrm>
            <a:off x="2911555" y="2721811"/>
            <a:ext cx="339253" cy="318060"/>
          </a:xfrm>
          <a:custGeom>
            <a:avLst/>
            <a:gdLst/>
            <a:ahLst/>
            <a:cxnLst/>
            <a:rect l="l" t="t" r="r" b="b"/>
            <a:pathLst>
              <a:path w="19273" h="18069" extrusionOk="0">
                <a:moveTo>
                  <a:pt x="5456" y="7679"/>
                </a:moveTo>
                <a:cubicBezTo>
                  <a:pt x="6294" y="7679"/>
                  <a:pt x="6715" y="8694"/>
                  <a:pt x="6122" y="9284"/>
                </a:cubicBezTo>
                <a:cubicBezTo>
                  <a:pt x="5930" y="9476"/>
                  <a:pt x="5694" y="9562"/>
                  <a:pt x="5462" y="9562"/>
                </a:cubicBezTo>
                <a:cubicBezTo>
                  <a:pt x="4979" y="9562"/>
                  <a:pt x="4517" y="9188"/>
                  <a:pt x="4517" y="8622"/>
                </a:cubicBezTo>
                <a:cubicBezTo>
                  <a:pt x="4517" y="8101"/>
                  <a:pt x="4936" y="7679"/>
                  <a:pt x="5456" y="7679"/>
                </a:cubicBezTo>
                <a:close/>
                <a:moveTo>
                  <a:pt x="9636" y="7679"/>
                </a:moveTo>
                <a:cubicBezTo>
                  <a:pt x="10473" y="7679"/>
                  <a:pt x="10892" y="8694"/>
                  <a:pt x="10299" y="9284"/>
                </a:cubicBezTo>
                <a:cubicBezTo>
                  <a:pt x="10107" y="9476"/>
                  <a:pt x="9872" y="9562"/>
                  <a:pt x="9640" y="9562"/>
                </a:cubicBezTo>
                <a:cubicBezTo>
                  <a:pt x="9157" y="9562"/>
                  <a:pt x="8694" y="9188"/>
                  <a:pt x="8694" y="8622"/>
                </a:cubicBezTo>
                <a:cubicBezTo>
                  <a:pt x="8694" y="8101"/>
                  <a:pt x="9115" y="7679"/>
                  <a:pt x="9636" y="7679"/>
                </a:cubicBezTo>
                <a:close/>
                <a:moveTo>
                  <a:pt x="13813" y="7679"/>
                </a:moveTo>
                <a:cubicBezTo>
                  <a:pt x="14650" y="7679"/>
                  <a:pt x="15071" y="8694"/>
                  <a:pt x="14478" y="9284"/>
                </a:cubicBezTo>
                <a:cubicBezTo>
                  <a:pt x="14286" y="9476"/>
                  <a:pt x="14050" y="9562"/>
                  <a:pt x="13819" y="9562"/>
                </a:cubicBezTo>
                <a:cubicBezTo>
                  <a:pt x="13336" y="9562"/>
                  <a:pt x="12873" y="9188"/>
                  <a:pt x="12873" y="8622"/>
                </a:cubicBezTo>
                <a:cubicBezTo>
                  <a:pt x="12873" y="8101"/>
                  <a:pt x="13292" y="7679"/>
                  <a:pt x="13813" y="7679"/>
                </a:cubicBezTo>
                <a:close/>
                <a:moveTo>
                  <a:pt x="9597" y="1"/>
                </a:moveTo>
                <a:cubicBezTo>
                  <a:pt x="4303" y="1"/>
                  <a:pt x="0" y="3801"/>
                  <a:pt x="0" y="8471"/>
                </a:cubicBezTo>
                <a:cubicBezTo>
                  <a:pt x="0" y="10444"/>
                  <a:pt x="780" y="12356"/>
                  <a:pt x="2201" y="13870"/>
                </a:cubicBezTo>
                <a:cubicBezTo>
                  <a:pt x="2481" y="15033"/>
                  <a:pt x="2138" y="16258"/>
                  <a:pt x="1292" y="17104"/>
                </a:cubicBezTo>
                <a:cubicBezTo>
                  <a:pt x="940" y="17460"/>
                  <a:pt x="1190" y="18068"/>
                  <a:pt x="1692" y="18068"/>
                </a:cubicBezTo>
                <a:cubicBezTo>
                  <a:pt x="3300" y="18065"/>
                  <a:pt x="4845" y="17442"/>
                  <a:pt x="6005" y="16328"/>
                </a:cubicBezTo>
                <a:cubicBezTo>
                  <a:pt x="7150" y="16731"/>
                  <a:pt x="8357" y="16939"/>
                  <a:pt x="9571" y="16939"/>
                </a:cubicBezTo>
                <a:cubicBezTo>
                  <a:pt x="9579" y="16939"/>
                  <a:pt x="9588" y="16939"/>
                  <a:pt x="9597" y="16939"/>
                </a:cubicBezTo>
                <a:cubicBezTo>
                  <a:pt x="14891" y="16939"/>
                  <a:pt x="19272" y="13139"/>
                  <a:pt x="19272" y="8471"/>
                </a:cubicBezTo>
                <a:cubicBezTo>
                  <a:pt x="19272" y="3801"/>
                  <a:pt x="14891" y="1"/>
                  <a:pt x="959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grpSp>
        <p:nvGrpSpPr>
          <p:cNvPr id="4926" name="Google Shape;4926;p60"/>
          <p:cNvGrpSpPr/>
          <p:nvPr/>
        </p:nvGrpSpPr>
        <p:grpSpPr>
          <a:xfrm>
            <a:off x="3329675" y="2731783"/>
            <a:ext cx="339253" cy="298169"/>
            <a:chOff x="4467200" y="877100"/>
            <a:chExt cx="481825" cy="423475"/>
          </a:xfrm>
        </p:grpSpPr>
        <p:sp>
          <p:nvSpPr>
            <p:cNvPr id="4927" name="Google Shape;4927;p60"/>
            <p:cNvSpPr/>
            <p:nvPr/>
          </p:nvSpPr>
          <p:spPr>
            <a:xfrm>
              <a:off x="4467200" y="1018225"/>
              <a:ext cx="481825" cy="282350"/>
            </a:xfrm>
            <a:custGeom>
              <a:avLst/>
              <a:gdLst/>
              <a:ahLst/>
              <a:cxnLst/>
              <a:rect l="l" t="t" r="r" b="b"/>
              <a:pathLst>
                <a:path w="19273" h="11294" extrusionOk="0">
                  <a:moveTo>
                    <a:pt x="10723" y="2257"/>
                  </a:moveTo>
                  <a:cubicBezTo>
                    <a:pt x="11013" y="2257"/>
                    <a:pt x="11292" y="2483"/>
                    <a:pt x="11292" y="2823"/>
                  </a:cubicBezTo>
                  <a:cubicBezTo>
                    <a:pt x="11292" y="3136"/>
                    <a:pt x="11039" y="3389"/>
                    <a:pt x="10729" y="3389"/>
                  </a:cubicBezTo>
                  <a:cubicBezTo>
                    <a:pt x="10223" y="3389"/>
                    <a:pt x="9973" y="2781"/>
                    <a:pt x="10329" y="2423"/>
                  </a:cubicBezTo>
                  <a:cubicBezTo>
                    <a:pt x="10443" y="2308"/>
                    <a:pt x="10585" y="2257"/>
                    <a:pt x="10723" y="2257"/>
                  </a:cubicBezTo>
                  <a:close/>
                  <a:moveTo>
                    <a:pt x="14755" y="3389"/>
                  </a:moveTo>
                  <a:lnTo>
                    <a:pt x="14755" y="7906"/>
                  </a:lnTo>
                  <a:lnTo>
                    <a:pt x="13551" y="7906"/>
                  </a:lnTo>
                  <a:lnTo>
                    <a:pt x="13551" y="3389"/>
                  </a:lnTo>
                  <a:close/>
                  <a:moveTo>
                    <a:pt x="5083" y="2822"/>
                  </a:moveTo>
                  <a:cubicBezTo>
                    <a:pt x="5189" y="2822"/>
                    <a:pt x="5297" y="2853"/>
                    <a:pt x="5396" y="2920"/>
                  </a:cubicBezTo>
                  <a:lnTo>
                    <a:pt x="8784" y="5178"/>
                  </a:lnTo>
                  <a:cubicBezTo>
                    <a:pt x="9118" y="5401"/>
                    <a:pt x="9118" y="5892"/>
                    <a:pt x="8784" y="6117"/>
                  </a:cubicBezTo>
                  <a:lnTo>
                    <a:pt x="5396" y="8376"/>
                  </a:lnTo>
                  <a:cubicBezTo>
                    <a:pt x="5297" y="8442"/>
                    <a:pt x="5189" y="8472"/>
                    <a:pt x="5084" y="8472"/>
                  </a:cubicBezTo>
                  <a:cubicBezTo>
                    <a:pt x="4790" y="8472"/>
                    <a:pt x="4517" y="8239"/>
                    <a:pt x="4517" y="7906"/>
                  </a:cubicBezTo>
                  <a:lnTo>
                    <a:pt x="4517" y="3389"/>
                  </a:lnTo>
                  <a:cubicBezTo>
                    <a:pt x="4517" y="3057"/>
                    <a:pt x="4789" y="2822"/>
                    <a:pt x="5083" y="2822"/>
                  </a:cubicBezTo>
                  <a:close/>
                  <a:moveTo>
                    <a:pt x="18711" y="1"/>
                  </a:moveTo>
                  <a:cubicBezTo>
                    <a:pt x="18601" y="1"/>
                    <a:pt x="18491" y="33"/>
                    <a:pt x="18396" y="95"/>
                  </a:cubicBezTo>
                  <a:lnTo>
                    <a:pt x="15150" y="2260"/>
                  </a:lnTo>
                  <a:lnTo>
                    <a:pt x="13551" y="2260"/>
                  </a:lnTo>
                  <a:lnTo>
                    <a:pt x="13551" y="1694"/>
                  </a:lnTo>
                  <a:cubicBezTo>
                    <a:pt x="13548" y="926"/>
                    <a:pt x="13027" y="255"/>
                    <a:pt x="12283" y="62"/>
                  </a:cubicBezTo>
                  <a:cubicBezTo>
                    <a:pt x="11527" y="774"/>
                    <a:pt x="10560" y="1128"/>
                    <a:pt x="9594" y="1128"/>
                  </a:cubicBezTo>
                  <a:cubicBezTo>
                    <a:pt x="8599" y="1128"/>
                    <a:pt x="7604" y="752"/>
                    <a:pt x="6842" y="2"/>
                  </a:cubicBezTo>
                  <a:lnTo>
                    <a:pt x="6712" y="2"/>
                  </a:lnTo>
                  <a:cubicBezTo>
                    <a:pt x="5950" y="753"/>
                    <a:pt x="4955" y="1131"/>
                    <a:pt x="3959" y="1131"/>
                  </a:cubicBezTo>
                  <a:cubicBezTo>
                    <a:pt x="2993" y="1131"/>
                    <a:pt x="2026" y="775"/>
                    <a:pt x="1271" y="62"/>
                  </a:cubicBezTo>
                  <a:cubicBezTo>
                    <a:pt x="524" y="255"/>
                    <a:pt x="3" y="923"/>
                    <a:pt x="0" y="1694"/>
                  </a:cubicBezTo>
                  <a:lnTo>
                    <a:pt x="0" y="9598"/>
                  </a:lnTo>
                  <a:cubicBezTo>
                    <a:pt x="0" y="10535"/>
                    <a:pt x="759" y="11291"/>
                    <a:pt x="1696" y="11294"/>
                  </a:cubicBezTo>
                  <a:lnTo>
                    <a:pt x="11859" y="11294"/>
                  </a:lnTo>
                  <a:cubicBezTo>
                    <a:pt x="12792" y="11294"/>
                    <a:pt x="13551" y="10535"/>
                    <a:pt x="13551" y="9598"/>
                  </a:cubicBezTo>
                  <a:lnTo>
                    <a:pt x="13551" y="9035"/>
                  </a:lnTo>
                  <a:lnTo>
                    <a:pt x="15150" y="9035"/>
                  </a:lnTo>
                  <a:lnTo>
                    <a:pt x="18396" y="11197"/>
                  </a:lnTo>
                  <a:cubicBezTo>
                    <a:pt x="18494" y="11263"/>
                    <a:pt x="18602" y="11293"/>
                    <a:pt x="18707" y="11293"/>
                  </a:cubicBezTo>
                  <a:cubicBezTo>
                    <a:pt x="19000" y="11293"/>
                    <a:pt x="19272" y="11060"/>
                    <a:pt x="19272" y="10728"/>
                  </a:cubicBezTo>
                  <a:lnTo>
                    <a:pt x="19272" y="565"/>
                  </a:lnTo>
                  <a:cubicBezTo>
                    <a:pt x="19272" y="357"/>
                    <a:pt x="19158" y="164"/>
                    <a:pt x="18977" y="68"/>
                  </a:cubicBezTo>
                  <a:cubicBezTo>
                    <a:pt x="18894" y="23"/>
                    <a:pt x="18802" y="1"/>
                    <a:pt x="1871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928" name="Google Shape;4928;p60"/>
            <p:cNvSpPr/>
            <p:nvPr/>
          </p:nvSpPr>
          <p:spPr>
            <a:xfrm>
              <a:off x="4608425" y="1129300"/>
              <a:ext cx="45125" cy="60175"/>
            </a:xfrm>
            <a:custGeom>
              <a:avLst/>
              <a:gdLst/>
              <a:ahLst/>
              <a:cxnLst/>
              <a:rect l="l" t="t" r="r" b="b"/>
              <a:pathLst>
                <a:path w="1805" h="2407" extrusionOk="0">
                  <a:moveTo>
                    <a:pt x="0" y="0"/>
                  </a:moveTo>
                  <a:lnTo>
                    <a:pt x="0" y="2406"/>
                  </a:lnTo>
                  <a:lnTo>
                    <a:pt x="1804" y="120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929" name="Google Shape;4929;p60"/>
            <p:cNvSpPr/>
            <p:nvPr/>
          </p:nvSpPr>
          <p:spPr>
            <a:xfrm>
              <a:off x="4495500" y="877100"/>
              <a:ext cx="141175" cy="141175"/>
            </a:xfrm>
            <a:custGeom>
              <a:avLst/>
              <a:gdLst/>
              <a:ahLst/>
              <a:cxnLst/>
              <a:rect l="l" t="t" r="r" b="b"/>
              <a:pathLst>
                <a:path w="5647" h="5647" extrusionOk="0">
                  <a:moveTo>
                    <a:pt x="2822" y="1"/>
                  </a:moveTo>
                  <a:cubicBezTo>
                    <a:pt x="1262" y="1"/>
                    <a:pt x="0" y="1262"/>
                    <a:pt x="0" y="2822"/>
                  </a:cubicBezTo>
                  <a:cubicBezTo>
                    <a:pt x="0" y="4382"/>
                    <a:pt x="1262" y="5647"/>
                    <a:pt x="2822" y="5647"/>
                  </a:cubicBezTo>
                  <a:cubicBezTo>
                    <a:pt x="4382" y="5647"/>
                    <a:pt x="5647" y="4382"/>
                    <a:pt x="5647" y="2822"/>
                  </a:cubicBezTo>
                  <a:cubicBezTo>
                    <a:pt x="5647" y="1262"/>
                    <a:pt x="4382" y="1"/>
                    <a:pt x="28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930" name="Google Shape;4930;p60"/>
            <p:cNvSpPr/>
            <p:nvPr/>
          </p:nvSpPr>
          <p:spPr>
            <a:xfrm>
              <a:off x="4636650" y="877100"/>
              <a:ext cx="141175" cy="141175"/>
            </a:xfrm>
            <a:custGeom>
              <a:avLst/>
              <a:gdLst/>
              <a:ahLst/>
              <a:cxnLst/>
              <a:rect l="l" t="t" r="r" b="b"/>
              <a:pathLst>
                <a:path w="5647" h="5647" extrusionOk="0">
                  <a:moveTo>
                    <a:pt x="2822" y="1"/>
                  </a:moveTo>
                  <a:cubicBezTo>
                    <a:pt x="1262" y="1"/>
                    <a:pt x="1" y="1262"/>
                    <a:pt x="1" y="2822"/>
                  </a:cubicBezTo>
                  <a:cubicBezTo>
                    <a:pt x="1" y="4382"/>
                    <a:pt x="1262" y="5647"/>
                    <a:pt x="2822" y="5647"/>
                  </a:cubicBezTo>
                  <a:cubicBezTo>
                    <a:pt x="4382" y="5647"/>
                    <a:pt x="5647" y="4382"/>
                    <a:pt x="5647" y="2822"/>
                  </a:cubicBezTo>
                  <a:cubicBezTo>
                    <a:pt x="5647" y="1262"/>
                    <a:pt x="4382" y="1"/>
                    <a:pt x="28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4931" name="Google Shape;4931;p60"/>
          <p:cNvGrpSpPr/>
          <p:nvPr/>
        </p:nvGrpSpPr>
        <p:grpSpPr>
          <a:xfrm>
            <a:off x="3744565" y="2711232"/>
            <a:ext cx="354778" cy="339271"/>
            <a:chOff x="5045500" y="842250"/>
            <a:chExt cx="503875" cy="481850"/>
          </a:xfrm>
        </p:grpSpPr>
        <p:sp>
          <p:nvSpPr>
            <p:cNvPr id="4932" name="Google Shape;4932;p60"/>
            <p:cNvSpPr/>
            <p:nvPr/>
          </p:nvSpPr>
          <p:spPr>
            <a:xfrm>
              <a:off x="5045500" y="842250"/>
              <a:ext cx="503875" cy="481850"/>
            </a:xfrm>
            <a:custGeom>
              <a:avLst/>
              <a:gdLst/>
              <a:ahLst/>
              <a:cxnLst/>
              <a:rect l="l" t="t" r="r" b="b"/>
              <a:pathLst>
                <a:path w="20155" h="19274" extrusionOk="0">
                  <a:moveTo>
                    <a:pt x="12103" y="1130"/>
                  </a:moveTo>
                  <a:cubicBezTo>
                    <a:pt x="13694" y="1130"/>
                    <a:pt x="15284" y="1735"/>
                    <a:pt x="16496" y="2945"/>
                  </a:cubicBezTo>
                  <a:cubicBezTo>
                    <a:pt x="18917" y="5366"/>
                    <a:pt x="18917" y="9305"/>
                    <a:pt x="16496" y="11729"/>
                  </a:cubicBezTo>
                  <a:cubicBezTo>
                    <a:pt x="15286" y="12940"/>
                    <a:pt x="13695" y="13545"/>
                    <a:pt x="12104" y="13545"/>
                  </a:cubicBezTo>
                  <a:cubicBezTo>
                    <a:pt x="10514" y="13545"/>
                    <a:pt x="8923" y="12940"/>
                    <a:pt x="7712" y="11729"/>
                  </a:cubicBezTo>
                  <a:cubicBezTo>
                    <a:pt x="5288" y="9305"/>
                    <a:pt x="5288" y="5369"/>
                    <a:pt x="7712" y="2945"/>
                  </a:cubicBezTo>
                  <a:cubicBezTo>
                    <a:pt x="8923" y="1735"/>
                    <a:pt x="10513" y="1130"/>
                    <a:pt x="12103" y="1130"/>
                  </a:cubicBezTo>
                  <a:close/>
                  <a:moveTo>
                    <a:pt x="4918" y="13726"/>
                  </a:moveTo>
                  <a:lnTo>
                    <a:pt x="5716" y="14524"/>
                  </a:lnTo>
                  <a:lnTo>
                    <a:pt x="4918" y="15322"/>
                  </a:lnTo>
                  <a:lnTo>
                    <a:pt x="4120" y="14524"/>
                  </a:lnTo>
                  <a:lnTo>
                    <a:pt x="4918" y="13726"/>
                  </a:lnTo>
                  <a:close/>
                  <a:moveTo>
                    <a:pt x="12106" y="1"/>
                  </a:moveTo>
                  <a:cubicBezTo>
                    <a:pt x="10226" y="1"/>
                    <a:pt x="8345" y="717"/>
                    <a:pt x="6914" y="2147"/>
                  </a:cubicBezTo>
                  <a:cubicBezTo>
                    <a:pt x="4725" y="4333"/>
                    <a:pt x="4240" y="7516"/>
                    <a:pt x="5315" y="10133"/>
                  </a:cubicBezTo>
                  <a:lnTo>
                    <a:pt x="4518" y="10931"/>
                  </a:lnTo>
                  <a:cubicBezTo>
                    <a:pt x="4009" y="11434"/>
                    <a:pt x="3876" y="12208"/>
                    <a:pt x="4192" y="12852"/>
                  </a:cubicBezTo>
                  <a:lnTo>
                    <a:pt x="663" y="16382"/>
                  </a:lnTo>
                  <a:cubicBezTo>
                    <a:pt x="1" y="17044"/>
                    <a:pt x="1" y="18116"/>
                    <a:pt x="663" y="18778"/>
                  </a:cubicBezTo>
                  <a:cubicBezTo>
                    <a:pt x="994" y="19108"/>
                    <a:pt x="1428" y="19273"/>
                    <a:pt x="1862" y="19273"/>
                  </a:cubicBezTo>
                  <a:cubicBezTo>
                    <a:pt x="2295" y="19273"/>
                    <a:pt x="2729" y="19108"/>
                    <a:pt x="3060" y="18778"/>
                  </a:cubicBezTo>
                  <a:lnTo>
                    <a:pt x="6586" y="15249"/>
                  </a:lnTo>
                  <a:cubicBezTo>
                    <a:pt x="6820" y="15363"/>
                    <a:pt x="7071" y="15418"/>
                    <a:pt x="7320" y="15418"/>
                  </a:cubicBezTo>
                  <a:cubicBezTo>
                    <a:pt x="7757" y="15418"/>
                    <a:pt x="8188" y="15247"/>
                    <a:pt x="8510" y="14921"/>
                  </a:cubicBezTo>
                  <a:lnTo>
                    <a:pt x="9308" y="14126"/>
                  </a:lnTo>
                  <a:cubicBezTo>
                    <a:pt x="10192" y="14489"/>
                    <a:pt x="11145" y="14675"/>
                    <a:pt x="12104" y="14675"/>
                  </a:cubicBezTo>
                  <a:cubicBezTo>
                    <a:pt x="13962" y="14675"/>
                    <a:pt x="15843" y="13979"/>
                    <a:pt x="17294" y="12527"/>
                  </a:cubicBezTo>
                  <a:cubicBezTo>
                    <a:pt x="20155" y="9666"/>
                    <a:pt x="20155" y="5008"/>
                    <a:pt x="17294" y="2147"/>
                  </a:cubicBezTo>
                  <a:cubicBezTo>
                    <a:pt x="15864" y="716"/>
                    <a:pt x="13985" y="1"/>
                    <a:pt x="1210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933" name="Google Shape;4933;p60"/>
            <p:cNvSpPr/>
            <p:nvPr/>
          </p:nvSpPr>
          <p:spPr>
            <a:xfrm>
              <a:off x="5221050" y="898625"/>
              <a:ext cx="254100" cy="254100"/>
            </a:xfrm>
            <a:custGeom>
              <a:avLst/>
              <a:gdLst/>
              <a:ahLst/>
              <a:cxnLst/>
              <a:rect l="l" t="t" r="r" b="b"/>
              <a:pathLst>
                <a:path w="10164" h="10164" extrusionOk="0">
                  <a:moveTo>
                    <a:pt x="5081" y="1"/>
                  </a:moveTo>
                  <a:cubicBezTo>
                    <a:pt x="2274" y="1"/>
                    <a:pt x="1" y="2274"/>
                    <a:pt x="1" y="5081"/>
                  </a:cubicBezTo>
                  <a:cubicBezTo>
                    <a:pt x="1" y="7887"/>
                    <a:pt x="2274" y="10164"/>
                    <a:pt x="5081" y="10164"/>
                  </a:cubicBezTo>
                  <a:cubicBezTo>
                    <a:pt x="7887" y="10164"/>
                    <a:pt x="10164" y="7887"/>
                    <a:pt x="10164" y="5081"/>
                  </a:cubicBezTo>
                  <a:cubicBezTo>
                    <a:pt x="10164" y="2274"/>
                    <a:pt x="7887" y="1"/>
                    <a:pt x="50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4934" name="Google Shape;4934;p60"/>
          <p:cNvGrpSpPr/>
          <p:nvPr/>
        </p:nvGrpSpPr>
        <p:grpSpPr>
          <a:xfrm>
            <a:off x="4167413" y="2737451"/>
            <a:ext cx="336965" cy="286833"/>
            <a:chOff x="5645200" y="879425"/>
            <a:chExt cx="478575" cy="407375"/>
          </a:xfrm>
        </p:grpSpPr>
        <p:sp>
          <p:nvSpPr>
            <p:cNvPr id="4935" name="Google Shape;4935;p60"/>
            <p:cNvSpPr/>
            <p:nvPr/>
          </p:nvSpPr>
          <p:spPr>
            <a:xfrm>
              <a:off x="6004200" y="1075025"/>
              <a:ext cx="86075" cy="93450"/>
            </a:xfrm>
            <a:custGeom>
              <a:avLst/>
              <a:gdLst/>
              <a:ahLst/>
              <a:cxnLst/>
              <a:rect l="l" t="t" r="r" b="b"/>
              <a:pathLst>
                <a:path w="3443" h="3738" extrusionOk="0">
                  <a:moveTo>
                    <a:pt x="1" y="0"/>
                  </a:moveTo>
                  <a:lnTo>
                    <a:pt x="1" y="3737"/>
                  </a:lnTo>
                  <a:lnTo>
                    <a:pt x="1907" y="3737"/>
                  </a:lnTo>
                  <a:cubicBezTo>
                    <a:pt x="2157" y="3737"/>
                    <a:pt x="2377" y="3574"/>
                    <a:pt x="2449" y="3334"/>
                  </a:cubicBezTo>
                  <a:lnTo>
                    <a:pt x="34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936" name="Google Shape;4936;p60"/>
            <p:cNvSpPr/>
            <p:nvPr/>
          </p:nvSpPr>
          <p:spPr>
            <a:xfrm>
              <a:off x="5880900" y="953275"/>
              <a:ext cx="95100" cy="93525"/>
            </a:xfrm>
            <a:custGeom>
              <a:avLst/>
              <a:gdLst/>
              <a:ahLst/>
              <a:cxnLst/>
              <a:rect l="l" t="t" r="r" b="b"/>
              <a:pathLst>
                <a:path w="3804" h="3741" extrusionOk="0">
                  <a:moveTo>
                    <a:pt x="0" y="1"/>
                  </a:moveTo>
                  <a:lnTo>
                    <a:pt x="0" y="3741"/>
                  </a:lnTo>
                  <a:lnTo>
                    <a:pt x="3804" y="3741"/>
                  </a:lnTo>
                  <a:lnTo>
                    <a:pt x="380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937" name="Google Shape;4937;p60"/>
            <p:cNvSpPr/>
            <p:nvPr/>
          </p:nvSpPr>
          <p:spPr>
            <a:xfrm>
              <a:off x="6004200" y="953275"/>
              <a:ext cx="119575" cy="93525"/>
            </a:xfrm>
            <a:custGeom>
              <a:avLst/>
              <a:gdLst/>
              <a:ahLst/>
              <a:cxnLst/>
              <a:rect l="l" t="t" r="r" b="b"/>
              <a:pathLst>
                <a:path w="4783" h="3741" extrusionOk="0">
                  <a:moveTo>
                    <a:pt x="1" y="1"/>
                  </a:moveTo>
                  <a:lnTo>
                    <a:pt x="1" y="3741"/>
                  </a:lnTo>
                  <a:lnTo>
                    <a:pt x="3777" y="3741"/>
                  </a:lnTo>
                  <a:lnTo>
                    <a:pt x="4674" y="727"/>
                  </a:lnTo>
                  <a:cubicBezTo>
                    <a:pt x="4783" y="365"/>
                    <a:pt x="4512" y="1"/>
                    <a:pt x="413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938" name="Google Shape;4938;p60"/>
            <p:cNvSpPr/>
            <p:nvPr/>
          </p:nvSpPr>
          <p:spPr>
            <a:xfrm>
              <a:off x="5880900" y="1075025"/>
              <a:ext cx="95100" cy="93450"/>
            </a:xfrm>
            <a:custGeom>
              <a:avLst/>
              <a:gdLst/>
              <a:ahLst/>
              <a:cxnLst/>
              <a:rect l="l" t="t" r="r" b="b"/>
              <a:pathLst>
                <a:path w="3804" h="3738" extrusionOk="0">
                  <a:moveTo>
                    <a:pt x="0" y="0"/>
                  </a:moveTo>
                  <a:lnTo>
                    <a:pt x="0" y="3737"/>
                  </a:lnTo>
                  <a:lnTo>
                    <a:pt x="3804" y="3737"/>
                  </a:lnTo>
                  <a:lnTo>
                    <a:pt x="380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939" name="Google Shape;4939;p60"/>
            <p:cNvSpPr/>
            <p:nvPr/>
          </p:nvSpPr>
          <p:spPr>
            <a:xfrm>
              <a:off x="5645200" y="879425"/>
              <a:ext cx="207500" cy="167375"/>
            </a:xfrm>
            <a:custGeom>
              <a:avLst/>
              <a:gdLst/>
              <a:ahLst/>
              <a:cxnLst/>
              <a:rect l="l" t="t" r="r" b="b"/>
              <a:pathLst>
                <a:path w="8300" h="6695" extrusionOk="0">
                  <a:moveTo>
                    <a:pt x="563" y="1"/>
                  </a:moveTo>
                  <a:cubicBezTo>
                    <a:pt x="253" y="1"/>
                    <a:pt x="0" y="254"/>
                    <a:pt x="0" y="564"/>
                  </a:cubicBezTo>
                  <a:cubicBezTo>
                    <a:pt x="0" y="877"/>
                    <a:pt x="253" y="1130"/>
                    <a:pt x="563" y="1130"/>
                  </a:cubicBezTo>
                  <a:lnTo>
                    <a:pt x="2403" y="1130"/>
                  </a:lnTo>
                  <a:lnTo>
                    <a:pt x="3159" y="3672"/>
                  </a:lnTo>
                  <a:cubicBezTo>
                    <a:pt x="3162" y="3678"/>
                    <a:pt x="3162" y="3687"/>
                    <a:pt x="3165" y="3696"/>
                  </a:cubicBezTo>
                  <a:lnTo>
                    <a:pt x="4059" y="6695"/>
                  </a:lnTo>
                  <a:lnTo>
                    <a:pt x="8299" y="6695"/>
                  </a:lnTo>
                  <a:lnTo>
                    <a:pt x="8299" y="2955"/>
                  </a:lnTo>
                  <a:lnTo>
                    <a:pt x="4123" y="2955"/>
                  </a:lnTo>
                  <a:lnTo>
                    <a:pt x="3364" y="404"/>
                  </a:lnTo>
                  <a:cubicBezTo>
                    <a:pt x="3295" y="163"/>
                    <a:pt x="3072" y="1"/>
                    <a:pt x="28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940" name="Google Shape;4940;p60"/>
            <p:cNvSpPr/>
            <p:nvPr/>
          </p:nvSpPr>
          <p:spPr>
            <a:xfrm>
              <a:off x="5722500" y="1075025"/>
              <a:ext cx="370875" cy="211775"/>
            </a:xfrm>
            <a:custGeom>
              <a:avLst/>
              <a:gdLst/>
              <a:ahLst/>
              <a:cxnLst/>
              <a:rect l="l" t="t" r="r" b="b"/>
              <a:pathLst>
                <a:path w="14835" h="8471" extrusionOk="0">
                  <a:moveTo>
                    <a:pt x="1305" y="0"/>
                  </a:moveTo>
                  <a:lnTo>
                    <a:pt x="2082" y="2614"/>
                  </a:lnTo>
                  <a:cubicBezTo>
                    <a:pt x="901" y="2701"/>
                    <a:pt x="1" y="3704"/>
                    <a:pt x="40" y="4887"/>
                  </a:cubicBezTo>
                  <a:cubicBezTo>
                    <a:pt x="82" y="6071"/>
                    <a:pt x="1049" y="7010"/>
                    <a:pt x="2232" y="7019"/>
                  </a:cubicBezTo>
                  <a:lnTo>
                    <a:pt x="2795" y="7019"/>
                  </a:lnTo>
                  <a:cubicBezTo>
                    <a:pt x="3045" y="7878"/>
                    <a:pt x="3834" y="8471"/>
                    <a:pt x="4731" y="8471"/>
                  </a:cubicBezTo>
                  <a:cubicBezTo>
                    <a:pt x="5629" y="8471"/>
                    <a:pt x="6418" y="7878"/>
                    <a:pt x="6671" y="7019"/>
                  </a:cubicBezTo>
                  <a:lnTo>
                    <a:pt x="9667" y="7019"/>
                  </a:lnTo>
                  <a:cubicBezTo>
                    <a:pt x="9917" y="7878"/>
                    <a:pt x="10709" y="8471"/>
                    <a:pt x="11606" y="8471"/>
                  </a:cubicBezTo>
                  <a:cubicBezTo>
                    <a:pt x="12500" y="8471"/>
                    <a:pt x="13292" y="7878"/>
                    <a:pt x="13542" y="7019"/>
                  </a:cubicBezTo>
                  <a:lnTo>
                    <a:pt x="14271" y="7019"/>
                  </a:lnTo>
                  <a:cubicBezTo>
                    <a:pt x="14581" y="7019"/>
                    <a:pt x="14834" y="6766"/>
                    <a:pt x="14834" y="6453"/>
                  </a:cubicBezTo>
                  <a:cubicBezTo>
                    <a:pt x="14834" y="6140"/>
                    <a:pt x="14581" y="5890"/>
                    <a:pt x="14271" y="5890"/>
                  </a:cubicBezTo>
                  <a:lnTo>
                    <a:pt x="13542" y="5890"/>
                  </a:lnTo>
                  <a:cubicBezTo>
                    <a:pt x="13292" y="5029"/>
                    <a:pt x="12500" y="4436"/>
                    <a:pt x="11606" y="4436"/>
                  </a:cubicBezTo>
                  <a:cubicBezTo>
                    <a:pt x="10709" y="4436"/>
                    <a:pt x="9917" y="5029"/>
                    <a:pt x="9667" y="5890"/>
                  </a:cubicBezTo>
                  <a:lnTo>
                    <a:pt x="6671" y="5890"/>
                  </a:lnTo>
                  <a:cubicBezTo>
                    <a:pt x="6418" y="5029"/>
                    <a:pt x="5629" y="4436"/>
                    <a:pt x="4731" y="4436"/>
                  </a:cubicBezTo>
                  <a:cubicBezTo>
                    <a:pt x="3834" y="4436"/>
                    <a:pt x="3045" y="5029"/>
                    <a:pt x="2792" y="5890"/>
                  </a:cubicBezTo>
                  <a:lnTo>
                    <a:pt x="2232" y="5890"/>
                  </a:lnTo>
                  <a:cubicBezTo>
                    <a:pt x="1639" y="5890"/>
                    <a:pt x="1157" y="5408"/>
                    <a:pt x="1157" y="4815"/>
                  </a:cubicBezTo>
                  <a:cubicBezTo>
                    <a:pt x="1157" y="4219"/>
                    <a:pt x="1639" y="3737"/>
                    <a:pt x="2232" y="3737"/>
                  </a:cubicBezTo>
                  <a:lnTo>
                    <a:pt x="5207" y="3737"/>
                  </a:lnTo>
                  <a:lnTo>
                    <a:pt x="520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4941" name="Google Shape;4941;p60"/>
          <p:cNvGrpSpPr/>
          <p:nvPr/>
        </p:nvGrpSpPr>
        <p:grpSpPr>
          <a:xfrm>
            <a:off x="4603488" y="2711241"/>
            <a:ext cx="298186" cy="339253"/>
            <a:chOff x="6264525" y="842250"/>
            <a:chExt cx="423500" cy="481825"/>
          </a:xfrm>
        </p:grpSpPr>
        <p:sp>
          <p:nvSpPr>
            <p:cNvPr id="4942" name="Google Shape;4942;p60"/>
            <p:cNvSpPr/>
            <p:nvPr/>
          </p:nvSpPr>
          <p:spPr>
            <a:xfrm>
              <a:off x="6264525" y="1033450"/>
              <a:ext cx="135300" cy="266450"/>
            </a:xfrm>
            <a:custGeom>
              <a:avLst/>
              <a:gdLst/>
              <a:ahLst/>
              <a:cxnLst/>
              <a:rect l="l" t="t" r="r" b="b"/>
              <a:pathLst>
                <a:path w="5412" h="10658" extrusionOk="0">
                  <a:moveTo>
                    <a:pt x="1" y="1"/>
                  </a:moveTo>
                  <a:lnTo>
                    <a:pt x="1" y="9932"/>
                  </a:lnTo>
                  <a:cubicBezTo>
                    <a:pt x="1" y="10182"/>
                    <a:pt x="61" y="10429"/>
                    <a:pt x="169" y="10658"/>
                  </a:cubicBezTo>
                  <a:lnTo>
                    <a:pt x="5412" y="541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943" name="Google Shape;4943;p60"/>
            <p:cNvSpPr/>
            <p:nvPr/>
          </p:nvSpPr>
          <p:spPr>
            <a:xfrm>
              <a:off x="6552700" y="1033450"/>
              <a:ext cx="135325" cy="266450"/>
            </a:xfrm>
            <a:custGeom>
              <a:avLst/>
              <a:gdLst/>
              <a:ahLst/>
              <a:cxnLst/>
              <a:rect l="l" t="t" r="r" b="b"/>
              <a:pathLst>
                <a:path w="5413" h="10658" extrusionOk="0">
                  <a:moveTo>
                    <a:pt x="5412" y="1"/>
                  </a:moveTo>
                  <a:lnTo>
                    <a:pt x="1" y="5415"/>
                  </a:lnTo>
                  <a:lnTo>
                    <a:pt x="5243" y="10658"/>
                  </a:lnTo>
                  <a:cubicBezTo>
                    <a:pt x="5352" y="10429"/>
                    <a:pt x="5412" y="10182"/>
                    <a:pt x="5412" y="9932"/>
                  </a:cubicBezTo>
                  <a:lnTo>
                    <a:pt x="541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944" name="Google Shape;4944;p60"/>
            <p:cNvSpPr/>
            <p:nvPr/>
          </p:nvSpPr>
          <p:spPr>
            <a:xfrm>
              <a:off x="6462150" y="985275"/>
              <a:ext cx="28025" cy="28250"/>
            </a:xfrm>
            <a:custGeom>
              <a:avLst/>
              <a:gdLst/>
              <a:ahLst/>
              <a:cxnLst/>
              <a:rect l="l" t="t" r="r" b="b"/>
              <a:pathLst>
                <a:path w="1121" h="1130" extrusionOk="0">
                  <a:moveTo>
                    <a:pt x="566" y="1"/>
                  </a:moveTo>
                  <a:cubicBezTo>
                    <a:pt x="253" y="1"/>
                    <a:pt x="0" y="254"/>
                    <a:pt x="0" y="567"/>
                  </a:cubicBezTo>
                  <a:cubicBezTo>
                    <a:pt x="0" y="877"/>
                    <a:pt x="253" y="1130"/>
                    <a:pt x="566" y="1130"/>
                  </a:cubicBezTo>
                  <a:cubicBezTo>
                    <a:pt x="955" y="1130"/>
                    <a:pt x="1060" y="862"/>
                    <a:pt x="1120" y="528"/>
                  </a:cubicBezTo>
                  <a:cubicBezTo>
                    <a:pt x="1102" y="233"/>
                    <a:pt x="862" y="4"/>
                    <a:pt x="5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945" name="Google Shape;4945;p60"/>
            <p:cNvSpPr/>
            <p:nvPr/>
          </p:nvSpPr>
          <p:spPr>
            <a:xfrm>
              <a:off x="6288775" y="1182900"/>
              <a:ext cx="375075" cy="141175"/>
            </a:xfrm>
            <a:custGeom>
              <a:avLst/>
              <a:gdLst/>
              <a:ahLst/>
              <a:cxnLst/>
              <a:rect l="l" t="t" r="r" b="b"/>
              <a:pathLst>
                <a:path w="15003" h="5647" extrusionOk="0">
                  <a:moveTo>
                    <a:pt x="5475" y="0"/>
                  </a:moveTo>
                  <a:lnTo>
                    <a:pt x="0" y="5478"/>
                  </a:lnTo>
                  <a:cubicBezTo>
                    <a:pt x="226" y="5586"/>
                    <a:pt x="473" y="5646"/>
                    <a:pt x="726" y="5646"/>
                  </a:cubicBezTo>
                  <a:lnTo>
                    <a:pt x="14277" y="5646"/>
                  </a:lnTo>
                  <a:cubicBezTo>
                    <a:pt x="14527" y="5646"/>
                    <a:pt x="14774" y="5586"/>
                    <a:pt x="15002" y="5478"/>
                  </a:cubicBezTo>
                  <a:lnTo>
                    <a:pt x="952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946" name="Google Shape;4946;p60"/>
            <p:cNvSpPr/>
            <p:nvPr/>
          </p:nvSpPr>
          <p:spPr>
            <a:xfrm>
              <a:off x="6278675" y="965325"/>
              <a:ext cx="42350" cy="84725"/>
            </a:xfrm>
            <a:custGeom>
              <a:avLst/>
              <a:gdLst/>
              <a:ahLst/>
              <a:cxnLst/>
              <a:rect l="l" t="t" r="r" b="b"/>
              <a:pathLst>
                <a:path w="1694" h="3389" extrusionOk="0">
                  <a:moveTo>
                    <a:pt x="1693" y="1"/>
                  </a:moveTo>
                  <a:lnTo>
                    <a:pt x="1" y="1693"/>
                  </a:lnTo>
                  <a:lnTo>
                    <a:pt x="1693" y="3388"/>
                  </a:lnTo>
                  <a:lnTo>
                    <a:pt x="169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947" name="Google Shape;4947;p60"/>
            <p:cNvSpPr/>
            <p:nvPr/>
          </p:nvSpPr>
          <p:spPr>
            <a:xfrm>
              <a:off x="6631525" y="965325"/>
              <a:ext cx="42400" cy="84725"/>
            </a:xfrm>
            <a:custGeom>
              <a:avLst/>
              <a:gdLst/>
              <a:ahLst/>
              <a:cxnLst/>
              <a:rect l="l" t="t" r="r" b="b"/>
              <a:pathLst>
                <a:path w="1696" h="3389" extrusionOk="0">
                  <a:moveTo>
                    <a:pt x="1" y="1"/>
                  </a:moveTo>
                  <a:lnTo>
                    <a:pt x="1" y="3388"/>
                  </a:lnTo>
                  <a:lnTo>
                    <a:pt x="1696" y="169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948" name="Google Shape;4948;p60"/>
            <p:cNvSpPr/>
            <p:nvPr/>
          </p:nvSpPr>
          <p:spPr>
            <a:xfrm>
              <a:off x="6349225" y="842250"/>
              <a:ext cx="254100" cy="312425"/>
            </a:xfrm>
            <a:custGeom>
              <a:avLst/>
              <a:gdLst/>
              <a:ahLst/>
              <a:cxnLst/>
              <a:rect l="l" t="t" r="r" b="b"/>
              <a:pathLst>
                <a:path w="10164" h="12497" extrusionOk="0">
                  <a:moveTo>
                    <a:pt x="5081" y="2333"/>
                  </a:moveTo>
                  <a:cubicBezTo>
                    <a:pt x="5779" y="2333"/>
                    <a:pt x="6477" y="2518"/>
                    <a:pt x="7098" y="2885"/>
                  </a:cubicBezTo>
                  <a:cubicBezTo>
                    <a:pt x="8299" y="3596"/>
                    <a:pt x="9034" y="4891"/>
                    <a:pt x="9034" y="6288"/>
                  </a:cubicBezTo>
                  <a:cubicBezTo>
                    <a:pt x="9034" y="7293"/>
                    <a:pt x="8207" y="7981"/>
                    <a:pt x="7335" y="7981"/>
                  </a:cubicBezTo>
                  <a:cubicBezTo>
                    <a:pt x="6947" y="7981"/>
                    <a:pt x="6550" y="7845"/>
                    <a:pt x="6213" y="7540"/>
                  </a:cubicBezTo>
                  <a:cubicBezTo>
                    <a:pt x="5894" y="7824"/>
                    <a:pt x="5492" y="7968"/>
                    <a:pt x="5089" y="7968"/>
                  </a:cubicBezTo>
                  <a:cubicBezTo>
                    <a:pt x="4739" y="7968"/>
                    <a:pt x="4388" y="7860"/>
                    <a:pt x="4090" y="7640"/>
                  </a:cubicBezTo>
                  <a:cubicBezTo>
                    <a:pt x="3448" y="7170"/>
                    <a:pt x="3222" y="6315"/>
                    <a:pt x="3551" y="5589"/>
                  </a:cubicBezTo>
                  <a:cubicBezTo>
                    <a:pt x="3826" y="4973"/>
                    <a:pt x="4435" y="4593"/>
                    <a:pt x="5087" y="4593"/>
                  </a:cubicBezTo>
                  <a:cubicBezTo>
                    <a:pt x="5205" y="4593"/>
                    <a:pt x="5325" y="4606"/>
                    <a:pt x="5445" y="4632"/>
                  </a:cubicBezTo>
                  <a:cubicBezTo>
                    <a:pt x="6225" y="4800"/>
                    <a:pt x="6779" y="5490"/>
                    <a:pt x="6776" y="6288"/>
                  </a:cubicBezTo>
                  <a:cubicBezTo>
                    <a:pt x="6776" y="6660"/>
                    <a:pt x="7058" y="6846"/>
                    <a:pt x="7340" y="6846"/>
                  </a:cubicBezTo>
                  <a:cubicBezTo>
                    <a:pt x="7623" y="6846"/>
                    <a:pt x="7905" y="6660"/>
                    <a:pt x="7905" y="6288"/>
                  </a:cubicBezTo>
                  <a:cubicBezTo>
                    <a:pt x="7905" y="5288"/>
                    <a:pt x="7378" y="4367"/>
                    <a:pt x="6520" y="3858"/>
                  </a:cubicBezTo>
                  <a:cubicBezTo>
                    <a:pt x="6076" y="3595"/>
                    <a:pt x="5578" y="3463"/>
                    <a:pt x="5080" y="3463"/>
                  </a:cubicBezTo>
                  <a:cubicBezTo>
                    <a:pt x="4614" y="3463"/>
                    <a:pt x="4147" y="3578"/>
                    <a:pt x="3725" y="3810"/>
                  </a:cubicBezTo>
                  <a:cubicBezTo>
                    <a:pt x="2849" y="4288"/>
                    <a:pt x="2295" y="5195"/>
                    <a:pt x="2262" y="6191"/>
                  </a:cubicBezTo>
                  <a:cubicBezTo>
                    <a:pt x="2226" y="7188"/>
                    <a:pt x="2723" y="8128"/>
                    <a:pt x="3563" y="8667"/>
                  </a:cubicBezTo>
                  <a:cubicBezTo>
                    <a:pt x="4023" y="8960"/>
                    <a:pt x="4541" y="9107"/>
                    <a:pt x="5077" y="9107"/>
                  </a:cubicBezTo>
                  <a:cubicBezTo>
                    <a:pt x="5519" y="9107"/>
                    <a:pt x="5973" y="9007"/>
                    <a:pt x="6414" y="8805"/>
                  </a:cubicBezTo>
                  <a:cubicBezTo>
                    <a:pt x="6502" y="8765"/>
                    <a:pt x="6585" y="8746"/>
                    <a:pt x="6664" y="8746"/>
                  </a:cubicBezTo>
                  <a:cubicBezTo>
                    <a:pt x="7191" y="8746"/>
                    <a:pt x="7476" y="9559"/>
                    <a:pt x="6884" y="9832"/>
                  </a:cubicBezTo>
                  <a:cubicBezTo>
                    <a:pt x="6300" y="10100"/>
                    <a:pt x="5685" y="10239"/>
                    <a:pt x="5077" y="10239"/>
                  </a:cubicBezTo>
                  <a:cubicBezTo>
                    <a:pt x="4340" y="10239"/>
                    <a:pt x="3611" y="10036"/>
                    <a:pt x="2954" y="9615"/>
                  </a:cubicBezTo>
                  <a:cubicBezTo>
                    <a:pt x="1777" y="8865"/>
                    <a:pt x="1084" y="7546"/>
                    <a:pt x="1133" y="6152"/>
                  </a:cubicBezTo>
                  <a:cubicBezTo>
                    <a:pt x="1178" y="4755"/>
                    <a:pt x="1958" y="3490"/>
                    <a:pt x="3183" y="2819"/>
                  </a:cubicBezTo>
                  <a:cubicBezTo>
                    <a:pt x="3775" y="2494"/>
                    <a:pt x="4429" y="2333"/>
                    <a:pt x="5081" y="2333"/>
                  </a:cubicBezTo>
                  <a:close/>
                  <a:moveTo>
                    <a:pt x="618" y="0"/>
                  </a:moveTo>
                  <a:cubicBezTo>
                    <a:pt x="277" y="0"/>
                    <a:pt x="0" y="277"/>
                    <a:pt x="0" y="618"/>
                  </a:cubicBezTo>
                  <a:lnTo>
                    <a:pt x="0" y="9441"/>
                  </a:lnTo>
                  <a:lnTo>
                    <a:pt x="3057" y="12497"/>
                  </a:lnTo>
                  <a:lnTo>
                    <a:pt x="7107" y="12497"/>
                  </a:lnTo>
                  <a:lnTo>
                    <a:pt x="10163" y="9441"/>
                  </a:lnTo>
                  <a:lnTo>
                    <a:pt x="10163" y="723"/>
                  </a:lnTo>
                  <a:cubicBezTo>
                    <a:pt x="10163" y="326"/>
                    <a:pt x="9838" y="0"/>
                    <a:pt x="94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4949" name="Google Shape;4949;p60"/>
          <p:cNvGrpSpPr/>
          <p:nvPr/>
        </p:nvGrpSpPr>
        <p:grpSpPr>
          <a:xfrm>
            <a:off x="821776" y="3125895"/>
            <a:ext cx="339253" cy="339253"/>
            <a:chOff x="900750" y="1436075"/>
            <a:chExt cx="481825" cy="481825"/>
          </a:xfrm>
        </p:grpSpPr>
        <p:sp>
          <p:nvSpPr>
            <p:cNvPr id="4950" name="Google Shape;4950;p60"/>
            <p:cNvSpPr/>
            <p:nvPr/>
          </p:nvSpPr>
          <p:spPr>
            <a:xfrm>
              <a:off x="900750" y="1627500"/>
              <a:ext cx="481825" cy="290400"/>
            </a:xfrm>
            <a:custGeom>
              <a:avLst/>
              <a:gdLst/>
              <a:ahLst/>
              <a:cxnLst/>
              <a:rect l="l" t="t" r="r" b="b"/>
              <a:pathLst>
                <a:path w="19273" h="11616" extrusionOk="0">
                  <a:moveTo>
                    <a:pt x="0" y="1"/>
                  </a:moveTo>
                  <a:lnTo>
                    <a:pt x="0" y="9920"/>
                  </a:lnTo>
                  <a:cubicBezTo>
                    <a:pt x="0" y="10856"/>
                    <a:pt x="759" y="11612"/>
                    <a:pt x="1696" y="11615"/>
                  </a:cubicBezTo>
                  <a:lnTo>
                    <a:pt x="17580" y="11615"/>
                  </a:lnTo>
                  <a:cubicBezTo>
                    <a:pt x="18513" y="11612"/>
                    <a:pt x="19272" y="10856"/>
                    <a:pt x="19272" y="9920"/>
                  </a:cubicBezTo>
                  <a:lnTo>
                    <a:pt x="19272" y="1"/>
                  </a:lnTo>
                  <a:lnTo>
                    <a:pt x="9977" y="6948"/>
                  </a:lnTo>
                  <a:cubicBezTo>
                    <a:pt x="9877" y="7020"/>
                    <a:pt x="9760" y="7059"/>
                    <a:pt x="9636" y="7059"/>
                  </a:cubicBezTo>
                  <a:cubicBezTo>
                    <a:pt x="9513" y="7059"/>
                    <a:pt x="9395" y="7020"/>
                    <a:pt x="9299" y="6948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951" name="Google Shape;4951;p60"/>
            <p:cNvSpPr/>
            <p:nvPr/>
          </p:nvSpPr>
          <p:spPr>
            <a:xfrm>
              <a:off x="1296950" y="1549900"/>
              <a:ext cx="71550" cy="105850"/>
            </a:xfrm>
            <a:custGeom>
              <a:avLst/>
              <a:gdLst/>
              <a:ahLst/>
              <a:cxnLst/>
              <a:rect l="l" t="t" r="r" b="b"/>
              <a:pathLst>
                <a:path w="2862" h="4234" extrusionOk="0">
                  <a:moveTo>
                    <a:pt x="0" y="0"/>
                  </a:moveTo>
                  <a:lnTo>
                    <a:pt x="0" y="4234"/>
                  </a:lnTo>
                  <a:lnTo>
                    <a:pt x="2861" y="21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952" name="Google Shape;4952;p60"/>
            <p:cNvSpPr/>
            <p:nvPr/>
          </p:nvSpPr>
          <p:spPr>
            <a:xfrm>
              <a:off x="914900" y="1549900"/>
              <a:ext cx="71550" cy="105850"/>
            </a:xfrm>
            <a:custGeom>
              <a:avLst/>
              <a:gdLst/>
              <a:ahLst/>
              <a:cxnLst/>
              <a:rect l="l" t="t" r="r" b="b"/>
              <a:pathLst>
                <a:path w="2862" h="4234" extrusionOk="0">
                  <a:moveTo>
                    <a:pt x="2861" y="0"/>
                  </a:moveTo>
                  <a:lnTo>
                    <a:pt x="0" y="2117"/>
                  </a:lnTo>
                  <a:lnTo>
                    <a:pt x="2861" y="4234"/>
                  </a:lnTo>
                  <a:lnTo>
                    <a:pt x="28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953" name="Google Shape;4953;p60"/>
            <p:cNvSpPr/>
            <p:nvPr/>
          </p:nvSpPr>
          <p:spPr>
            <a:xfrm>
              <a:off x="1014650" y="1436075"/>
              <a:ext cx="254100" cy="336150"/>
            </a:xfrm>
            <a:custGeom>
              <a:avLst/>
              <a:gdLst/>
              <a:ahLst/>
              <a:cxnLst/>
              <a:rect l="l" t="t" r="r" b="b"/>
              <a:pathLst>
                <a:path w="10164" h="13446" extrusionOk="0">
                  <a:moveTo>
                    <a:pt x="8468" y="3424"/>
                  </a:moveTo>
                  <a:cubicBezTo>
                    <a:pt x="8781" y="3424"/>
                    <a:pt x="9031" y="3677"/>
                    <a:pt x="9031" y="3990"/>
                  </a:cubicBezTo>
                  <a:cubicBezTo>
                    <a:pt x="9031" y="4300"/>
                    <a:pt x="8781" y="4553"/>
                    <a:pt x="8468" y="4553"/>
                  </a:cubicBezTo>
                  <a:lnTo>
                    <a:pt x="1693" y="4553"/>
                  </a:lnTo>
                  <a:cubicBezTo>
                    <a:pt x="1379" y="4553"/>
                    <a:pt x="1130" y="4300"/>
                    <a:pt x="1130" y="3990"/>
                  </a:cubicBezTo>
                  <a:cubicBezTo>
                    <a:pt x="1130" y="3677"/>
                    <a:pt x="1379" y="3424"/>
                    <a:pt x="1693" y="3424"/>
                  </a:cubicBezTo>
                  <a:close/>
                  <a:moveTo>
                    <a:pt x="8468" y="5682"/>
                  </a:moveTo>
                  <a:cubicBezTo>
                    <a:pt x="8781" y="5682"/>
                    <a:pt x="9031" y="5935"/>
                    <a:pt x="9031" y="6248"/>
                  </a:cubicBezTo>
                  <a:cubicBezTo>
                    <a:pt x="9031" y="6559"/>
                    <a:pt x="8781" y="6812"/>
                    <a:pt x="8468" y="6812"/>
                  </a:cubicBezTo>
                  <a:lnTo>
                    <a:pt x="1693" y="6812"/>
                  </a:lnTo>
                  <a:cubicBezTo>
                    <a:pt x="1379" y="6812"/>
                    <a:pt x="1130" y="6559"/>
                    <a:pt x="1130" y="6248"/>
                  </a:cubicBezTo>
                  <a:cubicBezTo>
                    <a:pt x="1130" y="5935"/>
                    <a:pt x="1379" y="5682"/>
                    <a:pt x="1693" y="5682"/>
                  </a:cubicBezTo>
                  <a:close/>
                  <a:moveTo>
                    <a:pt x="5080" y="7941"/>
                  </a:moveTo>
                  <a:cubicBezTo>
                    <a:pt x="5393" y="7941"/>
                    <a:pt x="5643" y="8194"/>
                    <a:pt x="5643" y="8507"/>
                  </a:cubicBezTo>
                  <a:cubicBezTo>
                    <a:pt x="5643" y="8817"/>
                    <a:pt x="5393" y="9070"/>
                    <a:pt x="5080" y="9070"/>
                  </a:cubicBezTo>
                  <a:lnTo>
                    <a:pt x="1693" y="9070"/>
                  </a:lnTo>
                  <a:cubicBezTo>
                    <a:pt x="1379" y="9070"/>
                    <a:pt x="1130" y="8817"/>
                    <a:pt x="1130" y="8507"/>
                  </a:cubicBezTo>
                  <a:cubicBezTo>
                    <a:pt x="1130" y="8194"/>
                    <a:pt x="1379" y="7941"/>
                    <a:pt x="1693" y="7941"/>
                  </a:cubicBezTo>
                  <a:close/>
                  <a:moveTo>
                    <a:pt x="563" y="0"/>
                  </a:moveTo>
                  <a:cubicBezTo>
                    <a:pt x="250" y="0"/>
                    <a:pt x="0" y="250"/>
                    <a:pt x="0" y="563"/>
                  </a:cubicBezTo>
                  <a:lnTo>
                    <a:pt x="0" y="9636"/>
                  </a:lnTo>
                  <a:lnTo>
                    <a:pt x="5080" y="13445"/>
                  </a:lnTo>
                  <a:lnTo>
                    <a:pt x="10163" y="9636"/>
                  </a:lnTo>
                  <a:lnTo>
                    <a:pt x="10163" y="563"/>
                  </a:lnTo>
                  <a:cubicBezTo>
                    <a:pt x="10163" y="250"/>
                    <a:pt x="9910" y="0"/>
                    <a:pt x="95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4954" name="Google Shape;4954;p60"/>
          <p:cNvGrpSpPr/>
          <p:nvPr/>
        </p:nvGrpSpPr>
        <p:grpSpPr>
          <a:xfrm>
            <a:off x="1239624" y="3186183"/>
            <a:ext cx="339253" cy="218676"/>
            <a:chOff x="1492675" y="1520750"/>
            <a:chExt cx="481825" cy="310575"/>
          </a:xfrm>
        </p:grpSpPr>
        <p:sp>
          <p:nvSpPr>
            <p:cNvPr id="4955" name="Google Shape;4955;p60"/>
            <p:cNvSpPr/>
            <p:nvPr/>
          </p:nvSpPr>
          <p:spPr>
            <a:xfrm>
              <a:off x="1492675" y="1540400"/>
              <a:ext cx="481825" cy="290925"/>
            </a:xfrm>
            <a:custGeom>
              <a:avLst/>
              <a:gdLst/>
              <a:ahLst/>
              <a:cxnLst/>
              <a:rect l="l" t="t" r="r" b="b"/>
              <a:pathLst>
                <a:path w="19273" h="11637" extrusionOk="0">
                  <a:moveTo>
                    <a:pt x="266" y="1"/>
                  </a:moveTo>
                  <a:cubicBezTo>
                    <a:pt x="91" y="272"/>
                    <a:pt x="1" y="585"/>
                    <a:pt x="1" y="907"/>
                  </a:cubicBezTo>
                  <a:lnTo>
                    <a:pt x="1" y="9941"/>
                  </a:lnTo>
                  <a:cubicBezTo>
                    <a:pt x="1" y="10877"/>
                    <a:pt x="757" y="11633"/>
                    <a:pt x="1693" y="11636"/>
                  </a:cubicBezTo>
                  <a:lnTo>
                    <a:pt x="17577" y="11636"/>
                  </a:lnTo>
                  <a:cubicBezTo>
                    <a:pt x="18514" y="11633"/>
                    <a:pt x="19270" y="10877"/>
                    <a:pt x="19273" y="9941"/>
                  </a:cubicBezTo>
                  <a:lnTo>
                    <a:pt x="19273" y="907"/>
                  </a:lnTo>
                  <a:cubicBezTo>
                    <a:pt x="19270" y="585"/>
                    <a:pt x="19176" y="272"/>
                    <a:pt x="19005" y="1"/>
                  </a:cubicBezTo>
                  <a:lnTo>
                    <a:pt x="9974" y="7005"/>
                  </a:lnTo>
                  <a:cubicBezTo>
                    <a:pt x="9873" y="7080"/>
                    <a:pt x="9754" y="7118"/>
                    <a:pt x="9635" y="7118"/>
                  </a:cubicBezTo>
                  <a:cubicBezTo>
                    <a:pt x="9516" y="7118"/>
                    <a:pt x="9397" y="7080"/>
                    <a:pt x="9296" y="7005"/>
                  </a:cubicBezTo>
                  <a:lnTo>
                    <a:pt x="26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956" name="Google Shape;4956;p60"/>
            <p:cNvSpPr/>
            <p:nvPr/>
          </p:nvSpPr>
          <p:spPr>
            <a:xfrm>
              <a:off x="1522575" y="1520750"/>
              <a:ext cx="421975" cy="165800"/>
            </a:xfrm>
            <a:custGeom>
              <a:avLst/>
              <a:gdLst/>
              <a:ahLst/>
              <a:cxnLst/>
              <a:rect l="l" t="t" r="r" b="b"/>
              <a:pathLst>
                <a:path w="16879" h="6632" extrusionOk="0">
                  <a:moveTo>
                    <a:pt x="497" y="1"/>
                  </a:moveTo>
                  <a:cubicBezTo>
                    <a:pt x="328" y="1"/>
                    <a:pt x="160" y="31"/>
                    <a:pt x="0" y="82"/>
                  </a:cubicBezTo>
                  <a:lnTo>
                    <a:pt x="8441" y="6631"/>
                  </a:lnTo>
                  <a:lnTo>
                    <a:pt x="16878" y="82"/>
                  </a:lnTo>
                  <a:cubicBezTo>
                    <a:pt x="16719" y="31"/>
                    <a:pt x="16550" y="1"/>
                    <a:pt x="163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4957" name="Google Shape;4957;p60"/>
          <p:cNvGrpSpPr/>
          <p:nvPr/>
        </p:nvGrpSpPr>
        <p:grpSpPr>
          <a:xfrm>
            <a:off x="1647421" y="3125877"/>
            <a:ext cx="352332" cy="339288"/>
            <a:chOff x="2071000" y="1435025"/>
            <a:chExt cx="500400" cy="481875"/>
          </a:xfrm>
        </p:grpSpPr>
        <p:sp>
          <p:nvSpPr>
            <p:cNvPr id="4958" name="Google Shape;4958;p60"/>
            <p:cNvSpPr/>
            <p:nvPr/>
          </p:nvSpPr>
          <p:spPr>
            <a:xfrm>
              <a:off x="2425125" y="1718700"/>
              <a:ext cx="146275" cy="141750"/>
            </a:xfrm>
            <a:custGeom>
              <a:avLst/>
              <a:gdLst/>
              <a:ahLst/>
              <a:cxnLst/>
              <a:rect l="l" t="t" r="r" b="b"/>
              <a:pathLst>
                <a:path w="5851" h="5670" extrusionOk="0">
                  <a:moveTo>
                    <a:pt x="1598" y="0"/>
                  </a:moveTo>
                  <a:cubicBezTo>
                    <a:pt x="1159" y="0"/>
                    <a:pt x="720" y="160"/>
                    <a:pt x="401" y="481"/>
                  </a:cubicBezTo>
                  <a:lnTo>
                    <a:pt x="0" y="879"/>
                  </a:lnTo>
                  <a:lnTo>
                    <a:pt x="4791" y="5669"/>
                  </a:lnTo>
                  <a:lnTo>
                    <a:pt x="5191" y="5272"/>
                  </a:lnTo>
                  <a:cubicBezTo>
                    <a:pt x="5851" y="4610"/>
                    <a:pt x="5851" y="3538"/>
                    <a:pt x="5191" y="2875"/>
                  </a:cubicBezTo>
                  <a:lnTo>
                    <a:pt x="2795" y="481"/>
                  </a:lnTo>
                  <a:cubicBezTo>
                    <a:pt x="2475" y="160"/>
                    <a:pt x="2036" y="0"/>
                    <a:pt x="15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959" name="Google Shape;4959;p60"/>
            <p:cNvSpPr/>
            <p:nvPr/>
          </p:nvSpPr>
          <p:spPr>
            <a:xfrm>
              <a:off x="2071000" y="1477850"/>
              <a:ext cx="453125" cy="439050"/>
            </a:xfrm>
            <a:custGeom>
              <a:avLst/>
              <a:gdLst/>
              <a:ahLst/>
              <a:cxnLst/>
              <a:rect l="l" t="t" r="r" b="b"/>
              <a:pathLst>
                <a:path w="18125" h="17562" extrusionOk="0">
                  <a:moveTo>
                    <a:pt x="2057" y="0"/>
                  </a:moveTo>
                  <a:cubicBezTo>
                    <a:pt x="0" y="2397"/>
                    <a:pt x="81" y="6008"/>
                    <a:pt x="2352" y="8278"/>
                  </a:cubicBezTo>
                  <a:lnTo>
                    <a:pt x="9847" y="15776"/>
                  </a:lnTo>
                  <a:cubicBezTo>
                    <a:pt x="11008" y="16937"/>
                    <a:pt x="12564" y="17561"/>
                    <a:pt x="14149" y="17561"/>
                  </a:cubicBezTo>
                  <a:cubicBezTo>
                    <a:pt x="15535" y="17561"/>
                    <a:pt x="16943" y="17083"/>
                    <a:pt x="18125" y="16068"/>
                  </a:cubicBezTo>
                  <a:lnTo>
                    <a:pt x="13346" y="11289"/>
                  </a:lnTo>
                  <a:cubicBezTo>
                    <a:pt x="13108" y="11473"/>
                    <a:pt x="12823" y="11568"/>
                    <a:pt x="12540" y="11568"/>
                  </a:cubicBezTo>
                  <a:cubicBezTo>
                    <a:pt x="12221" y="11568"/>
                    <a:pt x="11904" y="11448"/>
                    <a:pt x="11660" y="11202"/>
                  </a:cubicBezTo>
                  <a:lnTo>
                    <a:pt x="6926" y="6465"/>
                  </a:lnTo>
                  <a:cubicBezTo>
                    <a:pt x="6462" y="6002"/>
                    <a:pt x="6447" y="5282"/>
                    <a:pt x="6839" y="4779"/>
                  </a:cubicBezTo>
                  <a:lnTo>
                    <a:pt x="205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960" name="Google Shape;4960;p60"/>
            <p:cNvSpPr/>
            <p:nvPr/>
          </p:nvSpPr>
          <p:spPr>
            <a:xfrm>
              <a:off x="2141600" y="1435025"/>
              <a:ext cx="146300" cy="141850"/>
            </a:xfrm>
            <a:custGeom>
              <a:avLst/>
              <a:gdLst/>
              <a:ahLst/>
              <a:cxnLst/>
              <a:rect l="l" t="t" r="r" b="b"/>
              <a:pathLst>
                <a:path w="5852" h="5674" extrusionOk="0">
                  <a:moveTo>
                    <a:pt x="1597" y="1"/>
                  </a:moveTo>
                  <a:cubicBezTo>
                    <a:pt x="1158" y="1"/>
                    <a:pt x="719" y="161"/>
                    <a:pt x="398" y="482"/>
                  </a:cubicBezTo>
                  <a:lnTo>
                    <a:pt x="1" y="882"/>
                  </a:lnTo>
                  <a:lnTo>
                    <a:pt x="4792" y="5673"/>
                  </a:lnTo>
                  <a:lnTo>
                    <a:pt x="5189" y="5273"/>
                  </a:lnTo>
                  <a:cubicBezTo>
                    <a:pt x="5852" y="4610"/>
                    <a:pt x="5852" y="3538"/>
                    <a:pt x="5189" y="2879"/>
                  </a:cubicBezTo>
                  <a:lnTo>
                    <a:pt x="2795" y="482"/>
                  </a:lnTo>
                  <a:cubicBezTo>
                    <a:pt x="2474" y="161"/>
                    <a:pt x="2036" y="1"/>
                    <a:pt x="15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4961" name="Google Shape;4961;p60"/>
          <p:cNvGrpSpPr/>
          <p:nvPr/>
        </p:nvGrpSpPr>
        <p:grpSpPr>
          <a:xfrm>
            <a:off x="2073509" y="3167747"/>
            <a:ext cx="351874" cy="297623"/>
            <a:chOff x="2678350" y="1464650"/>
            <a:chExt cx="499750" cy="422700"/>
          </a:xfrm>
        </p:grpSpPr>
        <p:sp>
          <p:nvSpPr>
            <p:cNvPr id="4962" name="Google Shape;4962;p60"/>
            <p:cNvSpPr/>
            <p:nvPr/>
          </p:nvSpPr>
          <p:spPr>
            <a:xfrm>
              <a:off x="3081050" y="1542700"/>
              <a:ext cx="97050" cy="267350"/>
            </a:xfrm>
            <a:custGeom>
              <a:avLst/>
              <a:gdLst/>
              <a:ahLst/>
              <a:cxnLst/>
              <a:rect l="l" t="t" r="r" b="b"/>
              <a:pathLst>
                <a:path w="3882" h="10694" extrusionOk="0">
                  <a:moveTo>
                    <a:pt x="618" y="0"/>
                  </a:moveTo>
                  <a:cubicBezTo>
                    <a:pt x="474" y="0"/>
                    <a:pt x="329" y="55"/>
                    <a:pt x="220" y="165"/>
                  </a:cubicBezTo>
                  <a:cubicBezTo>
                    <a:pt x="3" y="384"/>
                    <a:pt x="0" y="737"/>
                    <a:pt x="214" y="957"/>
                  </a:cubicBezTo>
                  <a:cubicBezTo>
                    <a:pt x="2650" y="3375"/>
                    <a:pt x="2650" y="7316"/>
                    <a:pt x="214" y="9737"/>
                  </a:cubicBezTo>
                  <a:cubicBezTo>
                    <a:pt x="0" y="9957"/>
                    <a:pt x="3" y="10310"/>
                    <a:pt x="220" y="10526"/>
                  </a:cubicBezTo>
                  <a:cubicBezTo>
                    <a:pt x="330" y="10638"/>
                    <a:pt x="475" y="10693"/>
                    <a:pt x="620" y="10693"/>
                  </a:cubicBezTo>
                  <a:cubicBezTo>
                    <a:pt x="761" y="10693"/>
                    <a:pt x="902" y="10641"/>
                    <a:pt x="1012" y="10535"/>
                  </a:cubicBezTo>
                  <a:cubicBezTo>
                    <a:pt x="3882" y="7672"/>
                    <a:pt x="3882" y="3022"/>
                    <a:pt x="1012" y="159"/>
                  </a:cubicBezTo>
                  <a:cubicBezTo>
                    <a:pt x="902" y="53"/>
                    <a:pt x="760" y="0"/>
                    <a:pt x="6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963" name="Google Shape;4963;p60"/>
            <p:cNvSpPr/>
            <p:nvPr/>
          </p:nvSpPr>
          <p:spPr>
            <a:xfrm>
              <a:off x="3041000" y="1582600"/>
              <a:ext cx="75075" cy="187725"/>
            </a:xfrm>
            <a:custGeom>
              <a:avLst/>
              <a:gdLst/>
              <a:ahLst/>
              <a:cxnLst/>
              <a:rect l="l" t="t" r="r" b="b"/>
              <a:pathLst>
                <a:path w="3003" h="7509" extrusionOk="0">
                  <a:moveTo>
                    <a:pt x="626" y="0"/>
                  </a:moveTo>
                  <a:cubicBezTo>
                    <a:pt x="482" y="0"/>
                    <a:pt x="337" y="55"/>
                    <a:pt x="226" y="165"/>
                  </a:cubicBezTo>
                  <a:cubicBezTo>
                    <a:pt x="9" y="381"/>
                    <a:pt x="6" y="734"/>
                    <a:pt x="220" y="957"/>
                  </a:cubicBezTo>
                  <a:cubicBezTo>
                    <a:pt x="1774" y="2495"/>
                    <a:pt x="1774" y="5007"/>
                    <a:pt x="220" y="6545"/>
                  </a:cubicBezTo>
                  <a:cubicBezTo>
                    <a:pt x="0" y="6765"/>
                    <a:pt x="0" y="7124"/>
                    <a:pt x="220" y="7343"/>
                  </a:cubicBezTo>
                  <a:cubicBezTo>
                    <a:pt x="330" y="7453"/>
                    <a:pt x="474" y="7508"/>
                    <a:pt x="619" y="7508"/>
                  </a:cubicBezTo>
                  <a:cubicBezTo>
                    <a:pt x="763" y="7508"/>
                    <a:pt x="908" y="7453"/>
                    <a:pt x="1018" y="7343"/>
                  </a:cubicBezTo>
                  <a:cubicBezTo>
                    <a:pt x="3002" y="5359"/>
                    <a:pt x="3002" y="2143"/>
                    <a:pt x="1018" y="159"/>
                  </a:cubicBezTo>
                  <a:cubicBezTo>
                    <a:pt x="909" y="53"/>
                    <a:pt x="768" y="0"/>
                    <a:pt x="6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964" name="Google Shape;4964;p60"/>
            <p:cNvSpPr/>
            <p:nvPr/>
          </p:nvSpPr>
          <p:spPr>
            <a:xfrm>
              <a:off x="2678350" y="1464650"/>
              <a:ext cx="339700" cy="422700"/>
            </a:xfrm>
            <a:custGeom>
              <a:avLst/>
              <a:gdLst/>
              <a:ahLst/>
              <a:cxnLst/>
              <a:rect l="l" t="t" r="r" b="b"/>
              <a:pathLst>
                <a:path w="13588" h="16908" extrusionOk="0">
                  <a:moveTo>
                    <a:pt x="5683" y="5632"/>
                  </a:moveTo>
                  <a:lnTo>
                    <a:pt x="5683" y="11278"/>
                  </a:lnTo>
                  <a:lnTo>
                    <a:pt x="3952" y="11278"/>
                  </a:lnTo>
                  <a:cubicBezTo>
                    <a:pt x="3638" y="11278"/>
                    <a:pt x="3389" y="11026"/>
                    <a:pt x="3389" y="10712"/>
                  </a:cubicBezTo>
                  <a:lnTo>
                    <a:pt x="3389" y="6195"/>
                  </a:lnTo>
                  <a:cubicBezTo>
                    <a:pt x="3389" y="5882"/>
                    <a:pt x="3638" y="5632"/>
                    <a:pt x="3952" y="5632"/>
                  </a:cubicBezTo>
                  <a:close/>
                  <a:moveTo>
                    <a:pt x="11895" y="1115"/>
                  </a:moveTo>
                  <a:cubicBezTo>
                    <a:pt x="12206" y="1115"/>
                    <a:pt x="12458" y="1365"/>
                    <a:pt x="12458" y="1679"/>
                  </a:cubicBezTo>
                  <a:lnTo>
                    <a:pt x="12458" y="15229"/>
                  </a:lnTo>
                  <a:cubicBezTo>
                    <a:pt x="12458" y="15542"/>
                    <a:pt x="12206" y="15792"/>
                    <a:pt x="11895" y="15792"/>
                  </a:cubicBezTo>
                  <a:cubicBezTo>
                    <a:pt x="11582" y="15792"/>
                    <a:pt x="11329" y="15542"/>
                    <a:pt x="11329" y="15229"/>
                  </a:cubicBezTo>
                  <a:lnTo>
                    <a:pt x="11329" y="1679"/>
                  </a:lnTo>
                  <a:cubicBezTo>
                    <a:pt x="11329" y="1365"/>
                    <a:pt x="11582" y="1115"/>
                    <a:pt x="11895" y="1115"/>
                  </a:cubicBezTo>
                  <a:close/>
                  <a:moveTo>
                    <a:pt x="11892" y="0"/>
                  </a:moveTo>
                  <a:cubicBezTo>
                    <a:pt x="11090" y="0"/>
                    <a:pt x="10386" y="570"/>
                    <a:pt x="10230" y="1374"/>
                  </a:cubicBezTo>
                  <a:lnTo>
                    <a:pt x="6060" y="4503"/>
                  </a:lnTo>
                  <a:lnTo>
                    <a:pt x="3952" y="4503"/>
                  </a:lnTo>
                  <a:cubicBezTo>
                    <a:pt x="3235" y="4503"/>
                    <a:pt x="2600" y="4955"/>
                    <a:pt x="2362" y="5632"/>
                  </a:cubicBezTo>
                  <a:lnTo>
                    <a:pt x="1693" y="5632"/>
                  </a:lnTo>
                  <a:cubicBezTo>
                    <a:pt x="757" y="5632"/>
                    <a:pt x="1" y="6388"/>
                    <a:pt x="1" y="7325"/>
                  </a:cubicBezTo>
                  <a:lnTo>
                    <a:pt x="1" y="9583"/>
                  </a:lnTo>
                  <a:cubicBezTo>
                    <a:pt x="1" y="10520"/>
                    <a:pt x="757" y="11275"/>
                    <a:pt x="1693" y="11278"/>
                  </a:cubicBezTo>
                  <a:lnTo>
                    <a:pt x="2362" y="11278"/>
                  </a:lnTo>
                  <a:cubicBezTo>
                    <a:pt x="2600" y="11953"/>
                    <a:pt x="3235" y="12405"/>
                    <a:pt x="3952" y="12408"/>
                  </a:cubicBezTo>
                  <a:lnTo>
                    <a:pt x="6060" y="12408"/>
                  </a:lnTo>
                  <a:lnTo>
                    <a:pt x="10230" y="15533"/>
                  </a:lnTo>
                  <a:cubicBezTo>
                    <a:pt x="10386" y="16336"/>
                    <a:pt x="11087" y="16908"/>
                    <a:pt x="11888" y="16908"/>
                  </a:cubicBezTo>
                  <a:cubicBezTo>
                    <a:pt x="11940" y="16908"/>
                    <a:pt x="11993" y="16905"/>
                    <a:pt x="12046" y="16900"/>
                  </a:cubicBezTo>
                  <a:cubicBezTo>
                    <a:pt x="12913" y="16822"/>
                    <a:pt x="13582" y="16099"/>
                    <a:pt x="13588" y="15229"/>
                  </a:cubicBezTo>
                  <a:lnTo>
                    <a:pt x="13588" y="1679"/>
                  </a:lnTo>
                  <a:cubicBezTo>
                    <a:pt x="13579" y="808"/>
                    <a:pt x="12913" y="86"/>
                    <a:pt x="12046" y="7"/>
                  </a:cubicBezTo>
                  <a:cubicBezTo>
                    <a:pt x="11994" y="3"/>
                    <a:pt x="11943" y="0"/>
                    <a:pt x="118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4965" name="Google Shape;4965;p60"/>
          <p:cNvGrpSpPr/>
          <p:nvPr/>
        </p:nvGrpSpPr>
        <p:grpSpPr>
          <a:xfrm>
            <a:off x="2499118" y="3125895"/>
            <a:ext cx="339253" cy="339253"/>
            <a:chOff x="3271200" y="1435075"/>
            <a:chExt cx="481825" cy="481825"/>
          </a:xfrm>
        </p:grpSpPr>
        <p:sp>
          <p:nvSpPr>
            <p:cNvPr id="4966" name="Google Shape;4966;p60"/>
            <p:cNvSpPr/>
            <p:nvPr/>
          </p:nvSpPr>
          <p:spPr>
            <a:xfrm>
              <a:off x="3271200" y="143507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9597" y="2259"/>
                  </a:moveTo>
                  <a:cubicBezTo>
                    <a:pt x="13635" y="2259"/>
                    <a:pt x="17014" y="5545"/>
                    <a:pt x="17014" y="9601"/>
                  </a:cubicBezTo>
                  <a:cubicBezTo>
                    <a:pt x="17014" y="13636"/>
                    <a:pt x="13654" y="17014"/>
                    <a:pt x="9597" y="17014"/>
                  </a:cubicBezTo>
                  <a:cubicBezTo>
                    <a:pt x="5562" y="17014"/>
                    <a:pt x="2259" y="13654"/>
                    <a:pt x="2259" y="9601"/>
                  </a:cubicBezTo>
                  <a:cubicBezTo>
                    <a:pt x="2259" y="5563"/>
                    <a:pt x="5541" y="2259"/>
                    <a:pt x="9597" y="2259"/>
                  </a:cubicBezTo>
                  <a:close/>
                  <a:moveTo>
                    <a:pt x="9597" y="1"/>
                  </a:moveTo>
                  <a:cubicBezTo>
                    <a:pt x="4304" y="1"/>
                    <a:pt x="0" y="4307"/>
                    <a:pt x="0" y="9601"/>
                  </a:cubicBezTo>
                  <a:cubicBezTo>
                    <a:pt x="0" y="14892"/>
                    <a:pt x="4304" y="19273"/>
                    <a:pt x="9597" y="19273"/>
                  </a:cubicBezTo>
                  <a:cubicBezTo>
                    <a:pt x="14891" y="19273"/>
                    <a:pt x="19272" y="14892"/>
                    <a:pt x="19272" y="9601"/>
                  </a:cubicBezTo>
                  <a:cubicBezTo>
                    <a:pt x="19272" y="4307"/>
                    <a:pt x="14891" y="1"/>
                    <a:pt x="95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967" name="Google Shape;4967;p60"/>
            <p:cNvSpPr/>
            <p:nvPr/>
          </p:nvSpPr>
          <p:spPr>
            <a:xfrm>
              <a:off x="3356575" y="1520525"/>
              <a:ext cx="311000" cy="311025"/>
            </a:xfrm>
            <a:custGeom>
              <a:avLst/>
              <a:gdLst/>
              <a:ahLst/>
              <a:cxnLst/>
              <a:rect l="l" t="t" r="r" b="b"/>
              <a:pathLst>
                <a:path w="12440" h="12441" extrusionOk="0">
                  <a:moveTo>
                    <a:pt x="8516" y="3359"/>
                  </a:moveTo>
                  <a:cubicBezTo>
                    <a:pt x="8661" y="3359"/>
                    <a:pt x="8805" y="3414"/>
                    <a:pt x="8917" y="3524"/>
                  </a:cubicBezTo>
                  <a:cubicBezTo>
                    <a:pt x="9136" y="3744"/>
                    <a:pt x="9136" y="4102"/>
                    <a:pt x="8917" y="4322"/>
                  </a:cubicBezTo>
                  <a:lnTo>
                    <a:pt x="7056" y="6183"/>
                  </a:lnTo>
                  <a:lnTo>
                    <a:pt x="8917" y="8041"/>
                  </a:lnTo>
                  <a:cubicBezTo>
                    <a:pt x="9326" y="8453"/>
                    <a:pt x="8939" y="9009"/>
                    <a:pt x="8502" y="9009"/>
                  </a:cubicBezTo>
                  <a:cubicBezTo>
                    <a:pt x="8371" y="9009"/>
                    <a:pt x="8235" y="8959"/>
                    <a:pt x="8116" y="8839"/>
                  </a:cubicBezTo>
                  <a:lnTo>
                    <a:pt x="5857" y="6580"/>
                  </a:lnTo>
                  <a:cubicBezTo>
                    <a:pt x="5637" y="6360"/>
                    <a:pt x="5637" y="6002"/>
                    <a:pt x="5857" y="5782"/>
                  </a:cubicBezTo>
                  <a:lnTo>
                    <a:pt x="8116" y="3524"/>
                  </a:lnTo>
                  <a:cubicBezTo>
                    <a:pt x="8227" y="3414"/>
                    <a:pt x="8372" y="3359"/>
                    <a:pt x="8516" y="3359"/>
                  </a:cubicBezTo>
                  <a:close/>
                  <a:moveTo>
                    <a:pt x="5619" y="1"/>
                  </a:moveTo>
                  <a:cubicBezTo>
                    <a:pt x="4367" y="112"/>
                    <a:pt x="3177" y="606"/>
                    <a:pt x="2214" y="1413"/>
                  </a:cubicBezTo>
                  <a:lnTo>
                    <a:pt x="2590" y="1789"/>
                  </a:lnTo>
                  <a:cubicBezTo>
                    <a:pt x="3002" y="2199"/>
                    <a:pt x="2615" y="2757"/>
                    <a:pt x="2178" y="2757"/>
                  </a:cubicBezTo>
                  <a:cubicBezTo>
                    <a:pt x="2047" y="2757"/>
                    <a:pt x="1912" y="2707"/>
                    <a:pt x="1792" y="2587"/>
                  </a:cubicBezTo>
                  <a:lnTo>
                    <a:pt x="1416" y="2211"/>
                  </a:lnTo>
                  <a:cubicBezTo>
                    <a:pt x="609" y="3175"/>
                    <a:pt x="118" y="4364"/>
                    <a:pt x="3" y="5617"/>
                  </a:cubicBezTo>
                  <a:lnTo>
                    <a:pt x="536" y="5617"/>
                  </a:lnTo>
                  <a:cubicBezTo>
                    <a:pt x="1280" y="5617"/>
                    <a:pt x="1283" y="6746"/>
                    <a:pt x="536" y="6746"/>
                  </a:cubicBezTo>
                  <a:lnTo>
                    <a:pt x="0" y="6746"/>
                  </a:lnTo>
                  <a:cubicBezTo>
                    <a:pt x="118" y="8035"/>
                    <a:pt x="627" y="9287"/>
                    <a:pt x="1413" y="10227"/>
                  </a:cubicBezTo>
                  <a:lnTo>
                    <a:pt x="1789" y="9850"/>
                  </a:lnTo>
                  <a:cubicBezTo>
                    <a:pt x="1910" y="9730"/>
                    <a:pt x="2045" y="9679"/>
                    <a:pt x="2176" y="9679"/>
                  </a:cubicBezTo>
                  <a:cubicBezTo>
                    <a:pt x="2613" y="9679"/>
                    <a:pt x="2995" y="10244"/>
                    <a:pt x="2587" y="10651"/>
                  </a:cubicBezTo>
                  <a:lnTo>
                    <a:pt x="2211" y="11028"/>
                  </a:lnTo>
                  <a:cubicBezTo>
                    <a:pt x="3174" y="11832"/>
                    <a:pt x="4364" y="12326"/>
                    <a:pt x="5616" y="12440"/>
                  </a:cubicBezTo>
                  <a:lnTo>
                    <a:pt x="5616" y="11904"/>
                  </a:lnTo>
                  <a:cubicBezTo>
                    <a:pt x="5616" y="11530"/>
                    <a:pt x="5899" y="11343"/>
                    <a:pt x="6182" y="11343"/>
                  </a:cubicBezTo>
                  <a:cubicBezTo>
                    <a:pt x="6464" y="11343"/>
                    <a:pt x="6745" y="11530"/>
                    <a:pt x="6745" y="11904"/>
                  </a:cubicBezTo>
                  <a:lnTo>
                    <a:pt x="6745" y="12440"/>
                  </a:lnTo>
                  <a:cubicBezTo>
                    <a:pt x="8034" y="12323"/>
                    <a:pt x="9287" y="11811"/>
                    <a:pt x="10226" y="11028"/>
                  </a:cubicBezTo>
                  <a:lnTo>
                    <a:pt x="9850" y="10651"/>
                  </a:lnTo>
                  <a:cubicBezTo>
                    <a:pt x="9445" y="10246"/>
                    <a:pt x="9822" y="9678"/>
                    <a:pt x="10259" y="9678"/>
                  </a:cubicBezTo>
                  <a:cubicBezTo>
                    <a:pt x="10390" y="9678"/>
                    <a:pt x="10526" y="9729"/>
                    <a:pt x="10648" y="9850"/>
                  </a:cubicBezTo>
                  <a:lnTo>
                    <a:pt x="11024" y="10227"/>
                  </a:lnTo>
                  <a:cubicBezTo>
                    <a:pt x="11810" y="9287"/>
                    <a:pt x="12319" y="8035"/>
                    <a:pt x="12437" y="6746"/>
                  </a:cubicBezTo>
                  <a:lnTo>
                    <a:pt x="11904" y="6746"/>
                  </a:lnTo>
                  <a:cubicBezTo>
                    <a:pt x="11160" y="6746"/>
                    <a:pt x="11157" y="5617"/>
                    <a:pt x="11904" y="5617"/>
                  </a:cubicBezTo>
                  <a:lnTo>
                    <a:pt x="12440" y="5617"/>
                  </a:lnTo>
                  <a:cubicBezTo>
                    <a:pt x="12325" y="4364"/>
                    <a:pt x="11834" y="3175"/>
                    <a:pt x="11027" y="2211"/>
                  </a:cubicBezTo>
                  <a:lnTo>
                    <a:pt x="10651" y="2587"/>
                  </a:lnTo>
                  <a:cubicBezTo>
                    <a:pt x="10529" y="2709"/>
                    <a:pt x="10392" y="2760"/>
                    <a:pt x="10261" y="2760"/>
                  </a:cubicBezTo>
                  <a:cubicBezTo>
                    <a:pt x="9823" y="2760"/>
                    <a:pt x="9443" y="2197"/>
                    <a:pt x="9853" y="1789"/>
                  </a:cubicBezTo>
                  <a:lnTo>
                    <a:pt x="10232" y="1413"/>
                  </a:lnTo>
                  <a:cubicBezTo>
                    <a:pt x="9290" y="627"/>
                    <a:pt x="8037" y="115"/>
                    <a:pt x="6748" y="1"/>
                  </a:cubicBezTo>
                  <a:lnTo>
                    <a:pt x="6748" y="537"/>
                  </a:lnTo>
                  <a:cubicBezTo>
                    <a:pt x="6748" y="909"/>
                    <a:pt x="6466" y="1096"/>
                    <a:pt x="6183" y="1096"/>
                  </a:cubicBezTo>
                  <a:cubicBezTo>
                    <a:pt x="5901" y="1096"/>
                    <a:pt x="5619" y="910"/>
                    <a:pt x="5619" y="537"/>
                  </a:cubicBezTo>
                  <a:lnTo>
                    <a:pt x="561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4968" name="Google Shape;4968;p60"/>
          <p:cNvGrpSpPr/>
          <p:nvPr/>
        </p:nvGrpSpPr>
        <p:grpSpPr>
          <a:xfrm>
            <a:off x="2909591" y="3125877"/>
            <a:ext cx="343442" cy="339288"/>
            <a:chOff x="3858100" y="1435075"/>
            <a:chExt cx="487775" cy="481875"/>
          </a:xfrm>
        </p:grpSpPr>
        <p:sp>
          <p:nvSpPr>
            <p:cNvPr id="4969" name="Google Shape;4969;p60"/>
            <p:cNvSpPr/>
            <p:nvPr/>
          </p:nvSpPr>
          <p:spPr>
            <a:xfrm>
              <a:off x="3858100" y="1868750"/>
              <a:ext cx="55575" cy="48200"/>
            </a:xfrm>
            <a:custGeom>
              <a:avLst/>
              <a:gdLst/>
              <a:ahLst/>
              <a:cxnLst/>
              <a:rect l="l" t="t" r="r" b="b"/>
              <a:pathLst>
                <a:path w="2223" h="1928" extrusionOk="0">
                  <a:moveTo>
                    <a:pt x="1600" y="0"/>
                  </a:moveTo>
                  <a:cubicBezTo>
                    <a:pt x="1460" y="0"/>
                    <a:pt x="1319" y="53"/>
                    <a:pt x="1211" y="158"/>
                  </a:cubicBezTo>
                  <a:lnTo>
                    <a:pt x="413" y="959"/>
                  </a:lnTo>
                  <a:cubicBezTo>
                    <a:pt x="0" y="1369"/>
                    <a:pt x="388" y="1927"/>
                    <a:pt x="825" y="1927"/>
                  </a:cubicBezTo>
                  <a:cubicBezTo>
                    <a:pt x="956" y="1927"/>
                    <a:pt x="1091" y="1877"/>
                    <a:pt x="1211" y="1757"/>
                  </a:cubicBezTo>
                  <a:lnTo>
                    <a:pt x="2009" y="959"/>
                  </a:lnTo>
                  <a:cubicBezTo>
                    <a:pt x="2222" y="736"/>
                    <a:pt x="2219" y="384"/>
                    <a:pt x="2000" y="167"/>
                  </a:cubicBezTo>
                  <a:cubicBezTo>
                    <a:pt x="1890" y="56"/>
                    <a:pt x="1745" y="0"/>
                    <a:pt x="16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970" name="Google Shape;4970;p60"/>
            <p:cNvSpPr/>
            <p:nvPr/>
          </p:nvSpPr>
          <p:spPr>
            <a:xfrm>
              <a:off x="3917950" y="1808500"/>
              <a:ext cx="60350" cy="48525"/>
            </a:xfrm>
            <a:custGeom>
              <a:avLst/>
              <a:gdLst/>
              <a:ahLst/>
              <a:cxnLst/>
              <a:rect l="l" t="t" r="r" b="b"/>
              <a:pathLst>
                <a:path w="2414" h="1941" extrusionOk="0">
                  <a:moveTo>
                    <a:pt x="1601" y="1"/>
                  </a:moveTo>
                  <a:cubicBezTo>
                    <a:pt x="1470" y="1"/>
                    <a:pt x="1333" y="52"/>
                    <a:pt x="1211" y="174"/>
                  </a:cubicBezTo>
                  <a:lnTo>
                    <a:pt x="413" y="972"/>
                  </a:lnTo>
                  <a:cubicBezTo>
                    <a:pt x="1" y="1384"/>
                    <a:pt x="388" y="1941"/>
                    <a:pt x="824" y="1941"/>
                  </a:cubicBezTo>
                  <a:cubicBezTo>
                    <a:pt x="955" y="1941"/>
                    <a:pt x="1091" y="1890"/>
                    <a:pt x="1211" y="1770"/>
                  </a:cubicBezTo>
                  <a:lnTo>
                    <a:pt x="2009" y="972"/>
                  </a:lnTo>
                  <a:cubicBezTo>
                    <a:pt x="2414" y="569"/>
                    <a:pt x="2037" y="1"/>
                    <a:pt x="16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971" name="Google Shape;4971;p60"/>
            <p:cNvSpPr/>
            <p:nvPr/>
          </p:nvSpPr>
          <p:spPr>
            <a:xfrm>
              <a:off x="3876450" y="1435075"/>
              <a:ext cx="450375" cy="251250"/>
            </a:xfrm>
            <a:custGeom>
              <a:avLst/>
              <a:gdLst/>
              <a:ahLst/>
              <a:cxnLst/>
              <a:rect l="l" t="t" r="r" b="b"/>
              <a:pathLst>
                <a:path w="18015" h="10050" extrusionOk="0">
                  <a:moveTo>
                    <a:pt x="18014" y="1"/>
                  </a:moveTo>
                  <a:lnTo>
                    <a:pt x="561" y="4762"/>
                  </a:lnTo>
                  <a:cubicBezTo>
                    <a:pt x="121" y="4882"/>
                    <a:pt x="1" y="5448"/>
                    <a:pt x="350" y="5740"/>
                  </a:cubicBezTo>
                  <a:lnTo>
                    <a:pt x="5584" y="10049"/>
                  </a:lnTo>
                  <a:lnTo>
                    <a:pt x="180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972" name="Google Shape;4972;p60"/>
            <p:cNvSpPr/>
            <p:nvPr/>
          </p:nvSpPr>
          <p:spPr>
            <a:xfrm>
              <a:off x="4094925" y="1456025"/>
              <a:ext cx="250950" cy="445250"/>
            </a:xfrm>
            <a:custGeom>
              <a:avLst/>
              <a:gdLst/>
              <a:ahLst/>
              <a:cxnLst/>
              <a:rect l="l" t="t" r="r" b="b"/>
              <a:pathLst>
                <a:path w="10038" h="17810" extrusionOk="0">
                  <a:moveTo>
                    <a:pt x="10037" y="0"/>
                  </a:moveTo>
                  <a:cubicBezTo>
                    <a:pt x="9890" y="120"/>
                    <a:pt x="118" y="12226"/>
                    <a:pt x="1" y="12370"/>
                  </a:cubicBezTo>
                  <a:lnTo>
                    <a:pt x="4313" y="17604"/>
                  </a:lnTo>
                  <a:cubicBezTo>
                    <a:pt x="4428" y="17744"/>
                    <a:pt x="4587" y="17809"/>
                    <a:pt x="4745" y="17809"/>
                  </a:cubicBezTo>
                  <a:cubicBezTo>
                    <a:pt x="4985" y="17809"/>
                    <a:pt x="5222" y="17659"/>
                    <a:pt x="5294" y="17390"/>
                  </a:cubicBezTo>
                  <a:lnTo>
                    <a:pt x="100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973" name="Google Shape;4973;p60"/>
            <p:cNvSpPr/>
            <p:nvPr/>
          </p:nvSpPr>
          <p:spPr>
            <a:xfrm>
              <a:off x="3993575" y="1542825"/>
              <a:ext cx="245025" cy="242525"/>
            </a:xfrm>
            <a:custGeom>
              <a:avLst/>
              <a:gdLst/>
              <a:ahLst/>
              <a:cxnLst/>
              <a:rect l="l" t="t" r="r" b="b"/>
              <a:pathLst>
                <a:path w="9801" h="9701" extrusionOk="0">
                  <a:moveTo>
                    <a:pt x="9800" y="0"/>
                  </a:moveTo>
                  <a:lnTo>
                    <a:pt x="646" y="7399"/>
                  </a:lnTo>
                  <a:lnTo>
                    <a:pt x="125" y="8955"/>
                  </a:lnTo>
                  <a:cubicBezTo>
                    <a:pt x="1" y="9338"/>
                    <a:pt x="298" y="9700"/>
                    <a:pt x="659" y="9700"/>
                  </a:cubicBezTo>
                  <a:cubicBezTo>
                    <a:pt x="719" y="9700"/>
                    <a:pt x="780" y="9690"/>
                    <a:pt x="842" y="9669"/>
                  </a:cubicBezTo>
                  <a:lnTo>
                    <a:pt x="2398" y="9151"/>
                  </a:lnTo>
                  <a:lnTo>
                    <a:pt x="980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4974" name="Google Shape;4974;p60"/>
          <p:cNvGrpSpPr/>
          <p:nvPr/>
        </p:nvGrpSpPr>
        <p:grpSpPr>
          <a:xfrm>
            <a:off x="3329674" y="3125895"/>
            <a:ext cx="339253" cy="339253"/>
            <a:chOff x="4456875" y="1435075"/>
            <a:chExt cx="481825" cy="481825"/>
          </a:xfrm>
        </p:grpSpPr>
        <p:sp>
          <p:nvSpPr>
            <p:cNvPr id="4975" name="Google Shape;4975;p60"/>
            <p:cNvSpPr/>
            <p:nvPr/>
          </p:nvSpPr>
          <p:spPr>
            <a:xfrm>
              <a:off x="4624975" y="1465275"/>
              <a:ext cx="56650" cy="86000"/>
            </a:xfrm>
            <a:custGeom>
              <a:avLst/>
              <a:gdLst/>
              <a:ahLst/>
              <a:cxnLst/>
              <a:rect l="l" t="t" r="r" b="b"/>
              <a:pathLst>
                <a:path w="2266" h="3440" extrusionOk="0">
                  <a:moveTo>
                    <a:pt x="2265" y="0"/>
                  </a:moveTo>
                  <a:cubicBezTo>
                    <a:pt x="1413" y="283"/>
                    <a:pt x="618" y="1196"/>
                    <a:pt x="1" y="2575"/>
                  </a:cubicBezTo>
                  <a:cubicBezTo>
                    <a:pt x="263" y="2801"/>
                    <a:pt x="449" y="3105"/>
                    <a:pt x="534" y="3439"/>
                  </a:cubicBezTo>
                  <a:cubicBezTo>
                    <a:pt x="1106" y="3364"/>
                    <a:pt x="1672" y="3322"/>
                    <a:pt x="2265" y="3304"/>
                  </a:cubicBezTo>
                  <a:lnTo>
                    <a:pt x="226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976" name="Google Shape;4976;p60"/>
            <p:cNvSpPr/>
            <p:nvPr/>
          </p:nvSpPr>
          <p:spPr>
            <a:xfrm>
              <a:off x="4615275" y="1797425"/>
              <a:ext cx="66350" cy="89375"/>
            </a:xfrm>
            <a:custGeom>
              <a:avLst/>
              <a:gdLst/>
              <a:ahLst/>
              <a:cxnLst/>
              <a:rect l="l" t="t" r="r" b="b"/>
              <a:pathLst>
                <a:path w="2654" h="3575" extrusionOk="0">
                  <a:moveTo>
                    <a:pt x="0" y="0"/>
                  </a:moveTo>
                  <a:lnTo>
                    <a:pt x="0" y="0"/>
                  </a:lnTo>
                  <a:cubicBezTo>
                    <a:pt x="618" y="1882"/>
                    <a:pt x="1563" y="3225"/>
                    <a:pt x="2653" y="3574"/>
                  </a:cubicBezTo>
                  <a:lnTo>
                    <a:pt x="2653" y="1316"/>
                  </a:lnTo>
                  <a:cubicBezTo>
                    <a:pt x="2153" y="1135"/>
                    <a:pt x="1768" y="726"/>
                    <a:pt x="1620" y="217"/>
                  </a:cubicBezTo>
                  <a:cubicBezTo>
                    <a:pt x="1057" y="169"/>
                    <a:pt x="518" y="96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977" name="Google Shape;4977;p60"/>
            <p:cNvSpPr/>
            <p:nvPr/>
          </p:nvSpPr>
          <p:spPr>
            <a:xfrm>
              <a:off x="4583125" y="1547250"/>
              <a:ext cx="28250" cy="28250"/>
            </a:xfrm>
            <a:custGeom>
              <a:avLst/>
              <a:gdLst/>
              <a:ahLst/>
              <a:cxnLst/>
              <a:rect l="l" t="t" r="r" b="b"/>
              <a:pathLst>
                <a:path w="1130" h="1130" extrusionOk="0">
                  <a:moveTo>
                    <a:pt x="567" y="1"/>
                  </a:moveTo>
                  <a:cubicBezTo>
                    <a:pt x="253" y="1"/>
                    <a:pt x="1" y="254"/>
                    <a:pt x="1" y="567"/>
                  </a:cubicBezTo>
                  <a:cubicBezTo>
                    <a:pt x="1" y="880"/>
                    <a:pt x="253" y="1130"/>
                    <a:pt x="567" y="1130"/>
                  </a:cubicBezTo>
                  <a:cubicBezTo>
                    <a:pt x="880" y="1130"/>
                    <a:pt x="1130" y="880"/>
                    <a:pt x="1130" y="567"/>
                  </a:cubicBezTo>
                  <a:cubicBezTo>
                    <a:pt x="1130" y="254"/>
                    <a:pt x="880" y="1"/>
                    <a:pt x="5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978" name="Google Shape;4978;p60"/>
            <p:cNvSpPr/>
            <p:nvPr/>
          </p:nvSpPr>
          <p:spPr>
            <a:xfrm>
              <a:off x="4597950" y="1576075"/>
              <a:ext cx="83675" cy="87525"/>
            </a:xfrm>
            <a:custGeom>
              <a:avLst/>
              <a:gdLst/>
              <a:ahLst/>
              <a:cxnLst/>
              <a:rect l="l" t="t" r="r" b="b"/>
              <a:pathLst>
                <a:path w="3347" h="3501" extrusionOk="0">
                  <a:moveTo>
                    <a:pt x="3346" y="1"/>
                  </a:moveTo>
                  <a:cubicBezTo>
                    <a:pt x="2723" y="19"/>
                    <a:pt x="2103" y="73"/>
                    <a:pt x="1485" y="161"/>
                  </a:cubicBezTo>
                  <a:cubicBezTo>
                    <a:pt x="1241" y="654"/>
                    <a:pt x="772" y="998"/>
                    <a:pt x="230" y="1082"/>
                  </a:cubicBezTo>
                  <a:cubicBezTo>
                    <a:pt x="100" y="1817"/>
                    <a:pt x="25" y="2714"/>
                    <a:pt x="1" y="3500"/>
                  </a:cubicBezTo>
                  <a:lnTo>
                    <a:pt x="3346" y="3500"/>
                  </a:lnTo>
                  <a:lnTo>
                    <a:pt x="334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979" name="Google Shape;4979;p60"/>
            <p:cNvSpPr/>
            <p:nvPr/>
          </p:nvSpPr>
          <p:spPr>
            <a:xfrm>
              <a:off x="4597650" y="1692175"/>
              <a:ext cx="83975" cy="82450"/>
            </a:xfrm>
            <a:custGeom>
              <a:avLst/>
              <a:gdLst/>
              <a:ahLst/>
              <a:cxnLst/>
              <a:rect l="l" t="t" r="r" b="b"/>
              <a:pathLst>
                <a:path w="3359" h="3298" extrusionOk="0">
                  <a:moveTo>
                    <a:pt x="1" y="0"/>
                  </a:moveTo>
                  <a:cubicBezTo>
                    <a:pt x="31" y="1003"/>
                    <a:pt x="154" y="2006"/>
                    <a:pt x="371" y="2987"/>
                  </a:cubicBezTo>
                  <a:cubicBezTo>
                    <a:pt x="1031" y="3135"/>
                    <a:pt x="1699" y="3237"/>
                    <a:pt x="2371" y="3298"/>
                  </a:cubicBezTo>
                  <a:cubicBezTo>
                    <a:pt x="2548" y="2855"/>
                    <a:pt x="2910" y="2509"/>
                    <a:pt x="3358" y="2346"/>
                  </a:cubicBezTo>
                  <a:lnTo>
                    <a:pt x="335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980" name="Google Shape;4980;p60"/>
            <p:cNvSpPr/>
            <p:nvPr/>
          </p:nvSpPr>
          <p:spPr>
            <a:xfrm>
              <a:off x="4798050" y="1663575"/>
              <a:ext cx="28475" cy="28250"/>
            </a:xfrm>
            <a:custGeom>
              <a:avLst/>
              <a:gdLst/>
              <a:ahLst/>
              <a:cxnLst/>
              <a:rect l="l" t="t" r="r" b="b"/>
              <a:pathLst>
                <a:path w="1139" h="1130" extrusionOk="0">
                  <a:moveTo>
                    <a:pt x="564" y="0"/>
                  </a:moveTo>
                  <a:cubicBezTo>
                    <a:pt x="254" y="0"/>
                    <a:pt x="1" y="253"/>
                    <a:pt x="1" y="566"/>
                  </a:cubicBezTo>
                  <a:cubicBezTo>
                    <a:pt x="4" y="876"/>
                    <a:pt x="257" y="1129"/>
                    <a:pt x="567" y="1129"/>
                  </a:cubicBezTo>
                  <a:lnTo>
                    <a:pt x="573" y="1129"/>
                  </a:lnTo>
                  <a:cubicBezTo>
                    <a:pt x="886" y="1129"/>
                    <a:pt x="1139" y="876"/>
                    <a:pt x="1139" y="563"/>
                  </a:cubicBezTo>
                  <a:cubicBezTo>
                    <a:pt x="1139" y="253"/>
                    <a:pt x="886" y="0"/>
                    <a:pt x="5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981" name="Google Shape;4981;p60"/>
            <p:cNvSpPr/>
            <p:nvPr/>
          </p:nvSpPr>
          <p:spPr>
            <a:xfrm>
              <a:off x="4710200" y="1435075"/>
              <a:ext cx="228500" cy="228525"/>
            </a:xfrm>
            <a:custGeom>
              <a:avLst/>
              <a:gdLst/>
              <a:ahLst/>
              <a:cxnLst/>
              <a:rect l="l" t="t" r="r" b="b"/>
              <a:pathLst>
                <a:path w="9140" h="9141" extrusionOk="0">
                  <a:moveTo>
                    <a:pt x="1" y="1"/>
                  </a:moveTo>
                  <a:lnTo>
                    <a:pt x="1" y="34"/>
                  </a:lnTo>
                  <a:cubicBezTo>
                    <a:pt x="1729" y="377"/>
                    <a:pt x="3313" y="2283"/>
                    <a:pt x="4075" y="5069"/>
                  </a:cubicBezTo>
                  <a:cubicBezTo>
                    <a:pt x="6833" y="5828"/>
                    <a:pt x="8763" y="7406"/>
                    <a:pt x="9107" y="9140"/>
                  </a:cubicBezTo>
                  <a:lnTo>
                    <a:pt x="9140" y="9140"/>
                  </a:lnTo>
                  <a:cubicBezTo>
                    <a:pt x="8854" y="4298"/>
                    <a:pt x="4843" y="284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982" name="Google Shape;4982;p60"/>
            <p:cNvSpPr/>
            <p:nvPr/>
          </p:nvSpPr>
          <p:spPr>
            <a:xfrm>
              <a:off x="4819200" y="1593475"/>
              <a:ext cx="89400" cy="70125"/>
            </a:xfrm>
            <a:custGeom>
              <a:avLst/>
              <a:gdLst/>
              <a:ahLst/>
              <a:cxnLst/>
              <a:rect l="l" t="t" r="r" b="b"/>
              <a:pathLst>
                <a:path w="3576" h="2805" extrusionOk="0">
                  <a:moveTo>
                    <a:pt x="1" y="1"/>
                  </a:moveTo>
                  <a:cubicBezTo>
                    <a:pt x="94" y="519"/>
                    <a:pt x="166" y="1061"/>
                    <a:pt x="215" y="1621"/>
                  </a:cubicBezTo>
                  <a:cubicBezTo>
                    <a:pt x="727" y="1777"/>
                    <a:pt x="1136" y="2301"/>
                    <a:pt x="1317" y="2804"/>
                  </a:cubicBezTo>
                  <a:lnTo>
                    <a:pt x="3575" y="2804"/>
                  </a:lnTo>
                  <a:cubicBezTo>
                    <a:pt x="3223" y="1711"/>
                    <a:pt x="1883" y="621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983" name="Google Shape;4983;p60"/>
            <p:cNvSpPr/>
            <p:nvPr/>
          </p:nvSpPr>
          <p:spPr>
            <a:xfrm>
              <a:off x="4819200" y="1692175"/>
              <a:ext cx="89475" cy="66275"/>
            </a:xfrm>
            <a:custGeom>
              <a:avLst/>
              <a:gdLst/>
              <a:ahLst/>
              <a:cxnLst/>
              <a:rect l="l" t="t" r="r" b="b"/>
              <a:pathLst>
                <a:path w="3579" h="2651" extrusionOk="0">
                  <a:moveTo>
                    <a:pt x="1317" y="0"/>
                  </a:moveTo>
                  <a:cubicBezTo>
                    <a:pt x="1133" y="500"/>
                    <a:pt x="727" y="883"/>
                    <a:pt x="215" y="1033"/>
                  </a:cubicBezTo>
                  <a:cubicBezTo>
                    <a:pt x="166" y="1593"/>
                    <a:pt x="94" y="2132"/>
                    <a:pt x="1" y="2650"/>
                  </a:cubicBezTo>
                  <a:cubicBezTo>
                    <a:pt x="1889" y="2030"/>
                    <a:pt x="3223" y="1078"/>
                    <a:pt x="357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984" name="Google Shape;4984;p60"/>
            <p:cNvSpPr/>
            <p:nvPr/>
          </p:nvSpPr>
          <p:spPr>
            <a:xfrm>
              <a:off x="4456875" y="1691800"/>
              <a:ext cx="225125" cy="225100"/>
            </a:xfrm>
            <a:custGeom>
              <a:avLst/>
              <a:gdLst/>
              <a:ahLst/>
              <a:cxnLst/>
              <a:rect l="l" t="t" r="r" b="b"/>
              <a:pathLst>
                <a:path w="9005" h="9004" extrusionOk="0">
                  <a:moveTo>
                    <a:pt x="1" y="0"/>
                  </a:moveTo>
                  <a:cubicBezTo>
                    <a:pt x="284" y="4839"/>
                    <a:pt x="4162" y="8721"/>
                    <a:pt x="9004" y="9004"/>
                  </a:cubicBezTo>
                  <a:lnTo>
                    <a:pt x="9004" y="8974"/>
                  </a:lnTo>
                  <a:cubicBezTo>
                    <a:pt x="7273" y="8628"/>
                    <a:pt x="5827" y="6697"/>
                    <a:pt x="5066" y="3942"/>
                  </a:cubicBezTo>
                  <a:cubicBezTo>
                    <a:pt x="2283" y="3180"/>
                    <a:pt x="377" y="1726"/>
                    <a:pt x="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985" name="Google Shape;4985;p60"/>
            <p:cNvSpPr/>
            <p:nvPr/>
          </p:nvSpPr>
          <p:spPr>
            <a:xfrm>
              <a:off x="4487000" y="1595125"/>
              <a:ext cx="88925" cy="68475"/>
            </a:xfrm>
            <a:custGeom>
              <a:avLst/>
              <a:gdLst/>
              <a:ahLst/>
              <a:cxnLst/>
              <a:rect l="l" t="t" r="r" b="b"/>
              <a:pathLst>
                <a:path w="3557" h="2739" extrusionOk="0">
                  <a:moveTo>
                    <a:pt x="3397" y="1"/>
                  </a:moveTo>
                  <a:cubicBezTo>
                    <a:pt x="1569" y="636"/>
                    <a:pt x="337" y="1720"/>
                    <a:pt x="0" y="2738"/>
                  </a:cubicBezTo>
                  <a:lnTo>
                    <a:pt x="3313" y="2738"/>
                  </a:lnTo>
                  <a:cubicBezTo>
                    <a:pt x="3337" y="1880"/>
                    <a:pt x="3418" y="913"/>
                    <a:pt x="3556" y="106"/>
                  </a:cubicBezTo>
                  <a:cubicBezTo>
                    <a:pt x="3502" y="73"/>
                    <a:pt x="3448" y="37"/>
                    <a:pt x="33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986" name="Google Shape;4986;p60"/>
            <p:cNvSpPr/>
            <p:nvPr/>
          </p:nvSpPr>
          <p:spPr>
            <a:xfrm>
              <a:off x="4486925" y="1692175"/>
              <a:ext cx="89450" cy="66350"/>
            </a:xfrm>
            <a:custGeom>
              <a:avLst/>
              <a:gdLst/>
              <a:ahLst/>
              <a:cxnLst/>
              <a:rect l="l" t="t" r="r" b="b"/>
              <a:pathLst>
                <a:path w="3578" h="2654" extrusionOk="0">
                  <a:moveTo>
                    <a:pt x="0" y="0"/>
                  </a:moveTo>
                  <a:cubicBezTo>
                    <a:pt x="352" y="1078"/>
                    <a:pt x="1689" y="2030"/>
                    <a:pt x="3578" y="2653"/>
                  </a:cubicBezTo>
                  <a:cubicBezTo>
                    <a:pt x="3418" y="1777"/>
                    <a:pt x="3325" y="889"/>
                    <a:pt x="33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987" name="Google Shape;4987;p60"/>
            <p:cNvSpPr/>
            <p:nvPr/>
          </p:nvSpPr>
          <p:spPr>
            <a:xfrm>
              <a:off x="4456875" y="1435075"/>
              <a:ext cx="225125" cy="228525"/>
            </a:xfrm>
            <a:custGeom>
              <a:avLst/>
              <a:gdLst/>
              <a:ahLst/>
              <a:cxnLst/>
              <a:rect l="l" t="t" r="r" b="b"/>
              <a:pathLst>
                <a:path w="9005" h="9141" extrusionOk="0">
                  <a:moveTo>
                    <a:pt x="9004" y="1"/>
                  </a:moveTo>
                  <a:cubicBezTo>
                    <a:pt x="4162" y="284"/>
                    <a:pt x="284" y="4298"/>
                    <a:pt x="1" y="9140"/>
                  </a:cubicBezTo>
                  <a:lnTo>
                    <a:pt x="37" y="9140"/>
                  </a:lnTo>
                  <a:cubicBezTo>
                    <a:pt x="329" y="7686"/>
                    <a:pt x="1747" y="6267"/>
                    <a:pt x="3969" y="5433"/>
                  </a:cubicBezTo>
                  <a:cubicBezTo>
                    <a:pt x="3715" y="4375"/>
                    <a:pt x="4516" y="3361"/>
                    <a:pt x="5602" y="3361"/>
                  </a:cubicBezTo>
                  <a:cubicBezTo>
                    <a:pt x="5607" y="3361"/>
                    <a:pt x="5612" y="3361"/>
                    <a:pt x="5617" y="3361"/>
                  </a:cubicBezTo>
                  <a:cubicBezTo>
                    <a:pt x="5638" y="3361"/>
                    <a:pt x="5656" y="3364"/>
                    <a:pt x="5677" y="3367"/>
                  </a:cubicBezTo>
                  <a:cubicBezTo>
                    <a:pt x="6511" y="1476"/>
                    <a:pt x="7688" y="293"/>
                    <a:pt x="9004" y="31"/>
                  </a:cubicBezTo>
                  <a:lnTo>
                    <a:pt x="900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988" name="Google Shape;4988;p60"/>
            <p:cNvSpPr/>
            <p:nvPr/>
          </p:nvSpPr>
          <p:spPr>
            <a:xfrm>
              <a:off x="4710200" y="1691800"/>
              <a:ext cx="228500" cy="225100"/>
            </a:xfrm>
            <a:custGeom>
              <a:avLst/>
              <a:gdLst/>
              <a:ahLst/>
              <a:cxnLst/>
              <a:rect l="l" t="t" r="r" b="b"/>
              <a:pathLst>
                <a:path w="9140" h="9004" extrusionOk="0">
                  <a:moveTo>
                    <a:pt x="9107" y="0"/>
                  </a:moveTo>
                  <a:cubicBezTo>
                    <a:pt x="8760" y="1726"/>
                    <a:pt x="6857" y="3177"/>
                    <a:pt x="4075" y="3942"/>
                  </a:cubicBezTo>
                  <a:cubicBezTo>
                    <a:pt x="3313" y="6721"/>
                    <a:pt x="1729" y="8628"/>
                    <a:pt x="1" y="8971"/>
                  </a:cubicBezTo>
                  <a:lnTo>
                    <a:pt x="1" y="9004"/>
                  </a:lnTo>
                  <a:cubicBezTo>
                    <a:pt x="4843" y="8721"/>
                    <a:pt x="8854" y="4839"/>
                    <a:pt x="9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989" name="Google Shape;4989;p60"/>
            <p:cNvSpPr/>
            <p:nvPr/>
          </p:nvSpPr>
          <p:spPr>
            <a:xfrm>
              <a:off x="4710200" y="1465200"/>
              <a:ext cx="70025" cy="89375"/>
            </a:xfrm>
            <a:custGeom>
              <a:avLst/>
              <a:gdLst/>
              <a:ahLst/>
              <a:cxnLst/>
              <a:rect l="l" t="t" r="r" b="b"/>
              <a:pathLst>
                <a:path w="2801" h="3575" extrusionOk="0">
                  <a:moveTo>
                    <a:pt x="1" y="0"/>
                  </a:moveTo>
                  <a:lnTo>
                    <a:pt x="1" y="3298"/>
                  </a:lnTo>
                  <a:cubicBezTo>
                    <a:pt x="937" y="3328"/>
                    <a:pt x="1961" y="3421"/>
                    <a:pt x="2801" y="3575"/>
                  </a:cubicBezTo>
                  <a:cubicBezTo>
                    <a:pt x="2181" y="1687"/>
                    <a:pt x="1082" y="350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990" name="Google Shape;4990;p60"/>
            <p:cNvSpPr/>
            <p:nvPr/>
          </p:nvSpPr>
          <p:spPr>
            <a:xfrm>
              <a:off x="4710200" y="1575850"/>
              <a:ext cx="86150" cy="87750"/>
            </a:xfrm>
            <a:custGeom>
              <a:avLst/>
              <a:gdLst/>
              <a:ahLst/>
              <a:cxnLst/>
              <a:rect l="l" t="t" r="r" b="b"/>
              <a:pathLst>
                <a:path w="3446" h="3510" extrusionOk="0">
                  <a:moveTo>
                    <a:pt x="1" y="1"/>
                  </a:moveTo>
                  <a:lnTo>
                    <a:pt x="1" y="3509"/>
                  </a:lnTo>
                  <a:lnTo>
                    <a:pt x="2494" y="3509"/>
                  </a:lnTo>
                  <a:cubicBezTo>
                    <a:pt x="2656" y="3054"/>
                    <a:pt x="3003" y="2554"/>
                    <a:pt x="3445" y="2374"/>
                  </a:cubicBezTo>
                  <a:cubicBezTo>
                    <a:pt x="3385" y="1702"/>
                    <a:pt x="3283" y="1034"/>
                    <a:pt x="3135" y="374"/>
                  </a:cubicBezTo>
                  <a:cubicBezTo>
                    <a:pt x="2208" y="167"/>
                    <a:pt x="1063" y="37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991" name="Google Shape;4991;p60"/>
            <p:cNvSpPr/>
            <p:nvPr/>
          </p:nvSpPr>
          <p:spPr>
            <a:xfrm>
              <a:off x="4710200" y="1797500"/>
              <a:ext cx="70025" cy="89375"/>
            </a:xfrm>
            <a:custGeom>
              <a:avLst/>
              <a:gdLst/>
              <a:ahLst/>
              <a:cxnLst/>
              <a:rect l="l" t="t" r="r" b="b"/>
              <a:pathLst>
                <a:path w="2801" h="3575" extrusionOk="0">
                  <a:moveTo>
                    <a:pt x="2801" y="0"/>
                  </a:moveTo>
                  <a:lnTo>
                    <a:pt x="2801" y="0"/>
                  </a:lnTo>
                  <a:cubicBezTo>
                    <a:pt x="2283" y="93"/>
                    <a:pt x="1609" y="166"/>
                    <a:pt x="1048" y="214"/>
                  </a:cubicBezTo>
                  <a:cubicBezTo>
                    <a:pt x="892" y="726"/>
                    <a:pt x="503" y="1135"/>
                    <a:pt x="1" y="1316"/>
                  </a:cubicBezTo>
                  <a:lnTo>
                    <a:pt x="1" y="3574"/>
                  </a:lnTo>
                  <a:cubicBezTo>
                    <a:pt x="1082" y="3222"/>
                    <a:pt x="2181" y="1885"/>
                    <a:pt x="28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992" name="Google Shape;4992;p60"/>
            <p:cNvSpPr/>
            <p:nvPr/>
          </p:nvSpPr>
          <p:spPr>
            <a:xfrm>
              <a:off x="4681975" y="1776400"/>
              <a:ext cx="28250" cy="28350"/>
            </a:xfrm>
            <a:custGeom>
              <a:avLst/>
              <a:gdLst/>
              <a:ahLst/>
              <a:cxnLst/>
              <a:rect l="l" t="t" r="r" b="b"/>
              <a:pathLst>
                <a:path w="1130" h="1134" extrusionOk="0">
                  <a:moveTo>
                    <a:pt x="566" y="1"/>
                  </a:moveTo>
                  <a:cubicBezTo>
                    <a:pt x="253" y="1"/>
                    <a:pt x="0" y="251"/>
                    <a:pt x="0" y="564"/>
                  </a:cubicBezTo>
                  <a:lnTo>
                    <a:pt x="0" y="567"/>
                  </a:lnTo>
                  <a:cubicBezTo>
                    <a:pt x="0" y="567"/>
                    <a:pt x="0" y="570"/>
                    <a:pt x="0" y="570"/>
                  </a:cubicBezTo>
                  <a:cubicBezTo>
                    <a:pt x="0" y="880"/>
                    <a:pt x="253" y="1133"/>
                    <a:pt x="566" y="1133"/>
                  </a:cubicBezTo>
                  <a:cubicBezTo>
                    <a:pt x="877" y="1133"/>
                    <a:pt x="1130" y="880"/>
                    <a:pt x="1130" y="570"/>
                  </a:cubicBezTo>
                  <a:cubicBezTo>
                    <a:pt x="1130" y="570"/>
                    <a:pt x="1130" y="567"/>
                    <a:pt x="1130" y="567"/>
                  </a:cubicBezTo>
                  <a:lnTo>
                    <a:pt x="1130" y="564"/>
                  </a:lnTo>
                  <a:cubicBezTo>
                    <a:pt x="1130" y="251"/>
                    <a:pt x="877" y="1"/>
                    <a:pt x="5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993" name="Google Shape;4993;p60"/>
            <p:cNvSpPr/>
            <p:nvPr/>
          </p:nvSpPr>
          <p:spPr>
            <a:xfrm>
              <a:off x="4710200" y="1692175"/>
              <a:ext cx="86150" cy="82450"/>
            </a:xfrm>
            <a:custGeom>
              <a:avLst/>
              <a:gdLst/>
              <a:ahLst/>
              <a:cxnLst/>
              <a:rect l="l" t="t" r="r" b="b"/>
              <a:pathLst>
                <a:path w="3446" h="3298" extrusionOk="0">
                  <a:moveTo>
                    <a:pt x="1" y="0"/>
                  </a:moveTo>
                  <a:lnTo>
                    <a:pt x="1" y="2346"/>
                  </a:lnTo>
                  <a:cubicBezTo>
                    <a:pt x="455" y="2506"/>
                    <a:pt x="820" y="2852"/>
                    <a:pt x="1003" y="3298"/>
                  </a:cubicBezTo>
                  <a:cubicBezTo>
                    <a:pt x="1702" y="3234"/>
                    <a:pt x="2506" y="3129"/>
                    <a:pt x="3135" y="2987"/>
                  </a:cubicBezTo>
                  <a:cubicBezTo>
                    <a:pt x="3283" y="2328"/>
                    <a:pt x="3385" y="1660"/>
                    <a:pt x="3445" y="985"/>
                  </a:cubicBezTo>
                  <a:cubicBezTo>
                    <a:pt x="3003" y="807"/>
                    <a:pt x="2656" y="449"/>
                    <a:pt x="249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4994" name="Google Shape;4994;p60"/>
          <p:cNvGrpSpPr/>
          <p:nvPr/>
        </p:nvGrpSpPr>
        <p:grpSpPr>
          <a:xfrm>
            <a:off x="3750665" y="3125886"/>
            <a:ext cx="342580" cy="339271"/>
            <a:chOff x="5049725" y="1435050"/>
            <a:chExt cx="486550" cy="481850"/>
          </a:xfrm>
        </p:grpSpPr>
        <p:sp>
          <p:nvSpPr>
            <p:cNvPr id="4995" name="Google Shape;4995;p60"/>
            <p:cNvSpPr/>
            <p:nvPr/>
          </p:nvSpPr>
          <p:spPr>
            <a:xfrm>
              <a:off x="5136300" y="1519775"/>
              <a:ext cx="310550" cy="310550"/>
            </a:xfrm>
            <a:custGeom>
              <a:avLst/>
              <a:gdLst/>
              <a:ahLst/>
              <a:cxnLst/>
              <a:rect l="l" t="t" r="r" b="b"/>
              <a:pathLst>
                <a:path w="12422" h="12422" extrusionOk="0">
                  <a:moveTo>
                    <a:pt x="6209" y="1"/>
                  </a:moveTo>
                  <a:cubicBezTo>
                    <a:pt x="2786" y="1"/>
                    <a:pt x="0" y="2786"/>
                    <a:pt x="0" y="6213"/>
                  </a:cubicBezTo>
                  <a:cubicBezTo>
                    <a:pt x="0" y="9637"/>
                    <a:pt x="2786" y="12422"/>
                    <a:pt x="6209" y="12422"/>
                  </a:cubicBezTo>
                  <a:cubicBezTo>
                    <a:pt x="9636" y="12422"/>
                    <a:pt x="12422" y="9637"/>
                    <a:pt x="12422" y="6213"/>
                  </a:cubicBezTo>
                  <a:cubicBezTo>
                    <a:pt x="12422" y="5219"/>
                    <a:pt x="12160" y="4258"/>
                    <a:pt x="11711" y="3388"/>
                  </a:cubicBezTo>
                  <a:lnTo>
                    <a:pt x="11428" y="3388"/>
                  </a:lnTo>
                  <a:lnTo>
                    <a:pt x="10780" y="4036"/>
                  </a:lnTo>
                  <a:cubicBezTo>
                    <a:pt x="11112" y="4713"/>
                    <a:pt x="11286" y="5457"/>
                    <a:pt x="11292" y="6213"/>
                  </a:cubicBezTo>
                  <a:cubicBezTo>
                    <a:pt x="11292" y="9013"/>
                    <a:pt x="9010" y="11293"/>
                    <a:pt x="6209" y="11293"/>
                  </a:cubicBezTo>
                  <a:cubicBezTo>
                    <a:pt x="3409" y="11293"/>
                    <a:pt x="1129" y="9013"/>
                    <a:pt x="1129" y="6213"/>
                  </a:cubicBezTo>
                  <a:cubicBezTo>
                    <a:pt x="1129" y="3409"/>
                    <a:pt x="3409" y="1130"/>
                    <a:pt x="6209" y="1130"/>
                  </a:cubicBezTo>
                  <a:cubicBezTo>
                    <a:pt x="6965" y="1133"/>
                    <a:pt x="7709" y="1307"/>
                    <a:pt x="8387" y="1639"/>
                  </a:cubicBezTo>
                  <a:lnTo>
                    <a:pt x="9034" y="994"/>
                  </a:lnTo>
                  <a:lnTo>
                    <a:pt x="9034" y="708"/>
                  </a:lnTo>
                  <a:cubicBezTo>
                    <a:pt x="8164" y="260"/>
                    <a:pt x="7203" y="1"/>
                    <a:pt x="620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996" name="Google Shape;4996;p60"/>
            <p:cNvSpPr/>
            <p:nvPr/>
          </p:nvSpPr>
          <p:spPr>
            <a:xfrm>
              <a:off x="5184925" y="1576250"/>
              <a:ext cx="205475" cy="197625"/>
            </a:xfrm>
            <a:custGeom>
              <a:avLst/>
              <a:gdLst/>
              <a:ahLst/>
              <a:cxnLst/>
              <a:rect l="l" t="t" r="r" b="b"/>
              <a:pathLst>
                <a:path w="8219" h="7905" extrusionOk="0">
                  <a:moveTo>
                    <a:pt x="4264" y="0"/>
                  </a:moveTo>
                  <a:cubicBezTo>
                    <a:pt x="2665" y="0"/>
                    <a:pt x="1226" y="964"/>
                    <a:pt x="612" y="2439"/>
                  </a:cubicBezTo>
                  <a:cubicBezTo>
                    <a:pt x="0" y="3918"/>
                    <a:pt x="341" y="5616"/>
                    <a:pt x="1470" y="6748"/>
                  </a:cubicBezTo>
                  <a:cubicBezTo>
                    <a:pt x="2225" y="7503"/>
                    <a:pt x="3236" y="7904"/>
                    <a:pt x="4264" y="7904"/>
                  </a:cubicBezTo>
                  <a:cubicBezTo>
                    <a:pt x="4774" y="7904"/>
                    <a:pt x="5287" y="7806"/>
                    <a:pt x="5776" y="7603"/>
                  </a:cubicBezTo>
                  <a:cubicBezTo>
                    <a:pt x="7255" y="6992"/>
                    <a:pt x="8218" y="5550"/>
                    <a:pt x="8218" y="3954"/>
                  </a:cubicBezTo>
                  <a:cubicBezTo>
                    <a:pt x="8212" y="3502"/>
                    <a:pt x="8131" y="3059"/>
                    <a:pt x="7974" y="2638"/>
                  </a:cubicBezTo>
                  <a:lnTo>
                    <a:pt x="7050" y="3565"/>
                  </a:lnTo>
                  <a:cubicBezTo>
                    <a:pt x="7071" y="3692"/>
                    <a:pt x="7083" y="3821"/>
                    <a:pt x="7089" y="3954"/>
                  </a:cubicBezTo>
                  <a:cubicBezTo>
                    <a:pt x="7089" y="5095"/>
                    <a:pt x="6399" y="6125"/>
                    <a:pt x="5345" y="6562"/>
                  </a:cubicBezTo>
                  <a:cubicBezTo>
                    <a:pt x="4996" y="6706"/>
                    <a:pt x="4629" y="6776"/>
                    <a:pt x="4265" y="6776"/>
                  </a:cubicBezTo>
                  <a:cubicBezTo>
                    <a:pt x="3530" y="6776"/>
                    <a:pt x="2808" y="6489"/>
                    <a:pt x="2268" y="5947"/>
                  </a:cubicBezTo>
                  <a:cubicBezTo>
                    <a:pt x="1461" y="5140"/>
                    <a:pt x="1220" y="3927"/>
                    <a:pt x="1657" y="2873"/>
                  </a:cubicBezTo>
                  <a:cubicBezTo>
                    <a:pt x="2093" y="1816"/>
                    <a:pt x="3123" y="1129"/>
                    <a:pt x="4264" y="1129"/>
                  </a:cubicBezTo>
                  <a:cubicBezTo>
                    <a:pt x="4394" y="1132"/>
                    <a:pt x="4523" y="1144"/>
                    <a:pt x="4653" y="1168"/>
                  </a:cubicBezTo>
                  <a:lnTo>
                    <a:pt x="5580" y="241"/>
                  </a:lnTo>
                  <a:cubicBezTo>
                    <a:pt x="5159" y="84"/>
                    <a:pt x="4713" y="3"/>
                    <a:pt x="42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997" name="Google Shape;4997;p60"/>
            <p:cNvSpPr/>
            <p:nvPr/>
          </p:nvSpPr>
          <p:spPr>
            <a:xfrm>
              <a:off x="5049725" y="143507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9672" y="1"/>
                  </a:moveTo>
                  <a:cubicBezTo>
                    <a:pt x="4379" y="1"/>
                    <a:pt x="0" y="4307"/>
                    <a:pt x="0" y="9601"/>
                  </a:cubicBezTo>
                  <a:cubicBezTo>
                    <a:pt x="0" y="14892"/>
                    <a:pt x="4379" y="19273"/>
                    <a:pt x="9672" y="19273"/>
                  </a:cubicBezTo>
                  <a:cubicBezTo>
                    <a:pt x="14966" y="19273"/>
                    <a:pt x="19272" y="14892"/>
                    <a:pt x="19272" y="9601"/>
                  </a:cubicBezTo>
                  <a:cubicBezTo>
                    <a:pt x="19269" y="8204"/>
                    <a:pt x="18962" y="6821"/>
                    <a:pt x="18369" y="5557"/>
                  </a:cubicBezTo>
                  <a:lnTo>
                    <a:pt x="17646" y="6279"/>
                  </a:lnTo>
                  <a:cubicBezTo>
                    <a:pt x="17327" y="6599"/>
                    <a:pt x="16896" y="6776"/>
                    <a:pt x="16448" y="6776"/>
                  </a:cubicBezTo>
                  <a:lnTo>
                    <a:pt x="16430" y="6776"/>
                  </a:lnTo>
                  <a:cubicBezTo>
                    <a:pt x="16809" y="7671"/>
                    <a:pt x="17008" y="8628"/>
                    <a:pt x="17014" y="9601"/>
                  </a:cubicBezTo>
                  <a:cubicBezTo>
                    <a:pt x="17014" y="13648"/>
                    <a:pt x="13720" y="16939"/>
                    <a:pt x="9672" y="16939"/>
                  </a:cubicBezTo>
                  <a:cubicBezTo>
                    <a:pt x="5625" y="16939"/>
                    <a:pt x="2334" y="13648"/>
                    <a:pt x="2334" y="9601"/>
                  </a:cubicBezTo>
                  <a:cubicBezTo>
                    <a:pt x="2334" y="5554"/>
                    <a:pt x="5625" y="2259"/>
                    <a:pt x="9672" y="2259"/>
                  </a:cubicBezTo>
                  <a:cubicBezTo>
                    <a:pt x="10642" y="2265"/>
                    <a:pt x="11603" y="2464"/>
                    <a:pt x="12497" y="2844"/>
                  </a:cubicBezTo>
                  <a:lnTo>
                    <a:pt x="12497" y="2825"/>
                  </a:lnTo>
                  <a:cubicBezTo>
                    <a:pt x="12494" y="2374"/>
                    <a:pt x="12672" y="1943"/>
                    <a:pt x="12991" y="1627"/>
                  </a:cubicBezTo>
                  <a:lnTo>
                    <a:pt x="13713" y="904"/>
                  </a:lnTo>
                  <a:cubicBezTo>
                    <a:pt x="12449" y="311"/>
                    <a:pt x="11070" y="4"/>
                    <a:pt x="96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998" name="Google Shape;4998;p60"/>
            <p:cNvSpPr/>
            <p:nvPr/>
          </p:nvSpPr>
          <p:spPr>
            <a:xfrm>
              <a:off x="5245825" y="1435050"/>
              <a:ext cx="290450" cy="282350"/>
            </a:xfrm>
            <a:custGeom>
              <a:avLst/>
              <a:gdLst/>
              <a:ahLst/>
              <a:cxnLst/>
              <a:rect l="l" t="t" r="r" b="b"/>
              <a:pathLst>
                <a:path w="11618" h="11294" extrusionOk="0">
                  <a:moveTo>
                    <a:pt x="8601" y="1"/>
                  </a:moveTo>
                  <a:cubicBezTo>
                    <a:pt x="8461" y="1"/>
                    <a:pt x="8319" y="52"/>
                    <a:pt x="8203" y="168"/>
                  </a:cubicBezTo>
                  <a:lnTo>
                    <a:pt x="5945" y="2426"/>
                  </a:lnTo>
                  <a:cubicBezTo>
                    <a:pt x="5839" y="2531"/>
                    <a:pt x="5779" y="2676"/>
                    <a:pt x="5782" y="2826"/>
                  </a:cubicBezTo>
                  <a:lnTo>
                    <a:pt x="5782" y="4850"/>
                  </a:lnTo>
                  <a:lnTo>
                    <a:pt x="2554" y="8075"/>
                  </a:lnTo>
                  <a:cubicBezTo>
                    <a:pt x="2328" y="7967"/>
                    <a:pt x="2081" y="7906"/>
                    <a:pt x="1828" y="7906"/>
                  </a:cubicBezTo>
                  <a:cubicBezTo>
                    <a:pt x="1142" y="7906"/>
                    <a:pt x="525" y="8319"/>
                    <a:pt x="263" y="8951"/>
                  </a:cubicBezTo>
                  <a:cubicBezTo>
                    <a:pt x="1" y="9584"/>
                    <a:pt x="145" y="10312"/>
                    <a:pt x="630" y="10797"/>
                  </a:cubicBezTo>
                  <a:cubicBezTo>
                    <a:pt x="954" y="11122"/>
                    <a:pt x="1388" y="11294"/>
                    <a:pt x="1828" y="11294"/>
                  </a:cubicBezTo>
                  <a:cubicBezTo>
                    <a:pt x="2046" y="11294"/>
                    <a:pt x="2266" y="11251"/>
                    <a:pt x="2476" y="11165"/>
                  </a:cubicBezTo>
                  <a:cubicBezTo>
                    <a:pt x="3108" y="10903"/>
                    <a:pt x="3524" y="10285"/>
                    <a:pt x="3524" y="9602"/>
                  </a:cubicBezTo>
                  <a:cubicBezTo>
                    <a:pt x="3521" y="9349"/>
                    <a:pt x="3463" y="9102"/>
                    <a:pt x="3352" y="8876"/>
                  </a:cubicBezTo>
                  <a:lnTo>
                    <a:pt x="6580" y="5648"/>
                  </a:lnTo>
                  <a:lnTo>
                    <a:pt x="8604" y="5648"/>
                  </a:lnTo>
                  <a:cubicBezTo>
                    <a:pt x="8754" y="5648"/>
                    <a:pt x="8896" y="5588"/>
                    <a:pt x="9004" y="5482"/>
                  </a:cubicBezTo>
                  <a:lnTo>
                    <a:pt x="11263" y="3224"/>
                  </a:lnTo>
                  <a:cubicBezTo>
                    <a:pt x="11618" y="2869"/>
                    <a:pt x="11365" y="2260"/>
                    <a:pt x="10862" y="2260"/>
                  </a:cubicBezTo>
                  <a:lnTo>
                    <a:pt x="9170" y="2260"/>
                  </a:lnTo>
                  <a:lnTo>
                    <a:pt x="9170" y="568"/>
                  </a:lnTo>
                  <a:cubicBezTo>
                    <a:pt x="9170" y="226"/>
                    <a:pt x="8892" y="1"/>
                    <a:pt x="86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4999" name="Google Shape;4999;p60"/>
          <p:cNvGrpSpPr/>
          <p:nvPr/>
        </p:nvGrpSpPr>
        <p:grpSpPr>
          <a:xfrm>
            <a:off x="4166216" y="3125895"/>
            <a:ext cx="339359" cy="339253"/>
            <a:chOff x="5642475" y="1435075"/>
            <a:chExt cx="481975" cy="481825"/>
          </a:xfrm>
        </p:grpSpPr>
        <p:sp>
          <p:nvSpPr>
            <p:cNvPr id="5000" name="Google Shape;5000;p60"/>
            <p:cNvSpPr/>
            <p:nvPr/>
          </p:nvSpPr>
          <p:spPr>
            <a:xfrm>
              <a:off x="5642475" y="1435075"/>
              <a:ext cx="481975" cy="340675"/>
            </a:xfrm>
            <a:custGeom>
              <a:avLst/>
              <a:gdLst/>
              <a:ahLst/>
              <a:cxnLst/>
              <a:rect l="l" t="t" r="r" b="b"/>
              <a:pathLst>
                <a:path w="19279" h="13627" extrusionOk="0">
                  <a:moveTo>
                    <a:pt x="2262" y="2259"/>
                  </a:moveTo>
                  <a:cubicBezTo>
                    <a:pt x="2883" y="2259"/>
                    <a:pt x="3428" y="2765"/>
                    <a:pt x="3428" y="3389"/>
                  </a:cubicBezTo>
                  <a:lnTo>
                    <a:pt x="3428" y="7342"/>
                  </a:lnTo>
                  <a:cubicBezTo>
                    <a:pt x="3428" y="7366"/>
                    <a:pt x="3434" y="7394"/>
                    <a:pt x="3434" y="7418"/>
                  </a:cubicBezTo>
                  <a:lnTo>
                    <a:pt x="1636" y="6246"/>
                  </a:lnTo>
                  <a:cubicBezTo>
                    <a:pt x="1320" y="6035"/>
                    <a:pt x="1130" y="5683"/>
                    <a:pt x="1133" y="5304"/>
                  </a:cubicBezTo>
                  <a:lnTo>
                    <a:pt x="1133" y="3389"/>
                  </a:lnTo>
                  <a:cubicBezTo>
                    <a:pt x="1133" y="2765"/>
                    <a:pt x="1636" y="2259"/>
                    <a:pt x="2262" y="2259"/>
                  </a:cubicBezTo>
                  <a:close/>
                  <a:moveTo>
                    <a:pt x="17017" y="2259"/>
                  </a:moveTo>
                  <a:cubicBezTo>
                    <a:pt x="17641" y="2259"/>
                    <a:pt x="18147" y="2765"/>
                    <a:pt x="18147" y="3389"/>
                  </a:cubicBezTo>
                  <a:lnTo>
                    <a:pt x="18147" y="5307"/>
                  </a:lnTo>
                  <a:cubicBezTo>
                    <a:pt x="18147" y="5683"/>
                    <a:pt x="17957" y="6035"/>
                    <a:pt x="17644" y="6246"/>
                  </a:cubicBezTo>
                  <a:lnTo>
                    <a:pt x="15843" y="7421"/>
                  </a:lnTo>
                  <a:cubicBezTo>
                    <a:pt x="15843" y="7394"/>
                    <a:pt x="15849" y="7369"/>
                    <a:pt x="15849" y="7342"/>
                  </a:cubicBezTo>
                  <a:lnTo>
                    <a:pt x="15849" y="3389"/>
                  </a:lnTo>
                  <a:cubicBezTo>
                    <a:pt x="15849" y="2765"/>
                    <a:pt x="16394" y="2259"/>
                    <a:pt x="17017" y="2259"/>
                  </a:cubicBezTo>
                  <a:close/>
                  <a:moveTo>
                    <a:pt x="9638" y="2284"/>
                  </a:moveTo>
                  <a:cubicBezTo>
                    <a:pt x="9845" y="2284"/>
                    <a:pt x="10051" y="2381"/>
                    <a:pt x="10146" y="2576"/>
                  </a:cubicBezTo>
                  <a:lnTo>
                    <a:pt x="10883" y="4069"/>
                  </a:lnTo>
                  <a:lnTo>
                    <a:pt x="12534" y="4310"/>
                  </a:lnTo>
                  <a:cubicBezTo>
                    <a:pt x="12994" y="4376"/>
                    <a:pt x="13181" y="4945"/>
                    <a:pt x="12847" y="5274"/>
                  </a:cubicBezTo>
                  <a:lnTo>
                    <a:pt x="11651" y="6439"/>
                  </a:lnTo>
                  <a:lnTo>
                    <a:pt x="11934" y="8080"/>
                  </a:lnTo>
                  <a:cubicBezTo>
                    <a:pt x="11996" y="8445"/>
                    <a:pt x="11705" y="8742"/>
                    <a:pt x="11376" y="8742"/>
                  </a:cubicBezTo>
                  <a:cubicBezTo>
                    <a:pt x="11290" y="8742"/>
                    <a:pt x="11201" y="8721"/>
                    <a:pt x="11115" y="8676"/>
                  </a:cubicBezTo>
                  <a:lnTo>
                    <a:pt x="9637" y="7899"/>
                  </a:lnTo>
                  <a:lnTo>
                    <a:pt x="8161" y="8676"/>
                  </a:lnTo>
                  <a:cubicBezTo>
                    <a:pt x="8076" y="8721"/>
                    <a:pt x="7987" y="8742"/>
                    <a:pt x="7900" y="8742"/>
                  </a:cubicBezTo>
                  <a:cubicBezTo>
                    <a:pt x="7571" y="8742"/>
                    <a:pt x="7280" y="8445"/>
                    <a:pt x="7342" y="8080"/>
                  </a:cubicBezTo>
                  <a:lnTo>
                    <a:pt x="7625" y="6439"/>
                  </a:lnTo>
                  <a:lnTo>
                    <a:pt x="6430" y="5271"/>
                  </a:lnTo>
                  <a:cubicBezTo>
                    <a:pt x="6279" y="5120"/>
                    <a:pt x="6222" y="4897"/>
                    <a:pt x="6288" y="4692"/>
                  </a:cubicBezTo>
                  <a:cubicBezTo>
                    <a:pt x="6355" y="4488"/>
                    <a:pt x="6532" y="4340"/>
                    <a:pt x="6743" y="4310"/>
                  </a:cubicBezTo>
                  <a:lnTo>
                    <a:pt x="8393" y="4069"/>
                  </a:lnTo>
                  <a:lnTo>
                    <a:pt x="9131" y="2576"/>
                  </a:lnTo>
                  <a:cubicBezTo>
                    <a:pt x="9226" y="2381"/>
                    <a:pt x="9432" y="2284"/>
                    <a:pt x="9638" y="2284"/>
                  </a:cubicBezTo>
                  <a:close/>
                  <a:moveTo>
                    <a:pt x="3994" y="1"/>
                  </a:moveTo>
                  <a:cubicBezTo>
                    <a:pt x="3681" y="1"/>
                    <a:pt x="3428" y="254"/>
                    <a:pt x="3428" y="567"/>
                  </a:cubicBezTo>
                  <a:lnTo>
                    <a:pt x="3428" y="1443"/>
                  </a:lnTo>
                  <a:cubicBezTo>
                    <a:pt x="3072" y="1242"/>
                    <a:pt x="2669" y="1133"/>
                    <a:pt x="2262" y="1130"/>
                  </a:cubicBezTo>
                  <a:cubicBezTo>
                    <a:pt x="1013" y="1130"/>
                    <a:pt x="4" y="2142"/>
                    <a:pt x="4" y="3389"/>
                  </a:cubicBezTo>
                  <a:lnTo>
                    <a:pt x="4" y="5307"/>
                  </a:lnTo>
                  <a:cubicBezTo>
                    <a:pt x="1" y="6060"/>
                    <a:pt x="380" y="6767"/>
                    <a:pt x="1010" y="7186"/>
                  </a:cubicBezTo>
                  <a:lnTo>
                    <a:pt x="3681" y="8941"/>
                  </a:lnTo>
                  <a:cubicBezTo>
                    <a:pt x="3690" y="8947"/>
                    <a:pt x="3702" y="8944"/>
                    <a:pt x="3714" y="8950"/>
                  </a:cubicBezTo>
                  <a:cubicBezTo>
                    <a:pt x="4129" y="10107"/>
                    <a:pt x="5006" y="11037"/>
                    <a:pt x="6297" y="11642"/>
                  </a:cubicBezTo>
                  <a:cubicBezTo>
                    <a:pt x="7137" y="12034"/>
                    <a:pt x="7692" y="12817"/>
                    <a:pt x="7866" y="13627"/>
                  </a:cubicBezTo>
                  <a:lnTo>
                    <a:pt x="11386" y="13627"/>
                  </a:lnTo>
                  <a:cubicBezTo>
                    <a:pt x="11504" y="12844"/>
                    <a:pt x="11949" y="12067"/>
                    <a:pt x="12648" y="11676"/>
                  </a:cubicBezTo>
                  <a:cubicBezTo>
                    <a:pt x="14003" y="10908"/>
                    <a:pt x="15027" y="10101"/>
                    <a:pt x="15521" y="8965"/>
                  </a:cubicBezTo>
                  <a:cubicBezTo>
                    <a:pt x="15545" y="8953"/>
                    <a:pt x="15575" y="8956"/>
                    <a:pt x="15599" y="8941"/>
                  </a:cubicBezTo>
                  <a:lnTo>
                    <a:pt x="18273" y="7186"/>
                  </a:lnTo>
                  <a:cubicBezTo>
                    <a:pt x="18899" y="6767"/>
                    <a:pt x="19279" y="6063"/>
                    <a:pt x="19279" y="5307"/>
                  </a:cubicBezTo>
                  <a:lnTo>
                    <a:pt x="19279" y="3389"/>
                  </a:lnTo>
                  <a:cubicBezTo>
                    <a:pt x="19276" y="2142"/>
                    <a:pt x="18267" y="1130"/>
                    <a:pt x="17020" y="1130"/>
                  </a:cubicBezTo>
                  <a:cubicBezTo>
                    <a:pt x="16611" y="1133"/>
                    <a:pt x="16207" y="1242"/>
                    <a:pt x="15852" y="1443"/>
                  </a:cubicBezTo>
                  <a:lnTo>
                    <a:pt x="15852" y="567"/>
                  </a:lnTo>
                  <a:cubicBezTo>
                    <a:pt x="15852" y="254"/>
                    <a:pt x="15599" y="1"/>
                    <a:pt x="1528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001" name="Google Shape;5001;p60"/>
            <p:cNvSpPr/>
            <p:nvPr/>
          </p:nvSpPr>
          <p:spPr>
            <a:xfrm>
              <a:off x="5756375" y="1803975"/>
              <a:ext cx="254100" cy="112925"/>
            </a:xfrm>
            <a:custGeom>
              <a:avLst/>
              <a:gdLst/>
              <a:ahLst/>
              <a:cxnLst/>
              <a:rect l="l" t="t" r="r" b="b"/>
              <a:pathLst>
                <a:path w="10164" h="4517" extrusionOk="0">
                  <a:moveTo>
                    <a:pt x="2259" y="0"/>
                  </a:moveTo>
                  <a:cubicBezTo>
                    <a:pt x="1636" y="0"/>
                    <a:pt x="1130" y="506"/>
                    <a:pt x="1130" y="1129"/>
                  </a:cubicBezTo>
                  <a:lnTo>
                    <a:pt x="1130" y="1695"/>
                  </a:lnTo>
                  <a:lnTo>
                    <a:pt x="2825" y="1695"/>
                  </a:lnTo>
                  <a:cubicBezTo>
                    <a:pt x="3136" y="1695"/>
                    <a:pt x="3389" y="1945"/>
                    <a:pt x="3389" y="2258"/>
                  </a:cubicBezTo>
                  <a:cubicBezTo>
                    <a:pt x="3389" y="2572"/>
                    <a:pt x="3136" y="2825"/>
                    <a:pt x="2825" y="2825"/>
                  </a:cubicBezTo>
                  <a:lnTo>
                    <a:pt x="567" y="2825"/>
                  </a:lnTo>
                  <a:cubicBezTo>
                    <a:pt x="254" y="2825"/>
                    <a:pt x="1" y="3075"/>
                    <a:pt x="1" y="3388"/>
                  </a:cubicBezTo>
                  <a:lnTo>
                    <a:pt x="1" y="3954"/>
                  </a:lnTo>
                  <a:cubicBezTo>
                    <a:pt x="1" y="4264"/>
                    <a:pt x="254" y="4517"/>
                    <a:pt x="567" y="4517"/>
                  </a:cubicBezTo>
                  <a:lnTo>
                    <a:pt x="9601" y="4517"/>
                  </a:lnTo>
                  <a:cubicBezTo>
                    <a:pt x="9911" y="4517"/>
                    <a:pt x="10164" y="4264"/>
                    <a:pt x="10164" y="3954"/>
                  </a:cubicBezTo>
                  <a:lnTo>
                    <a:pt x="10164" y="3388"/>
                  </a:lnTo>
                  <a:cubicBezTo>
                    <a:pt x="10164" y="3075"/>
                    <a:pt x="9911" y="2825"/>
                    <a:pt x="9601" y="2825"/>
                  </a:cubicBezTo>
                  <a:lnTo>
                    <a:pt x="7342" y="2825"/>
                  </a:lnTo>
                  <a:cubicBezTo>
                    <a:pt x="7029" y="2825"/>
                    <a:pt x="6776" y="2572"/>
                    <a:pt x="6776" y="2258"/>
                  </a:cubicBezTo>
                  <a:cubicBezTo>
                    <a:pt x="6776" y="1945"/>
                    <a:pt x="7029" y="1695"/>
                    <a:pt x="7342" y="1695"/>
                  </a:cubicBezTo>
                  <a:lnTo>
                    <a:pt x="9035" y="1695"/>
                  </a:lnTo>
                  <a:lnTo>
                    <a:pt x="9035" y="1129"/>
                  </a:lnTo>
                  <a:cubicBezTo>
                    <a:pt x="9035" y="506"/>
                    <a:pt x="8529" y="0"/>
                    <a:pt x="790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002" name="Google Shape;5002;p60"/>
            <p:cNvSpPr/>
            <p:nvPr/>
          </p:nvSpPr>
          <p:spPr>
            <a:xfrm>
              <a:off x="5843400" y="1537550"/>
              <a:ext cx="79975" cy="76125"/>
            </a:xfrm>
            <a:custGeom>
              <a:avLst/>
              <a:gdLst/>
              <a:ahLst/>
              <a:cxnLst/>
              <a:rect l="l" t="t" r="r" b="b"/>
              <a:pathLst>
                <a:path w="3199" h="3045" extrusionOk="0">
                  <a:moveTo>
                    <a:pt x="1603" y="0"/>
                  </a:moveTo>
                  <a:lnTo>
                    <a:pt x="1238" y="738"/>
                  </a:lnTo>
                  <a:cubicBezTo>
                    <a:pt x="1157" y="904"/>
                    <a:pt x="998" y="1018"/>
                    <a:pt x="814" y="1045"/>
                  </a:cubicBezTo>
                  <a:lnTo>
                    <a:pt x="1" y="1163"/>
                  </a:lnTo>
                  <a:lnTo>
                    <a:pt x="588" y="1735"/>
                  </a:lnTo>
                  <a:cubicBezTo>
                    <a:pt x="721" y="1864"/>
                    <a:pt x="784" y="2051"/>
                    <a:pt x="751" y="2235"/>
                  </a:cubicBezTo>
                  <a:lnTo>
                    <a:pt x="612" y="3045"/>
                  </a:lnTo>
                  <a:lnTo>
                    <a:pt x="1338" y="2662"/>
                  </a:lnTo>
                  <a:cubicBezTo>
                    <a:pt x="1421" y="2619"/>
                    <a:pt x="1511" y="2597"/>
                    <a:pt x="1601" y="2597"/>
                  </a:cubicBezTo>
                  <a:cubicBezTo>
                    <a:pt x="1691" y="2597"/>
                    <a:pt x="1781" y="2619"/>
                    <a:pt x="1862" y="2662"/>
                  </a:cubicBezTo>
                  <a:lnTo>
                    <a:pt x="2588" y="3045"/>
                  </a:lnTo>
                  <a:lnTo>
                    <a:pt x="2452" y="2235"/>
                  </a:lnTo>
                  <a:cubicBezTo>
                    <a:pt x="2419" y="2051"/>
                    <a:pt x="2479" y="1864"/>
                    <a:pt x="2612" y="1735"/>
                  </a:cubicBezTo>
                  <a:lnTo>
                    <a:pt x="3199" y="1163"/>
                  </a:lnTo>
                  <a:lnTo>
                    <a:pt x="2389" y="1045"/>
                  </a:lnTo>
                  <a:cubicBezTo>
                    <a:pt x="2205" y="1018"/>
                    <a:pt x="2045" y="904"/>
                    <a:pt x="1964" y="735"/>
                  </a:cubicBezTo>
                  <a:lnTo>
                    <a:pt x="16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5003" name="Google Shape;5003;p60"/>
          <p:cNvGrpSpPr/>
          <p:nvPr/>
        </p:nvGrpSpPr>
        <p:grpSpPr>
          <a:xfrm>
            <a:off x="4580702" y="3125886"/>
            <a:ext cx="343759" cy="339271"/>
            <a:chOff x="6232000" y="1435050"/>
            <a:chExt cx="488225" cy="481850"/>
          </a:xfrm>
        </p:grpSpPr>
        <p:sp>
          <p:nvSpPr>
            <p:cNvPr id="5004" name="Google Shape;5004;p60"/>
            <p:cNvSpPr/>
            <p:nvPr/>
          </p:nvSpPr>
          <p:spPr>
            <a:xfrm>
              <a:off x="6578000" y="1463375"/>
              <a:ext cx="83150" cy="78250"/>
            </a:xfrm>
            <a:custGeom>
              <a:avLst/>
              <a:gdLst/>
              <a:ahLst/>
              <a:cxnLst/>
              <a:rect l="l" t="t" r="r" b="b"/>
              <a:pathLst>
                <a:path w="3326" h="3130" extrusionOk="0">
                  <a:moveTo>
                    <a:pt x="482" y="1"/>
                  </a:moveTo>
                  <a:cubicBezTo>
                    <a:pt x="280" y="1"/>
                    <a:pt x="95" y="114"/>
                    <a:pt x="1" y="293"/>
                  </a:cubicBezTo>
                  <a:lnTo>
                    <a:pt x="3322" y="3130"/>
                  </a:lnTo>
                  <a:lnTo>
                    <a:pt x="3322" y="564"/>
                  </a:lnTo>
                  <a:cubicBezTo>
                    <a:pt x="3325" y="253"/>
                    <a:pt x="3072" y="1"/>
                    <a:pt x="2761" y="1"/>
                  </a:cubicBezTo>
                  <a:cubicBezTo>
                    <a:pt x="2760" y="1"/>
                    <a:pt x="2758" y="1"/>
                    <a:pt x="2756" y="1"/>
                  </a:cubicBezTo>
                  <a:lnTo>
                    <a:pt x="497" y="1"/>
                  </a:lnTo>
                  <a:cubicBezTo>
                    <a:pt x="492" y="1"/>
                    <a:pt x="487" y="1"/>
                    <a:pt x="48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005" name="Google Shape;5005;p60"/>
            <p:cNvSpPr/>
            <p:nvPr/>
          </p:nvSpPr>
          <p:spPr>
            <a:xfrm>
              <a:off x="6421725" y="1773850"/>
              <a:ext cx="112950" cy="143050"/>
            </a:xfrm>
            <a:custGeom>
              <a:avLst/>
              <a:gdLst/>
              <a:ahLst/>
              <a:cxnLst/>
              <a:rect l="l" t="t" r="r" b="b"/>
              <a:pathLst>
                <a:path w="4518" h="5722" extrusionOk="0">
                  <a:moveTo>
                    <a:pt x="2822" y="1130"/>
                  </a:moveTo>
                  <a:cubicBezTo>
                    <a:pt x="3325" y="1130"/>
                    <a:pt x="3578" y="1738"/>
                    <a:pt x="3222" y="2093"/>
                  </a:cubicBezTo>
                  <a:cubicBezTo>
                    <a:pt x="3106" y="2209"/>
                    <a:pt x="2964" y="2260"/>
                    <a:pt x="2825" y="2260"/>
                  </a:cubicBezTo>
                  <a:cubicBezTo>
                    <a:pt x="2535" y="2260"/>
                    <a:pt x="2259" y="2036"/>
                    <a:pt x="2259" y="1696"/>
                  </a:cubicBezTo>
                  <a:cubicBezTo>
                    <a:pt x="2259" y="1383"/>
                    <a:pt x="2509" y="1130"/>
                    <a:pt x="2822" y="1130"/>
                  </a:cubicBezTo>
                  <a:close/>
                  <a:moveTo>
                    <a:pt x="0" y="1"/>
                  </a:moveTo>
                  <a:lnTo>
                    <a:pt x="0" y="5722"/>
                  </a:lnTo>
                  <a:lnTo>
                    <a:pt x="4517" y="5722"/>
                  </a:lnTo>
                  <a:lnTo>
                    <a:pt x="451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006" name="Google Shape;5006;p60"/>
            <p:cNvSpPr/>
            <p:nvPr/>
          </p:nvSpPr>
          <p:spPr>
            <a:xfrm>
              <a:off x="6448975" y="1632700"/>
              <a:ext cx="56475" cy="56475"/>
            </a:xfrm>
            <a:custGeom>
              <a:avLst/>
              <a:gdLst/>
              <a:ahLst/>
              <a:cxnLst/>
              <a:rect l="l" t="t" r="r" b="b"/>
              <a:pathLst>
                <a:path w="2259" h="2259" extrusionOk="0">
                  <a:moveTo>
                    <a:pt x="0" y="0"/>
                  </a:moveTo>
                  <a:lnTo>
                    <a:pt x="0" y="2259"/>
                  </a:lnTo>
                  <a:lnTo>
                    <a:pt x="2259" y="2259"/>
                  </a:lnTo>
                  <a:lnTo>
                    <a:pt x="225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007" name="Google Shape;5007;p60"/>
            <p:cNvSpPr/>
            <p:nvPr/>
          </p:nvSpPr>
          <p:spPr>
            <a:xfrm>
              <a:off x="6232000" y="1435050"/>
              <a:ext cx="488225" cy="237825"/>
            </a:xfrm>
            <a:custGeom>
              <a:avLst/>
              <a:gdLst/>
              <a:ahLst/>
              <a:cxnLst/>
              <a:rect l="l" t="t" r="r" b="b"/>
              <a:pathLst>
                <a:path w="19529" h="9513" extrusionOk="0">
                  <a:moveTo>
                    <a:pt x="9821" y="0"/>
                  </a:moveTo>
                  <a:cubicBezTo>
                    <a:pt x="9559" y="0"/>
                    <a:pt x="9297" y="92"/>
                    <a:pt x="9086" y="276"/>
                  </a:cubicBezTo>
                  <a:lnTo>
                    <a:pt x="531" y="7521"/>
                  </a:lnTo>
                  <a:cubicBezTo>
                    <a:pt x="61" y="7921"/>
                    <a:pt x="1" y="8626"/>
                    <a:pt x="395" y="9099"/>
                  </a:cubicBezTo>
                  <a:cubicBezTo>
                    <a:pt x="620" y="9369"/>
                    <a:pt x="942" y="9508"/>
                    <a:pt x="1266" y="9508"/>
                  </a:cubicBezTo>
                  <a:cubicBezTo>
                    <a:pt x="1525" y="9508"/>
                    <a:pt x="1785" y="9419"/>
                    <a:pt x="1997" y="9237"/>
                  </a:cubicBezTo>
                  <a:lnTo>
                    <a:pt x="9821" y="2622"/>
                  </a:lnTo>
                  <a:lnTo>
                    <a:pt x="17544" y="9240"/>
                  </a:lnTo>
                  <a:cubicBezTo>
                    <a:pt x="17759" y="9425"/>
                    <a:pt x="18019" y="9513"/>
                    <a:pt x="18278" y="9513"/>
                  </a:cubicBezTo>
                  <a:cubicBezTo>
                    <a:pt x="18661" y="9513"/>
                    <a:pt x="19039" y="9318"/>
                    <a:pt x="19252" y="8954"/>
                  </a:cubicBezTo>
                  <a:cubicBezTo>
                    <a:pt x="19529" y="8482"/>
                    <a:pt x="19430" y="7879"/>
                    <a:pt x="19014" y="7524"/>
                  </a:cubicBezTo>
                  <a:lnTo>
                    <a:pt x="10555" y="276"/>
                  </a:lnTo>
                  <a:cubicBezTo>
                    <a:pt x="10345" y="92"/>
                    <a:pt x="10083" y="0"/>
                    <a:pt x="98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008" name="Google Shape;5008;p60"/>
            <p:cNvSpPr/>
            <p:nvPr/>
          </p:nvSpPr>
          <p:spPr>
            <a:xfrm>
              <a:off x="6291025" y="1537700"/>
              <a:ext cx="369800" cy="379200"/>
            </a:xfrm>
            <a:custGeom>
              <a:avLst/>
              <a:gdLst/>
              <a:ahLst/>
              <a:cxnLst/>
              <a:rect l="l" t="t" r="r" b="b"/>
              <a:pathLst>
                <a:path w="14792" h="15168" extrusionOk="0">
                  <a:moveTo>
                    <a:pt x="9143" y="2671"/>
                  </a:moveTo>
                  <a:cubicBezTo>
                    <a:pt x="9453" y="2671"/>
                    <a:pt x="9706" y="2924"/>
                    <a:pt x="9706" y="3237"/>
                  </a:cubicBezTo>
                  <a:lnTo>
                    <a:pt x="9706" y="6625"/>
                  </a:lnTo>
                  <a:cubicBezTo>
                    <a:pt x="9706" y="6935"/>
                    <a:pt x="9453" y="7188"/>
                    <a:pt x="9143" y="7188"/>
                  </a:cubicBezTo>
                  <a:lnTo>
                    <a:pt x="5755" y="7188"/>
                  </a:lnTo>
                  <a:cubicBezTo>
                    <a:pt x="5442" y="7188"/>
                    <a:pt x="5189" y="6935"/>
                    <a:pt x="5189" y="6625"/>
                  </a:cubicBezTo>
                  <a:lnTo>
                    <a:pt x="5189" y="3237"/>
                  </a:lnTo>
                  <a:cubicBezTo>
                    <a:pt x="5189" y="2924"/>
                    <a:pt x="5442" y="2671"/>
                    <a:pt x="5755" y="2671"/>
                  </a:cubicBezTo>
                  <a:close/>
                  <a:moveTo>
                    <a:pt x="7448" y="0"/>
                  </a:moveTo>
                  <a:lnTo>
                    <a:pt x="4" y="6291"/>
                  </a:lnTo>
                  <a:lnTo>
                    <a:pt x="4" y="14605"/>
                  </a:lnTo>
                  <a:cubicBezTo>
                    <a:pt x="1" y="14913"/>
                    <a:pt x="254" y="15168"/>
                    <a:pt x="564" y="15168"/>
                  </a:cubicBezTo>
                  <a:cubicBezTo>
                    <a:pt x="566" y="15168"/>
                    <a:pt x="568" y="15168"/>
                    <a:pt x="570" y="15168"/>
                  </a:cubicBezTo>
                  <a:lnTo>
                    <a:pt x="4060" y="15168"/>
                  </a:lnTo>
                  <a:lnTo>
                    <a:pt x="4060" y="8883"/>
                  </a:lnTo>
                  <a:cubicBezTo>
                    <a:pt x="4060" y="8570"/>
                    <a:pt x="4313" y="8317"/>
                    <a:pt x="4626" y="8317"/>
                  </a:cubicBezTo>
                  <a:lnTo>
                    <a:pt x="10272" y="8317"/>
                  </a:lnTo>
                  <a:cubicBezTo>
                    <a:pt x="10582" y="8317"/>
                    <a:pt x="10835" y="8570"/>
                    <a:pt x="10835" y="8883"/>
                  </a:cubicBezTo>
                  <a:lnTo>
                    <a:pt x="10835" y="15168"/>
                  </a:lnTo>
                  <a:lnTo>
                    <a:pt x="14223" y="15168"/>
                  </a:lnTo>
                  <a:cubicBezTo>
                    <a:pt x="14225" y="15168"/>
                    <a:pt x="14227" y="15168"/>
                    <a:pt x="14228" y="15168"/>
                  </a:cubicBezTo>
                  <a:cubicBezTo>
                    <a:pt x="14539" y="15168"/>
                    <a:pt x="14792" y="14913"/>
                    <a:pt x="14789" y="14605"/>
                  </a:cubicBezTo>
                  <a:lnTo>
                    <a:pt x="14789" y="6291"/>
                  </a:lnTo>
                  <a:lnTo>
                    <a:pt x="744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5009" name="Google Shape;5009;p60"/>
          <p:cNvGrpSpPr/>
          <p:nvPr/>
        </p:nvGrpSpPr>
        <p:grpSpPr>
          <a:xfrm>
            <a:off x="841438" y="3539545"/>
            <a:ext cx="299929" cy="337792"/>
            <a:chOff x="924450" y="2028975"/>
            <a:chExt cx="425975" cy="479750"/>
          </a:xfrm>
        </p:grpSpPr>
        <p:sp>
          <p:nvSpPr>
            <p:cNvPr id="5010" name="Google Shape;5010;p60"/>
            <p:cNvSpPr/>
            <p:nvPr/>
          </p:nvSpPr>
          <p:spPr>
            <a:xfrm>
              <a:off x="1035500" y="2028975"/>
              <a:ext cx="314925" cy="153075"/>
            </a:xfrm>
            <a:custGeom>
              <a:avLst/>
              <a:gdLst/>
              <a:ahLst/>
              <a:cxnLst/>
              <a:rect l="l" t="t" r="r" b="b"/>
              <a:pathLst>
                <a:path w="12597" h="6123" extrusionOk="0">
                  <a:moveTo>
                    <a:pt x="12036" y="0"/>
                  </a:moveTo>
                  <a:cubicBezTo>
                    <a:pt x="11993" y="0"/>
                    <a:pt x="11948" y="5"/>
                    <a:pt x="11904" y="16"/>
                  </a:cubicBezTo>
                  <a:lnTo>
                    <a:pt x="437" y="2696"/>
                  </a:lnTo>
                  <a:cubicBezTo>
                    <a:pt x="181" y="2753"/>
                    <a:pt x="0" y="2982"/>
                    <a:pt x="0" y="3244"/>
                  </a:cubicBezTo>
                  <a:lnTo>
                    <a:pt x="0" y="6123"/>
                  </a:lnTo>
                  <a:lnTo>
                    <a:pt x="12596" y="3181"/>
                  </a:lnTo>
                  <a:lnTo>
                    <a:pt x="12596" y="564"/>
                  </a:lnTo>
                  <a:cubicBezTo>
                    <a:pt x="12596" y="245"/>
                    <a:pt x="12338" y="0"/>
                    <a:pt x="120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011" name="Google Shape;5011;p60"/>
            <p:cNvSpPr/>
            <p:nvPr/>
          </p:nvSpPr>
          <p:spPr>
            <a:xfrm>
              <a:off x="1212475" y="2137450"/>
              <a:ext cx="137950" cy="304275"/>
            </a:xfrm>
            <a:custGeom>
              <a:avLst/>
              <a:gdLst/>
              <a:ahLst/>
              <a:cxnLst/>
              <a:rect l="l" t="t" r="r" b="b"/>
              <a:pathLst>
                <a:path w="5518" h="12171" extrusionOk="0">
                  <a:moveTo>
                    <a:pt x="5517" y="1"/>
                  </a:moveTo>
                  <a:lnTo>
                    <a:pt x="4388" y="266"/>
                  </a:lnTo>
                  <a:lnTo>
                    <a:pt x="4388" y="7345"/>
                  </a:lnTo>
                  <a:cubicBezTo>
                    <a:pt x="3943" y="7029"/>
                    <a:pt x="3410" y="6861"/>
                    <a:pt x="2865" y="6861"/>
                  </a:cubicBezTo>
                  <a:cubicBezTo>
                    <a:pt x="1790" y="6861"/>
                    <a:pt x="823" y="7508"/>
                    <a:pt x="410" y="8499"/>
                  </a:cubicBezTo>
                  <a:cubicBezTo>
                    <a:pt x="1" y="9492"/>
                    <a:pt x="227" y="10634"/>
                    <a:pt x="986" y="11392"/>
                  </a:cubicBezTo>
                  <a:cubicBezTo>
                    <a:pt x="1495" y="11900"/>
                    <a:pt x="2174" y="12170"/>
                    <a:pt x="2865" y="12170"/>
                  </a:cubicBezTo>
                  <a:cubicBezTo>
                    <a:pt x="3207" y="12170"/>
                    <a:pt x="3551" y="12104"/>
                    <a:pt x="3879" y="11968"/>
                  </a:cubicBezTo>
                  <a:cubicBezTo>
                    <a:pt x="4873" y="11558"/>
                    <a:pt x="5517" y="10588"/>
                    <a:pt x="5517" y="9516"/>
                  </a:cubicBezTo>
                  <a:lnTo>
                    <a:pt x="551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012" name="Google Shape;5012;p60"/>
            <p:cNvSpPr/>
            <p:nvPr/>
          </p:nvSpPr>
          <p:spPr>
            <a:xfrm>
              <a:off x="924450" y="2204450"/>
              <a:ext cx="139300" cy="304275"/>
            </a:xfrm>
            <a:custGeom>
              <a:avLst/>
              <a:gdLst/>
              <a:ahLst/>
              <a:cxnLst/>
              <a:rect l="l" t="t" r="r" b="b"/>
              <a:pathLst>
                <a:path w="5572" h="12171" extrusionOk="0">
                  <a:moveTo>
                    <a:pt x="5572" y="1"/>
                  </a:moveTo>
                  <a:lnTo>
                    <a:pt x="4442" y="263"/>
                  </a:lnTo>
                  <a:lnTo>
                    <a:pt x="4442" y="7345"/>
                  </a:lnTo>
                  <a:cubicBezTo>
                    <a:pt x="3982" y="7023"/>
                    <a:pt x="3449" y="6864"/>
                    <a:pt x="2917" y="6864"/>
                  </a:cubicBezTo>
                  <a:cubicBezTo>
                    <a:pt x="2291" y="6864"/>
                    <a:pt x="1668" y="7085"/>
                    <a:pt x="1169" y="7520"/>
                  </a:cubicBezTo>
                  <a:cubicBezTo>
                    <a:pt x="251" y="8327"/>
                    <a:pt x="1" y="9655"/>
                    <a:pt x="564" y="10742"/>
                  </a:cubicBezTo>
                  <a:cubicBezTo>
                    <a:pt x="1030" y="11634"/>
                    <a:pt x="1946" y="12171"/>
                    <a:pt x="2916" y="12171"/>
                  </a:cubicBezTo>
                  <a:cubicBezTo>
                    <a:pt x="3126" y="12171"/>
                    <a:pt x="3338" y="12146"/>
                    <a:pt x="3548" y="12094"/>
                  </a:cubicBezTo>
                  <a:cubicBezTo>
                    <a:pt x="4738" y="11802"/>
                    <a:pt x="5572" y="10739"/>
                    <a:pt x="5572" y="9516"/>
                  </a:cubicBezTo>
                  <a:lnTo>
                    <a:pt x="557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5013" name="Google Shape;5013;p60"/>
          <p:cNvGrpSpPr/>
          <p:nvPr/>
        </p:nvGrpSpPr>
        <p:grpSpPr>
          <a:xfrm>
            <a:off x="1653934" y="3559347"/>
            <a:ext cx="339306" cy="298186"/>
            <a:chOff x="2085450" y="2057100"/>
            <a:chExt cx="481900" cy="423500"/>
          </a:xfrm>
        </p:grpSpPr>
        <p:sp>
          <p:nvSpPr>
            <p:cNvPr id="5014" name="Google Shape;5014;p60"/>
            <p:cNvSpPr/>
            <p:nvPr/>
          </p:nvSpPr>
          <p:spPr>
            <a:xfrm>
              <a:off x="2085450" y="2061650"/>
              <a:ext cx="141250" cy="418950"/>
            </a:xfrm>
            <a:custGeom>
              <a:avLst/>
              <a:gdLst/>
              <a:ahLst/>
              <a:cxnLst/>
              <a:rect l="l" t="t" r="r" b="b"/>
              <a:pathLst>
                <a:path w="5650" h="16758" extrusionOk="0">
                  <a:moveTo>
                    <a:pt x="4305" y="6452"/>
                  </a:moveTo>
                  <a:cubicBezTo>
                    <a:pt x="4736" y="6452"/>
                    <a:pt x="5115" y="6999"/>
                    <a:pt x="4728" y="7411"/>
                  </a:cubicBezTo>
                  <a:cubicBezTo>
                    <a:pt x="4520" y="7631"/>
                    <a:pt x="4352" y="7887"/>
                    <a:pt x="4228" y="8164"/>
                  </a:cubicBezTo>
                  <a:cubicBezTo>
                    <a:pt x="4120" y="8402"/>
                    <a:pt x="3927" y="8502"/>
                    <a:pt x="3732" y="8502"/>
                  </a:cubicBezTo>
                  <a:cubicBezTo>
                    <a:pt x="3367" y="8502"/>
                    <a:pt x="2999" y="8150"/>
                    <a:pt x="3195" y="7703"/>
                  </a:cubicBezTo>
                  <a:cubicBezTo>
                    <a:pt x="3373" y="7312"/>
                    <a:pt x="3611" y="6951"/>
                    <a:pt x="3903" y="6637"/>
                  </a:cubicBezTo>
                  <a:cubicBezTo>
                    <a:pt x="4027" y="6506"/>
                    <a:pt x="4169" y="6452"/>
                    <a:pt x="4305" y="6452"/>
                  </a:cubicBezTo>
                  <a:close/>
                  <a:moveTo>
                    <a:pt x="2983" y="9449"/>
                  </a:moveTo>
                  <a:cubicBezTo>
                    <a:pt x="3331" y="9449"/>
                    <a:pt x="3684" y="9752"/>
                    <a:pt x="3539" y="10191"/>
                  </a:cubicBezTo>
                  <a:lnTo>
                    <a:pt x="3361" y="10727"/>
                  </a:lnTo>
                  <a:cubicBezTo>
                    <a:pt x="3270" y="10997"/>
                    <a:pt x="3059" y="11113"/>
                    <a:pt x="2845" y="11113"/>
                  </a:cubicBezTo>
                  <a:cubicBezTo>
                    <a:pt x="2498" y="11113"/>
                    <a:pt x="2143" y="10808"/>
                    <a:pt x="2289" y="10368"/>
                  </a:cubicBezTo>
                  <a:lnTo>
                    <a:pt x="2467" y="9832"/>
                  </a:lnTo>
                  <a:cubicBezTo>
                    <a:pt x="2558" y="9564"/>
                    <a:pt x="2770" y="9449"/>
                    <a:pt x="2983" y="9449"/>
                  </a:cubicBezTo>
                  <a:close/>
                  <a:moveTo>
                    <a:pt x="5649" y="1"/>
                  </a:moveTo>
                  <a:lnTo>
                    <a:pt x="356" y="2117"/>
                  </a:lnTo>
                  <a:cubicBezTo>
                    <a:pt x="142" y="2202"/>
                    <a:pt x="3" y="2410"/>
                    <a:pt x="3" y="2641"/>
                  </a:cubicBezTo>
                  <a:lnTo>
                    <a:pt x="3" y="16192"/>
                  </a:lnTo>
                  <a:cubicBezTo>
                    <a:pt x="1" y="16516"/>
                    <a:pt x="265" y="16758"/>
                    <a:pt x="564" y="16758"/>
                  </a:cubicBezTo>
                  <a:cubicBezTo>
                    <a:pt x="634" y="16758"/>
                    <a:pt x="706" y="16745"/>
                    <a:pt x="777" y="16716"/>
                  </a:cubicBezTo>
                  <a:lnTo>
                    <a:pt x="5649" y="14768"/>
                  </a:lnTo>
                  <a:lnTo>
                    <a:pt x="564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015" name="Google Shape;5015;p60"/>
            <p:cNvSpPr/>
            <p:nvPr/>
          </p:nvSpPr>
          <p:spPr>
            <a:xfrm>
              <a:off x="2254900" y="2061050"/>
              <a:ext cx="143050" cy="415650"/>
            </a:xfrm>
            <a:custGeom>
              <a:avLst/>
              <a:gdLst/>
              <a:ahLst/>
              <a:cxnLst/>
              <a:rect l="l" t="t" r="r" b="b"/>
              <a:pathLst>
                <a:path w="5722" h="16626" extrusionOk="0">
                  <a:moveTo>
                    <a:pt x="2504" y="6585"/>
                  </a:moveTo>
                  <a:cubicBezTo>
                    <a:pt x="2647" y="6585"/>
                    <a:pt x="2794" y="6645"/>
                    <a:pt x="2916" y="6788"/>
                  </a:cubicBezTo>
                  <a:cubicBezTo>
                    <a:pt x="3153" y="7068"/>
                    <a:pt x="3349" y="7378"/>
                    <a:pt x="3500" y="7709"/>
                  </a:cubicBezTo>
                  <a:cubicBezTo>
                    <a:pt x="3766" y="8258"/>
                    <a:pt x="3464" y="8654"/>
                    <a:pt x="3096" y="8654"/>
                  </a:cubicBezTo>
                  <a:cubicBezTo>
                    <a:pt x="2878" y="8654"/>
                    <a:pt x="2636" y="8515"/>
                    <a:pt x="2476" y="8185"/>
                  </a:cubicBezTo>
                  <a:cubicBezTo>
                    <a:pt x="2367" y="7947"/>
                    <a:pt x="2226" y="7724"/>
                    <a:pt x="2057" y="7523"/>
                  </a:cubicBezTo>
                  <a:cubicBezTo>
                    <a:pt x="1694" y="7098"/>
                    <a:pt x="2083" y="6585"/>
                    <a:pt x="2504" y="6585"/>
                  </a:cubicBezTo>
                  <a:close/>
                  <a:moveTo>
                    <a:pt x="1" y="0"/>
                  </a:moveTo>
                  <a:lnTo>
                    <a:pt x="1" y="5475"/>
                  </a:lnTo>
                  <a:cubicBezTo>
                    <a:pt x="217" y="5475"/>
                    <a:pt x="434" y="5496"/>
                    <a:pt x="648" y="5532"/>
                  </a:cubicBezTo>
                  <a:cubicBezTo>
                    <a:pt x="1334" y="5657"/>
                    <a:pt x="1201" y="6655"/>
                    <a:pt x="564" y="6655"/>
                  </a:cubicBezTo>
                  <a:cubicBezTo>
                    <a:pt x="525" y="6655"/>
                    <a:pt x="483" y="6651"/>
                    <a:pt x="440" y="6643"/>
                  </a:cubicBezTo>
                  <a:cubicBezTo>
                    <a:pt x="296" y="6622"/>
                    <a:pt x="148" y="6610"/>
                    <a:pt x="1" y="6604"/>
                  </a:cubicBezTo>
                  <a:lnTo>
                    <a:pt x="1" y="14744"/>
                  </a:lnTo>
                  <a:lnTo>
                    <a:pt x="5722" y="16626"/>
                  </a:lnTo>
                  <a:lnTo>
                    <a:pt x="5722" y="10395"/>
                  </a:lnTo>
                  <a:cubicBezTo>
                    <a:pt x="5704" y="10397"/>
                    <a:pt x="5684" y="10397"/>
                    <a:pt x="5661" y="10397"/>
                  </a:cubicBezTo>
                  <a:cubicBezTo>
                    <a:pt x="5400" y="10397"/>
                    <a:pt x="4871" y="10299"/>
                    <a:pt x="4388" y="10085"/>
                  </a:cubicBezTo>
                  <a:cubicBezTo>
                    <a:pt x="3793" y="9819"/>
                    <a:pt x="4068" y="8997"/>
                    <a:pt x="4603" y="8997"/>
                  </a:cubicBezTo>
                  <a:cubicBezTo>
                    <a:pt x="4680" y="8997"/>
                    <a:pt x="4763" y="9014"/>
                    <a:pt x="4849" y="9052"/>
                  </a:cubicBezTo>
                  <a:cubicBezTo>
                    <a:pt x="5123" y="9176"/>
                    <a:pt x="5418" y="9251"/>
                    <a:pt x="5722" y="9275"/>
                  </a:cubicBezTo>
                  <a:lnTo>
                    <a:pt x="5722" y="1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016" name="Google Shape;5016;p60"/>
            <p:cNvSpPr/>
            <p:nvPr/>
          </p:nvSpPr>
          <p:spPr>
            <a:xfrm>
              <a:off x="2426175" y="2057100"/>
              <a:ext cx="141175" cy="418925"/>
            </a:xfrm>
            <a:custGeom>
              <a:avLst/>
              <a:gdLst/>
              <a:ahLst/>
              <a:cxnLst/>
              <a:rect l="l" t="t" r="r" b="b"/>
              <a:pathLst>
                <a:path w="5647" h="16757" extrusionOk="0">
                  <a:moveTo>
                    <a:pt x="2800" y="5647"/>
                  </a:moveTo>
                  <a:cubicBezTo>
                    <a:pt x="3154" y="5647"/>
                    <a:pt x="3516" y="5968"/>
                    <a:pt x="3349" y="6410"/>
                  </a:cubicBezTo>
                  <a:lnTo>
                    <a:pt x="3153" y="6937"/>
                  </a:lnTo>
                  <a:cubicBezTo>
                    <a:pt x="3055" y="7196"/>
                    <a:pt x="2850" y="7305"/>
                    <a:pt x="2643" y="7305"/>
                  </a:cubicBezTo>
                  <a:cubicBezTo>
                    <a:pt x="2288" y="7305"/>
                    <a:pt x="1929" y="6984"/>
                    <a:pt x="2096" y="6539"/>
                  </a:cubicBezTo>
                  <a:lnTo>
                    <a:pt x="2295" y="6012"/>
                  </a:lnTo>
                  <a:cubicBezTo>
                    <a:pt x="2390" y="5755"/>
                    <a:pt x="2594" y="5647"/>
                    <a:pt x="2800" y="5647"/>
                  </a:cubicBezTo>
                  <a:close/>
                  <a:moveTo>
                    <a:pt x="1700" y="8178"/>
                  </a:moveTo>
                  <a:cubicBezTo>
                    <a:pt x="2108" y="8178"/>
                    <a:pt x="2500" y="8655"/>
                    <a:pt x="2168" y="9090"/>
                  </a:cubicBezTo>
                  <a:cubicBezTo>
                    <a:pt x="1906" y="9433"/>
                    <a:pt x="1587" y="9725"/>
                    <a:pt x="1226" y="9960"/>
                  </a:cubicBezTo>
                  <a:cubicBezTo>
                    <a:pt x="1118" y="10030"/>
                    <a:pt x="1011" y="10060"/>
                    <a:pt x="911" y="10060"/>
                  </a:cubicBezTo>
                  <a:cubicBezTo>
                    <a:pt x="424" y="10060"/>
                    <a:pt x="97" y="9344"/>
                    <a:pt x="612" y="9012"/>
                  </a:cubicBezTo>
                  <a:cubicBezTo>
                    <a:pt x="867" y="8849"/>
                    <a:pt x="1090" y="8641"/>
                    <a:pt x="1274" y="8403"/>
                  </a:cubicBezTo>
                  <a:cubicBezTo>
                    <a:pt x="1394" y="8244"/>
                    <a:pt x="1548" y="8178"/>
                    <a:pt x="1700" y="8178"/>
                  </a:cubicBezTo>
                  <a:close/>
                  <a:moveTo>
                    <a:pt x="5080" y="0"/>
                  </a:moveTo>
                  <a:cubicBezTo>
                    <a:pt x="5010" y="0"/>
                    <a:pt x="4939" y="13"/>
                    <a:pt x="4869" y="41"/>
                  </a:cubicBezTo>
                  <a:lnTo>
                    <a:pt x="0" y="1989"/>
                  </a:lnTo>
                  <a:lnTo>
                    <a:pt x="0" y="16756"/>
                  </a:lnTo>
                  <a:lnTo>
                    <a:pt x="5291" y="14640"/>
                  </a:lnTo>
                  <a:cubicBezTo>
                    <a:pt x="5505" y="14555"/>
                    <a:pt x="5646" y="14347"/>
                    <a:pt x="5646" y="14116"/>
                  </a:cubicBezTo>
                  <a:lnTo>
                    <a:pt x="5646" y="565"/>
                  </a:lnTo>
                  <a:cubicBezTo>
                    <a:pt x="5644" y="240"/>
                    <a:pt x="5378" y="0"/>
                    <a:pt x="508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5017" name="Google Shape;5017;p60"/>
          <p:cNvGrpSpPr/>
          <p:nvPr/>
        </p:nvGrpSpPr>
        <p:grpSpPr>
          <a:xfrm>
            <a:off x="2081868" y="3582592"/>
            <a:ext cx="339306" cy="251698"/>
            <a:chOff x="2678275" y="2090100"/>
            <a:chExt cx="481900" cy="357475"/>
          </a:xfrm>
        </p:grpSpPr>
        <p:sp>
          <p:nvSpPr>
            <p:cNvPr id="5018" name="Google Shape;5018;p60"/>
            <p:cNvSpPr/>
            <p:nvPr/>
          </p:nvSpPr>
          <p:spPr>
            <a:xfrm>
              <a:off x="2899450" y="2249100"/>
              <a:ext cx="39550" cy="39550"/>
            </a:xfrm>
            <a:custGeom>
              <a:avLst/>
              <a:gdLst/>
              <a:ahLst/>
              <a:cxnLst/>
              <a:rect l="l" t="t" r="r" b="b"/>
              <a:pathLst>
                <a:path w="1582" h="1582" extrusionOk="0">
                  <a:moveTo>
                    <a:pt x="793" y="1"/>
                  </a:moveTo>
                  <a:cubicBezTo>
                    <a:pt x="356" y="1"/>
                    <a:pt x="1" y="353"/>
                    <a:pt x="1" y="790"/>
                  </a:cubicBezTo>
                  <a:cubicBezTo>
                    <a:pt x="1" y="1226"/>
                    <a:pt x="356" y="1581"/>
                    <a:pt x="793" y="1581"/>
                  </a:cubicBezTo>
                  <a:cubicBezTo>
                    <a:pt x="1227" y="1581"/>
                    <a:pt x="1582" y="1226"/>
                    <a:pt x="1582" y="790"/>
                  </a:cubicBezTo>
                  <a:cubicBezTo>
                    <a:pt x="1582" y="353"/>
                    <a:pt x="1227" y="1"/>
                    <a:pt x="79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019" name="Google Shape;5019;p60"/>
            <p:cNvSpPr/>
            <p:nvPr/>
          </p:nvSpPr>
          <p:spPr>
            <a:xfrm>
              <a:off x="3092400" y="2249100"/>
              <a:ext cx="39550" cy="39550"/>
            </a:xfrm>
            <a:custGeom>
              <a:avLst/>
              <a:gdLst/>
              <a:ahLst/>
              <a:cxnLst/>
              <a:rect l="l" t="t" r="r" b="b"/>
              <a:pathLst>
                <a:path w="1582" h="1582" extrusionOk="0">
                  <a:moveTo>
                    <a:pt x="790" y="1"/>
                  </a:moveTo>
                  <a:cubicBezTo>
                    <a:pt x="353" y="1"/>
                    <a:pt x="1" y="353"/>
                    <a:pt x="1" y="790"/>
                  </a:cubicBezTo>
                  <a:cubicBezTo>
                    <a:pt x="1" y="1226"/>
                    <a:pt x="353" y="1581"/>
                    <a:pt x="790" y="1581"/>
                  </a:cubicBezTo>
                  <a:cubicBezTo>
                    <a:pt x="1226" y="1581"/>
                    <a:pt x="1582" y="1226"/>
                    <a:pt x="1582" y="790"/>
                  </a:cubicBezTo>
                  <a:cubicBezTo>
                    <a:pt x="1582" y="353"/>
                    <a:pt x="1226" y="1"/>
                    <a:pt x="79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020" name="Google Shape;5020;p60"/>
            <p:cNvSpPr/>
            <p:nvPr/>
          </p:nvSpPr>
          <p:spPr>
            <a:xfrm>
              <a:off x="2678350" y="2389425"/>
              <a:ext cx="481825" cy="58150"/>
            </a:xfrm>
            <a:custGeom>
              <a:avLst/>
              <a:gdLst/>
              <a:ahLst/>
              <a:cxnLst/>
              <a:rect l="l" t="t" r="r" b="b"/>
              <a:pathLst>
                <a:path w="19273" h="2326" extrusionOk="0">
                  <a:moveTo>
                    <a:pt x="1" y="1"/>
                  </a:moveTo>
                  <a:lnTo>
                    <a:pt x="1" y="1759"/>
                  </a:lnTo>
                  <a:cubicBezTo>
                    <a:pt x="1" y="2072"/>
                    <a:pt x="251" y="2325"/>
                    <a:pt x="564" y="2325"/>
                  </a:cubicBezTo>
                  <a:lnTo>
                    <a:pt x="18707" y="2325"/>
                  </a:lnTo>
                  <a:cubicBezTo>
                    <a:pt x="19020" y="2325"/>
                    <a:pt x="19273" y="2072"/>
                    <a:pt x="19273" y="1759"/>
                  </a:cubicBezTo>
                  <a:lnTo>
                    <a:pt x="192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021" name="Google Shape;5021;p60"/>
            <p:cNvSpPr/>
            <p:nvPr/>
          </p:nvSpPr>
          <p:spPr>
            <a:xfrm>
              <a:off x="2706600" y="2249100"/>
              <a:ext cx="39550" cy="39550"/>
            </a:xfrm>
            <a:custGeom>
              <a:avLst/>
              <a:gdLst/>
              <a:ahLst/>
              <a:cxnLst/>
              <a:rect l="l" t="t" r="r" b="b"/>
              <a:pathLst>
                <a:path w="1582" h="1582" extrusionOk="0">
                  <a:moveTo>
                    <a:pt x="789" y="1"/>
                  </a:moveTo>
                  <a:cubicBezTo>
                    <a:pt x="352" y="1"/>
                    <a:pt x="0" y="353"/>
                    <a:pt x="0" y="790"/>
                  </a:cubicBezTo>
                  <a:cubicBezTo>
                    <a:pt x="0" y="1226"/>
                    <a:pt x="352" y="1581"/>
                    <a:pt x="789" y="1581"/>
                  </a:cubicBezTo>
                  <a:cubicBezTo>
                    <a:pt x="1226" y="1581"/>
                    <a:pt x="1581" y="1226"/>
                    <a:pt x="1581" y="790"/>
                  </a:cubicBezTo>
                  <a:cubicBezTo>
                    <a:pt x="1581" y="353"/>
                    <a:pt x="1226" y="1"/>
                    <a:pt x="78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022" name="Google Shape;5022;p60"/>
            <p:cNvSpPr/>
            <p:nvPr/>
          </p:nvSpPr>
          <p:spPr>
            <a:xfrm>
              <a:off x="2678275" y="2090100"/>
              <a:ext cx="481900" cy="271125"/>
            </a:xfrm>
            <a:custGeom>
              <a:avLst/>
              <a:gdLst/>
              <a:ahLst/>
              <a:cxnLst/>
              <a:rect l="l" t="t" r="r" b="b"/>
              <a:pathLst>
                <a:path w="19276" h="10845" extrusionOk="0">
                  <a:moveTo>
                    <a:pt x="9638" y="5229"/>
                  </a:moveTo>
                  <a:cubicBezTo>
                    <a:pt x="9885" y="5229"/>
                    <a:pt x="10134" y="5277"/>
                    <a:pt x="10372" y="5376"/>
                  </a:cubicBezTo>
                  <a:cubicBezTo>
                    <a:pt x="11091" y="5674"/>
                    <a:pt x="11558" y="6373"/>
                    <a:pt x="11558" y="7150"/>
                  </a:cubicBezTo>
                  <a:cubicBezTo>
                    <a:pt x="11558" y="8209"/>
                    <a:pt x="10697" y="9068"/>
                    <a:pt x="9640" y="9071"/>
                  </a:cubicBezTo>
                  <a:cubicBezTo>
                    <a:pt x="8863" y="9071"/>
                    <a:pt x="8161" y="8601"/>
                    <a:pt x="7866" y="7884"/>
                  </a:cubicBezTo>
                  <a:cubicBezTo>
                    <a:pt x="7568" y="7168"/>
                    <a:pt x="7731" y="6343"/>
                    <a:pt x="8282" y="5791"/>
                  </a:cubicBezTo>
                  <a:cubicBezTo>
                    <a:pt x="8648" y="5425"/>
                    <a:pt x="9139" y="5229"/>
                    <a:pt x="9638" y="5229"/>
                  </a:cubicBezTo>
                  <a:close/>
                  <a:moveTo>
                    <a:pt x="571" y="1"/>
                  </a:moveTo>
                  <a:cubicBezTo>
                    <a:pt x="281" y="1"/>
                    <a:pt x="3" y="226"/>
                    <a:pt x="1" y="567"/>
                  </a:cubicBezTo>
                  <a:lnTo>
                    <a:pt x="1" y="7150"/>
                  </a:lnTo>
                  <a:cubicBezTo>
                    <a:pt x="1" y="6373"/>
                    <a:pt x="471" y="5674"/>
                    <a:pt x="1187" y="5376"/>
                  </a:cubicBezTo>
                  <a:cubicBezTo>
                    <a:pt x="1425" y="5277"/>
                    <a:pt x="1674" y="5229"/>
                    <a:pt x="1921" y="5229"/>
                  </a:cubicBezTo>
                  <a:cubicBezTo>
                    <a:pt x="2420" y="5229"/>
                    <a:pt x="2912" y="5425"/>
                    <a:pt x="3280" y="5791"/>
                  </a:cubicBezTo>
                  <a:cubicBezTo>
                    <a:pt x="3828" y="6343"/>
                    <a:pt x="3994" y="7168"/>
                    <a:pt x="3696" y="7884"/>
                  </a:cubicBezTo>
                  <a:cubicBezTo>
                    <a:pt x="3398" y="8601"/>
                    <a:pt x="2699" y="9071"/>
                    <a:pt x="1922" y="9071"/>
                  </a:cubicBezTo>
                  <a:cubicBezTo>
                    <a:pt x="862" y="9068"/>
                    <a:pt x="4" y="8209"/>
                    <a:pt x="1" y="7150"/>
                  </a:cubicBezTo>
                  <a:lnTo>
                    <a:pt x="1" y="10844"/>
                  </a:lnTo>
                  <a:lnTo>
                    <a:pt x="19276" y="10844"/>
                  </a:lnTo>
                  <a:lnTo>
                    <a:pt x="19276" y="7150"/>
                  </a:lnTo>
                  <a:cubicBezTo>
                    <a:pt x="19276" y="7926"/>
                    <a:pt x="18806" y="8625"/>
                    <a:pt x="18089" y="8923"/>
                  </a:cubicBezTo>
                  <a:cubicBezTo>
                    <a:pt x="17852" y="9022"/>
                    <a:pt x="17603" y="9070"/>
                    <a:pt x="17356" y="9070"/>
                  </a:cubicBezTo>
                  <a:cubicBezTo>
                    <a:pt x="16857" y="9070"/>
                    <a:pt x="16365" y="8874"/>
                    <a:pt x="15997" y="8508"/>
                  </a:cubicBezTo>
                  <a:cubicBezTo>
                    <a:pt x="15449" y="7957"/>
                    <a:pt x="15283" y="7131"/>
                    <a:pt x="15581" y="6415"/>
                  </a:cubicBezTo>
                  <a:cubicBezTo>
                    <a:pt x="15879" y="5698"/>
                    <a:pt x="16578" y="5231"/>
                    <a:pt x="17355" y="5231"/>
                  </a:cubicBezTo>
                  <a:cubicBezTo>
                    <a:pt x="18415" y="5231"/>
                    <a:pt x="19273" y="6090"/>
                    <a:pt x="19276" y="7150"/>
                  </a:cubicBezTo>
                  <a:lnTo>
                    <a:pt x="19276" y="567"/>
                  </a:lnTo>
                  <a:cubicBezTo>
                    <a:pt x="19276" y="341"/>
                    <a:pt x="19137" y="133"/>
                    <a:pt x="18927" y="46"/>
                  </a:cubicBezTo>
                  <a:cubicBezTo>
                    <a:pt x="18857" y="17"/>
                    <a:pt x="18783" y="2"/>
                    <a:pt x="18709" y="2"/>
                  </a:cubicBezTo>
                  <a:cubicBezTo>
                    <a:pt x="18564" y="2"/>
                    <a:pt x="18420" y="58"/>
                    <a:pt x="18312" y="166"/>
                  </a:cubicBezTo>
                  <a:lnTo>
                    <a:pt x="14783" y="3641"/>
                  </a:lnTo>
                  <a:lnTo>
                    <a:pt x="9971" y="112"/>
                  </a:lnTo>
                  <a:cubicBezTo>
                    <a:pt x="9871" y="38"/>
                    <a:pt x="9754" y="1"/>
                    <a:pt x="9636" y="1"/>
                  </a:cubicBezTo>
                  <a:cubicBezTo>
                    <a:pt x="9517" y="1"/>
                    <a:pt x="9397" y="39"/>
                    <a:pt x="9297" y="115"/>
                  </a:cubicBezTo>
                  <a:lnTo>
                    <a:pt x="4656" y="3641"/>
                  </a:lnTo>
                  <a:lnTo>
                    <a:pt x="952" y="154"/>
                  </a:lnTo>
                  <a:cubicBezTo>
                    <a:pt x="840" y="48"/>
                    <a:pt x="704" y="1"/>
                    <a:pt x="57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5023" name="Google Shape;5023;p60"/>
          <p:cNvGrpSpPr/>
          <p:nvPr/>
        </p:nvGrpSpPr>
        <p:grpSpPr>
          <a:xfrm>
            <a:off x="2559072" y="3594790"/>
            <a:ext cx="219345" cy="227301"/>
            <a:chOff x="3357325" y="2093500"/>
            <a:chExt cx="311525" cy="322825"/>
          </a:xfrm>
        </p:grpSpPr>
        <p:sp>
          <p:nvSpPr>
            <p:cNvPr id="5024" name="Google Shape;5024;p60"/>
            <p:cNvSpPr/>
            <p:nvPr/>
          </p:nvSpPr>
          <p:spPr>
            <a:xfrm>
              <a:off x="3357325" y="2210550"/>
              <a:ext cx="85700" cy="205775"/>
            </a:xfrm>
            <a:custGeom>
              <a:avLst/>
              <a:gdLst/>
              <a:ahLst/>
              <a:cxnLst/>
              <a:rect l="l" t="t" r="r" b="b"/>
              <a:pathLst>
                <a:path w="3428" h="8231" extrusionOk="0">
                  <a:moveTo>
                    <a:pt x="566" y="1"/>
                  </a:moveTo>
                  <a:cubicBezTo>
                    <a:pt x="253" y="1"/>
                    <a:pt x="0" y="251"/>
                    <a:pt x="0" y="564"/>
                  </a:cubicBezTo>
                  <a:lnTo>
                    <a:pt x="0" y="7664"/>
                  </a:lnTo>
                  <a:cubicBezTo>
                    <a:pt x="0" y="7978"/>
                    <a:pt x="253" y="8231"/>
                    <a:pt x="566" y="8231"/>
                  </a:cubicBezTo>
                  <a:lnTo>
                    <a:pt x="2861" y="8231"/>
                  </a:lnTo>
                  <a:cubicBezTo>
                    <a:pt x="3174" y="8231"/>
                    <a:pt x="3427" y="7978"/>
                    <a:pt x="3427" y="7664"/>
                  </a:cubicBezTo>
                  <a:lnTo>
                    <a:pt x="3427" y="564"/>
                  </a:lnTo>
                  <a:cubicBezTo>
                    <a:pt x="3427" y="251"/>
                    <a:pt x="3174" y="1"/>
                    <a:pt x="286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025" name="Google Shape;5025;p60"/>
            <p:cNvSpPr/>
            <p:nvPr/>
          </p:nvSpPr>
          <p:spPr>
            <a:xfrm>
              <a:off x="3471225" y="2152075"/>
              <a:ext cx="84725" cy="264250"/>
            </a:xfrm>
            <a:custGeom>
              <a:avLst/>
              <a:gdLst/>
              <a:ahLst/>
              <a:cxnLst/>
              <a:rect l="l" t="t" r="r" b="b"/>
              <a:pathLst>
                <a:path w="3389" h="10570" extrusionOk="0">
                  <a:moveTo>
                    <a:pt x="563" y="0"/>
                  </a:moveTo>
                  <a:cubicBezTo>
                    <a:pt x="253" y="0"/>
                    <a:pt x="0" y="250"/>
                    <a:pt x="0" y="563"/>
                  </a:cubicBezTo>
                  <a:lnTo>
                    <a:pt x="0" y="10003"/>
                  </a:lnTo>
                  <a:cubicBezTo>
                    <a:pt x="0" y="10317"/>
                    <a:pt x="253" y="10570"/>
                    <a:pt x="563" y="10570"/>
                  </a:cubicBezTo>
                  <a:lnTo>
                    <a:pt x="2822" y="10570"/>
                  </a:lnTo>
                  <a:cubicBezTo>
                    <a:pt x="3135" y="10570"/>
                    <a:pt x="3388" y="10317"/>
                    <a:pt x="3388" y="10003"/>
                  </a:cubicBezTo>
                  <a:lnTo>
                    <a:pt x="3388" y="563"/>
                  </a:lnTo>
                  <a:cubicBezTo>
                    <a:pt x="3388" y="250"/>
                    <a:pt x="3135" y="0"/>
                    <a:pt x="28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026" name="Google Shape;5026;p60"/>
            <p:cNvSpPr/>
            <p:nvPr/>
          </p:nvSpPr>
          <p:spPr>
            <a:xfrm>
              <a:off x="3584150" y="2093500"/>
              <a:ext cx="84700" cy="322825"/>
            </a:xfrm>
            <a:custGeom>
              <a:avLst/>
              <a:gdLst/>
              <a:ahLst/>
              <a:cxnLst/>
              <a:rect l="l" t="t" r="r" b="b"/>
              <a:pathLst>
                <a:path w="3388" h="12913" extrusionOk="0">
                  <a:moveTo>
                    <a:pt x="563" y="0"/>
                  </a:moveTo>
                  <a:cubicBezTo>
                    <a:pt x="253" y="0"/>
                    <a:pt x="0" y="253"/>
                    <a:pt x="0" y="566"/>
                  </a:cubicBezTo>
                  <a:lnTo>
                    <a:pt x="0" y="12346"/>
                  </a:lnTo>
                  <a:cubicBezTo>
                    <a:pt x="0" y="12660"/>
                    <a:pt x="253" y="12913"/>
                    <a:pt x="563" y="12913"/>
                  </a:cubicBezTo>
                  <a:lnTo>
                    <a:pt x="2822" y="12913"/>
                  </a:lnTo>
                  <a:cubicBezTo>
                    <a:pt x="3135" y="12913"/>
                    <a:pt x="3388" y="12660"/>
                    <a:pt x="3388" y="12346"/>
                  </a:cubicBezTo>
                  <a:lnTo>
                    <a:pt x="3388" y="566"/>
                  </a:lnTo>
                  <a:cubicBezTo>
                    <a:pt x="3388" y="253"/>
                    <a:pt x="3135" y="0"/>
                    <a:pt x="28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5027" name="Google Shape;5027;p60"/>
          <p:cNvSpPr/>
          <p:nvPr/>
        </p:nvSpPr>
        <p:spPr>
          <a:xfrm>
            <a:off x="2914345" y="3550464"/>
            <a:ext cx="333673" cy="315824"/>
          </a:xfrm>
          <a:custGeom>
            <a:avLst/>
            <a:gdLst/>
            <a:ahLst/>
            <a:cxnLst/>
            <a:rect l="l" t="t" r="r" b="b"/>
            <a:pathLst>
              <a:path w="18956" h="17942" extrusionOk="0">
                <a:moveTo>
                  <a:pt x="6270" y="9375"/>
                </a:moveTo>
                <a:lnTo>
                  <a:pt x="6267" y="16812"/>
                </a:lnTo>
                <a:lnTo>
                  <a:pt x="1130" y="16812"/>
                </a:lnTo>
                <a:lnTo>
                  <a:pt x="1130" y="13545"/>
                </a:lnTo>
                <a:lnTo>
                  <a:pt x="6270" y="9375"/>
                </a:lnTo>
                <a:close/>
                <a:moveTo>
                  <a:pt x="7399" y="9116"/>
                </a:moveTo>
                <a:lnTo>
                  <a:pt x="12103" y="11534"/>
                </a:lnTo>
                <a:lnTo>
                  <a:pt x="12100" y="16812"/>
                </a:lnTo>
                <a:lnTo>
                  <a:pt x="7399" y="16812"/>
                </a:lnTo>
                <a:lnTo>
                  <a:pt x="7399" y="9116"/>
                </a:lnTo>
                <a:close/>
                <a:moveTo>
                  <a:pt x="564" y="1"/>
                </a:moveTo>
                <a:cubicBezTo>
                  <a:pt x="251" y="1"/>
                  <a:pt x="1" y="254"/>
                  <a:pt x="1" y="564"/>
                </a:cubicBezTo>
                <a:lnTo>
                  <a:pt x="1" y="13274"/>
                </a:lnTo>
                <a:lnTo>
                  <a:pt x="1" y="17376"/>
                </a:lnTo>
                <a:cubicBezTo>
                  <a:pt x="1" y="17689"/>
                  <a:pt x="251" y="17942"/>
                  <a:pt x="564" y="17942"/>
                </a:cubicBezTo>
                <a:lnTo>
                  <a:pt x="18324" y="17942"/>
                </a:lnTo>
                <a:cubicBezTo>
                  <a:pt x="18637" y="17942"/>
                  <a:pt x="18890" y="17689"/>
                  <a:pt x="18890" y="17376"/>
                </a:cubicBezTo>
                <a:cubicBezTo>
                  <a:pt x="18890" y="17062"/>
                  <a:pt x="18637" y="16812"/>
                  <a:pt x="18324" y="16812"/>
                </a:cubicBezTo>
                <a:lnTo>
                  <a:pt x="13232" y="16812"/>
                </a:lnTo>
                <a:lnTo>
                  <a:pt x="13232" y="11425"/>
                </a:lnTo>
                <a:lnTo>
                  <a:pt x="16210" y="8444"/>
                </a:lnTo>
                <a:lnTo>
                  <a:pt x="17400" y="9634"/>
                </a:lnTo>
                <a:cubicBezTo>
                  <a:pt x="17514" y="9748"/>
                  <a:pt x="17656" y="9799"/>
                  <a:pt x="17796" y="9799"/>
                </a:cubicBezTo>
                <a:cubicBezTo>
                  <a:pt x="18059" y="9799"/>
                  <a:pt x="18314" y="9616"/>
                  <a:pt x="18357" y="9317"/>
                </a:cubicBezTo>
                <a:lnTo>
                  <a:pt x="18905" y="5592"/>
                </a:lnTo>
                <a:cubicBezTo>
                  <a:pt x="18955" y="5247"/>
                  <a:pt x="18683" y="4948"/>
                  <a:pt x="18347" y="4948"/>
                </a:cubicBezTo>
                <a:cubicBezTo>
                  <a:pt x="18320" y="4948"/>
                  <a:pt x="18292" y="4950"/>
                  <a:pt x="18264" y="4954"/>
                </a:cubicBezTo>
                <a:lnTo>
                  <a:pt x="14539" y="5502"/>
                </a:lnTo>
                <a:cubicBezTo>
                  <a:pt x="14078" y="5568"/>
                  <a:pt x="13895" y="6132"/>
                  <a:pt x="14223" y="6460"/>
                </a:cubicBezTo>
                <a:lnTo>
                  <a:pt x="15412" y="7649"/>
                </a:lnTo>
                <a:lnTo>
                  <a:pt x="12558" y="10501"/>
                </a:lnTo>
                <a:lnTo>
                  <a:pt x="7092" y="7688"/>
                </a:lnTo>
                <a:lnTo>
                  <a:pt x="7059" y="7673"/>
                </a:lnTo>
                <a:lnTo>
                  <a:pt x="7044" y="7667"/>
                </a:lnTo>
                <a:cubicBezTo>
                  <a:pt x="7032" y="7661"/>
                  <a:pt x="7020" y="7658"/>
                  <a:pt x="7008" y="7655"/>
                </a:cubicBezTo>
                <a:cubicBezTo>
                  <a:pt x="7002" y="7652"/>
                  <a:pt x="6996" y="7649"/>
                  <a:pt x="6990" y="7649"/>
                </a:cubicBezTo>
                <a:lnTo>
                  <a:pt x="6957" y="7640"/>
                </a:lnTo>
                <a:lnTo>
                  <a:pt x="6942" y="7637"/>
                </a:lnTo>
                <a:cubicBezTo>
                  <a:pt x="6926" y="7634"/>
                  <a:pt x="6908" y="7631"/>
                  <a:pt x="6893" y="7628"/>
                </a:cubicBezTo>
                <a:lnTo>
                  <a:pt x="6770" y="7628"/>
                </a:lnTo>
                <a:cubicBezTo>
                  <a:pt x="6758" y="7631"/>
                  <a:pt x="6743" y="7634"/>
                  <a:pt x="6728" y="7637"/>
                </a:cubicBezTo>
                <a:lnTo>
                  <a:pt x="6710" y="7640"/>
                </a:lnTo>
                <a:lnTo>
                  <a:pt x="6680" y="7649"/>
                </a:lnTo>
                <a:lnTo>
                  <a:pt x="6658" y="7652"/>
                </a:lnTo>
                <a:cubicBezTo>
                  <a:pt x="6646" y="7658"/>
                  <a:pt x="6631" y="7664"/>
                  <a:pt x="6616" y="7670"/>
                </a:cubicBezTo>
                <a:cubicBezTo>
                  <a:pt x="6610" y="7670"/>
                  <a:pt x="6607" y="7673"/>
                  <a:pt x="6601" y="7676"/>
                </a:cubicBezTo>
                <a:cubicBezTo>
                  <a:pt x="6595" y="7679"/>
                  <a:pt x="6583" y="7685"/>
                  <a:pt x="6574" y="7688"/>
                </a:cubicBezTo>
                <a:lnTo>
                  <a:pt x="6556" y="7700"/>
                </a:lnTo>
                <a:cubicBezTo>
                  <a:pt x="6547" y="7703"/>
                  <a:pt x="6538" y="7709"/>
                  <a:pt x="6529" y="7715"/>
                </a:cubicBezTo>
                <a:lnTo>
                  <a:pt x="6514" y="7724"/>
                </a:lnTo>
                <a:cubicBezTo>
                  <a:pt x="6502" y="7733"/>
                  <a:pt x="6490" y="7743"/>
                  <a:pt x="6475" y="7752"/>
                </a:cubicBezTo>
                <a:lnTo>
                  <a:pt x="6475" y="7755"/>
                </a:lnTo>
                <a:lnTo>
                  <a:pt x="1130" y="12091"/>
                </a:lnTo>
                <a:lnTo>
                  <a:pt x="1130" y="564"/>
                </a:lnTo>
                <a:cubicBezTo>
                  <a:pt x="1130" y="254"/>
                  <a:pt x="877" y="1"/>
                  <a:pt x="56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grpSp>
        <p:nvGrpSpPr>
          <p:cNvPr id="5028" name="Google Shape;5028;p60"/>
          <p:cNvGrpSpPr/>
          <p:nvPr/>
        </p:nvGrpSpPr>
        <p:grpSpPr>
          <a:xfrm>
            <a:off x="3353262" y="3538814"/>
            <a:ext cx="292078" cy="339253"/>
            <a:chOff x="4492800" y="2027925"/>
            <a:chExt cx="414825" cy="481825"/>
          </a:xfrm>
        </p:grpSpPr>
        <p:sp>
          <p:nvSpPr>
            <p:cNvPr id="5029" name="Google Shape;5029;p60"/>
            <p:cNvSpPr/>
            <p:nvPr/>
          </p:nvSpPr>
          <p:spPr>
            <a:xfrm>
              <a:off x="4492800" y="2027925"/>
              <a:ext cx="54600" cy="481825"/>
            </a:xfrm>
            <a:custGeom>
              <a:avLst/>
              <a:gdLst/>
              <a:ahLst/>
              <a:cxnLst/>
              <a:rect l="l" t="t" r="r" b="b"/>
              <a:pathLst>
                <a:path w="2184" h="19273" extrusionOk="0">
                  <a:moveTo>
                    <a:pt x="912" y="1"/>
                  </a:moveTo>
                  <a:cubicBezTo>
                    <a:pt x="407" y="1"/>
                    <a:pt x="0" y="407"/>
                    <a:pt x="0" y="913"/>
                  </a:cubicBezTo>
                  <a:lnTo>
                    <a:pt x="0" y="18360"/>
                  </a:lnTo>
                  <a:cubicBezTo>
                    <a:pt x="0" y="18866"/>
                    <a:pt x="407" y="19273"/>
                    <a:pt x="912" y="19273"/>
                  </a:cubicBezTo>
                  <a:lnTo>
                    <a:pt x="1271" y="19273"/>
                  </a:lnTo>
                  <a:cubicBezTo>
                    <a:pt x="1777" y="19273"/>
                    <a:pt x="2183" y="18866"/>
                    <a:pt x="2183" y="18360"/>
                  </a:cubicBezTo>
                  <a:lnTo>
                    <a:pt x="2183" y="913"/>
                  </a:lnTo>
                  <a:cubicBezTo>
                    <a:pt x="2183" y="407"/>
                    <a:pt x="1777" y="1"/>
                    <a:pt x="127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030" name="Google Shape;5030;p60"/>
            <p:cNvSpPr/>
            <p:nvPr/>
          </p:nvSpPr>
          <p:spPr>
            <a:xfrm>
              <a:off x="4575600" y="2051425"/>
              <a:ext cx="332025" cy="262450"/>
            </a:xfrm>
            <a:custGeom>
              <a:avLst/>
              <a:gdLst/>
              <a:ahLst/>
              <a:cxnLst/>
              <a:rect l="l" t="t" r="r" b="b"/>
              <a:pathLst>
                <a:path w="13281" h="10498" extrusionOk="0">
                  <a:moveTo>
                    <a:pt x="0" y="0"/>
                  </a:moveTo>
                  <a:lnTo>
                    <a:pt x="0" y="10497"/>
                  </a:lnTo>
                  <a:lnTo>
                    <a:pt x="12485" y="10497"/>
                  </a:lnTo>
                  <a:cubicBezTo>
                    <a:pt x="13006" y="10494"/>
                    <a:pt x="13280" y="9874"/>
                    <a:pt x="12925" y="9488"/>
                  </a:cubicBezTo>
                  <a:lnTo>
                    <a:pt x="9010" y="5249"/>
                  </a:lnTo>
                  <a:lnTo>
                    <a:pt x="12925" y="1006"/>
                  </a:lnTo>
                  <a:cubicBezTo>
                    <a:pt x="13280" y="620"/>
                    <a:pt x="13006" y="0"/>
                    <a:pt x="1248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5031" name="Google Shape;5031;p60"/>
          <p:cNvGrpSpPr/>
          <p:nvPr/>
        </p:nvGrpSpPr>
        <p:grpSpPr>
          <a:xfrm>
            <a:off x="3752354" y="3538805"/>
            <a:ext cx="339200" cy="339271"/>
            <a:chOff x="5049725" y="2027900"/>
            <a:chExt cx="481750" cy="481850"/>
          </a:xfrm>
        </p:grpSpPr>
        <p:sp>
          <p:nvSpPr>
            <p:cNvPr id="5032" name="Google Shape;5032;p60"/>
            <p:cNvSpPr/>
            <p:nvPr/>
          </p:nvSpPr>
          <p:spPr>
            <a:xfrm>
              <a:off x="5191775" y="2394925"/>
              <a:ext cx="197625" cy="114825"/>
            </a:xfrm>
            <a:custGeom>
              <a:avLst/>
              <a:gdLst/>
              <a:ahLst/>
              <a:cxnLst/>
              <a:rect l="l" t="t" r="r" b="b"/>
              <a:pathLst>
                <a:path w="7905" h="4593" extrusionOk="0">
                  <a:moveTo>
                    <a:pt x="0" y="0"/>
                  </a:moveTo>
                  <a:lnTo>
                    <a:pt x="0" y="566"/>
                  </a:lnTo>
                  <a:cubicBezTo>
                    <a:pt x="3" y="1298"/>
                    <a:pt x="479" y="1949"/>
                    <a:pt x="1178" y="2171"/>
                  </a:cubicBezTo>
                  <a:cubicBezTo>
                    <a:pt x="1407" y="3502"/>
                    <a:pt x="2560" y="4593"/>
                    <a:pt x="3954" y="4593"/>
                  </a:cubicBezTo>
                  <a:cubicBezTo>
                    <a:pt x="5345" y="4593"/>
                    <a:pt x="6499" y="3502"/>
                    <a:pt x="6728" y="2171"/>
                  </a:cubicBezTo>
                  <a:cubicBezTo>
                    <a:pt x="7426" y="1949"/>
                    <a:pt x="7902" y="1298"/>
                    <a:pt x="7905" y="566"/>
                  </a:cubicBezTo>
                  <a:lnTo>
                    <a:pt x="790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033" name="Google Shape;5033;p60"/>
            <p:cNvSpPr/>
            <p:nvPr/>
          </p:nvSpPr>
          <p:spPr>
            <a:xfrm>
              <a:off x="5113625" y="2027900"/>
              <a:ext cx="347300" cy="338825"/>
            </a:xfrm>
            <a:custGeom>
              <a:avLst/>
              <a:gdLst/>
              <a:ahLst/>
              <a:cxnLst/>
              <a:rect l="l" t="t" r="r" b="b"/>
              <a:pathLst>
                <a:path w="13892" h="13553" extrusionOk="0">
                  <a:moveTo>
                    <a:pt x="7080" y="2260"/>
                  </a:moveTo>
                  <a:cubicBezTo>
                    <a:pt x="9574" y="2263"/>
                    <a:pt x="11594" y="4284"/>
                    <a:pt x="11597" y="6777"/>
                  </a:cubicBezTo>
                  <a:cubicBezTo>
                    <a:pt x="11597" y="7090"/>
                    <a:pt x="11344" y="7340"/>
                    <a:pt x="11031" y="7340"/>
                  </a:cubicBezTo>
                  <a:cubicBezTo>
                    <a:pt x="10718" y="7340"/>
                    <a:pt x="10468" y="7090"/>
                    <a:pt x="10468" y="6777"/>
                  </a:cubicBezTo>
                  <a:cubicBezTo>
                    <a:pt x="10465" y="4907"/>
                    <a:pt x="8950" y="3392"/>
                    <a:pt x="7080" y="3389"/>
                  </a:cubicBezTo>
                  <a:cubicBezTo>
                    <a:pt x="6767" y="3389"/>
                    <a:pt x="6514" y="3136"/>
                    <a:pt x="6514" y="2826"/>
                  </a:cubicBezTo>
                  <a:cubicBezTo>
                    <a:pt x="6514" y="2513"/>
                    <a:pt x="6767" y="2260"/>
                    <a:pt x="7080" y="2260"/>
                  </a:cubicBezTo>
                  <a:close/>
                  <a:moveTo>
                    <a:pt x="7070" y="1"/>
                  </a:moveTo>
                  <a:cubicBezTo>
                    <a:pt x="6595" y="1"/>
                    <a:pt x="6111" y="50"/>
                    <a:pt x="5623" y="152"/>
                  </a:cubicBezTo>
                  <a:cubicBezTo>
                    <a:pt x="3075" y="685"/>
                    <a:pt x="1001" y="2754"/>
                    <a:pt x="459" y="5301"/>
                  </a:cubicBezTo>
                  <a:cubicBezTo>
                    <a:pt x="1" y="7469"/>
                    <a:pt x="567" y="9644"/>
                    <a:pt x="2015" y="11270"/>
                  </a:cubicBezTo>
                  <a:cubicBezTo>
                    <a:pt x="2584" y="11908"/>
                    <a:pt x="2952" y="12703"/>
                    <a:pt x="3072" y="13552"/>
                  </a:cubicBezTo>
                  <a:lnTo>
                    <a:pt x="11088" y="13552"/>
                  </a:lnTo>
                  <a:cubicBezTo>
                    <a:pt x="11221" y="12691"/>
                    <a:pt x="11597" y="11887"/>
                    <a:pt x="12175" y="11233"/>
                  </a:cubicBezTo>
                  <a:cubicBezTo>
                    <a:pt x="13259" y="10002"/>
                    <a:pt x="13892" y="8418"/>
                    <a:pt x="13892" y="6777"/>
                  </a:cubicBezTo>
                  <a:cubicBezTo>
                    <a:pt x="13892" y="2969"/>
                    <a:pt x="10766" y="1"/>
                    <a:pt x="70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034" name="Google Shape;5034;p60"/>
            <p:cNvSpPr/>
            <p:nvPr/>
          </p:nvSpPr>
          <p:spPr>
            <a:xfrm>
              <a:off x="5049725" y="2197300"/>
              <a:ext cx="56400" cy="28275"/>
            </a:xfrm>
            <a:custGeom>
              <a:avLst/>
              <a:gdLst/>
              <a:ahLst/>
              <a:cxnLst/>
              <a:rect l="l" t="t" r="r" b="b"/>
              <a:pathLst>
                <a:path w="2256" h="1131" extrusionOk="0">
                  <a:moveTo>
                    <a:pt x="563" y="1"/>
                  </a:moveTo>
                  <a:cubicBezTo>
                    <a:pt x="250" y="1"/>
                    <a:pt x="0" y="254"/>
                    <a:pt x="0" y="567"/>
                  </a:cubicBezTo>
                  <a:cubicBezTo>
                    <a:pt x="0" y="877"/>
                    <a:pt x="250" y="1130"/>
                    <a:pt x="563" y="1130"/>
                  </a:cubicBezTo>
                  <a:lnTo>
                    <a:pt x="1693" y="1130"/>
                  </a:lnTo>
                  <a:cubicBezTo>
                    <a:pt x="2006" y="1130"/>
                    <a:pt x="2256" y="877"/>
                    <a:pt x="2256" y="567"/>
                  </a:cubicBezTo>
                  <a:cubicBezTo>
                    <a:pt x="2256" y="254"/>
                    <a:pt x="2006" y="1"/>
                    <a:pt x="169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035" name="Google Shape;5035;p60"/>
            <p:cNvSpPr/>
            <p:nvPr/>
          </p:nvSpPr>
          <p:spPr>
            <a:xfrm>
              <a:off x="5052575" y="2102800"/>
              <a:ext cx="50850" cy="48075"/>
            </a:xfrm>
            <a:custGeom>
              <a:avLst/>
              <a:gdLst/>
              <a:ahLst/>
              <a:cxnLst/>
              <a:rect l="l" t="t" r="r" b="b"/>
              <a:pathLst>
                <a:path w="2034" h="1923" extrusionOk="0">
                  <a:moveTo>
                    <a:pt x="623" y="0"/>
                  </a:moveTo>
                  <a:cubicBezTo>
                    <a:pt x="478" y="0"/>
                    <a:pt x="333" y="56"/>
                    <a:pt x="224" y="167"/>
                  </a:cubicBezTo>
                  <a:cubicBezTo>
                    <a:pt x="4" y="384"/>
                    <a:pt x="1" y="736"/>
                    <a:pt x="214" y="959"/>
                  </a:cubicBezTo>
                  <a:lnTo>
                    <a:pt x="1015" y="1757"/>
                  </a:lnTo>
                  <a:cubicBezTo>
                    <a:pt x="1125" y="1867"/>
                    <a:pt x="1269" y="1922"/>
                    <a:pt x="1413" y="1922"/>
                  </a:cubicBezTo>
                  <a:cubicBezTo>
                    <a:pt x="1558" y="1922"/>
                    <a:pt x="1702" y="1867"/>
                    <a:pt x="1813" y="1757"/>
                  </a:cubicBezTo>
                  <a:cubicBezTo>
                    <a:pt x="2033" y="1534"/>
                    <a:pt x="2033" y="1179"/>
                    <a:pt x="1813" y="959"/>
                  </a:cubicBezTo>
                  <a:lnTo>
                    <a:pt x="1015" y="158"/>
                  </a:lnTo>
                  <a:cubicBezTo>
                    <a:pt x="906" y="53"/>
                    <a:pt x="764" y="0"/>
                    <a:pt x="62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036" name="Google Shape;5036;p60"/>
            <p:cNvSpPr/>
            <p:nvPr/>
          </p:nvSpPr>
          <p:spPr>
            <a:xfrm>
              <a:off x="5052575" y="2272175"/>
              <a:ext cx="50700" cy="47900"/>
            </a:xfrm>
            <a:custGeom>
              <a:avLst/>
              <a:gdLst/>
              <a:ahLst/>
              <a:cxnLst/>
              <a:rect l="l" t="t" r="r" b="b"/>
              <a:pathLst>
                <a:path w="2028" h="1916" extrusionOk="0">
                  <a:moveTo>
                    <a:pt x="1405" y="0"/>
                  </a:moveTo>
                  <a:cubicBezTo>
                    <a:pt x="1264" y="0"/>
                    <a:pt x="1124" y="53"/>
                    <a:pt x="1015" y="159"/>
                  </a:cubicBezTo>
                  <a:lnTo>
                    <a:pt x="214" y="960"/>
                  </a:lnTo>
                  <a:cubicBezTo>
                    <a:pt x="1" y="1179"/>
                    <a:pt x="4" y="1532"/>
                    <a:pt x="224" y="1749"/>
                  </a:cubicBezTo>
                  <a:cubicBezTo>
                    <a:pt x="333" y="1860"/>
                    <a:pt x="478" y="1916"/>
                    <a:pt x="623" y="1916"/>
                  </a:cubicBezTo>
                  <a:cubicBezTo>
                    <a:pt x="764" y="1916"/>
                    <a:pt x="906" y="1863"/>
                    <a:pt x="1015" y="1758"/>
                  </a:cubicBezTo>
                  <a:lnTo>
                    <a:pt x="1813" y="960"/>
                  </a:lnTo>
                  <a:cubicBezTo>
                    <a:pt x="2027" y="737"/>
                    <a:pt x="2024" y="384"/>
                    <a:pt x="1804" y="168"/>
                  </a:cubicBezTo>
                  <a:cubicBezTo>
                    <a:pt x="1695" y="56"/>
                    <a:pt x="1550" y="0"/>
                    <a:pt x="140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037" name="Google Shape;5037;p60"/>
            <p:cNvSpPr/>
            <p:nvPr/>
          </p:nvSpPr>
          <p:spPr>
            <a:xfrm>
              <a:off x="5475050" y="2197300"/>
              <a:ext cx="56425" cy="28275"/>
            </a:xfrm>
            <a:custGeom>
              <a:avLst/>
              <a:gdLst/>
              <a:ahLst/>
              <a:cxnLst/>
              <a:rect l="l" t="t" r="r" b="b"/>
              <a:pathLst>
                <a:path w="2257" h="1131" extrusionOk="0">
                  <a:moveTo>
                    <a:pt x="564" y="1"/>
                  </a:moveTo>
                  <a:cubicBezTo>
                    <a:pt x="251" y="1"/>
                    <a:pt x="1" y="254"/>
                    <a:pt x="1" y="567"/>
                  </a:cubicBezTo>
                  <a:cubicBezTo>
                    <a:pt x="1" y="877"/>
                    <a:pt x="251" y="1130"/>
                    <a:pt x="564" y="1130"/>
                  </a:cubicBezTo>
                  <a:lnTo>
                    <a:pt x="1693" y="1130"/>
                  </a:lnTo>
                  <a:cubicBezTo>
                    <a:pt x="2006" y="1130"/>
                    <a:pt x="2256" y="877"/>
                    <a:pt x="2256" y="567"/>
                  </a:cubicBezTo>
                  <a:cubicBezTo>
                    <a:pt x="2256" y="254"/>
                    <a:pt x="2006" y="1"/>
                    <a:pt x="169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038" name="Google Shape;5038;p60"/>
            <p:cNvSpPr/>
            <p:nvPr/>
          </p:nvSpPr>
          <p:spPr>
            <a:xfrm>
              <a:off x="5477925" y="2102800"/>
              <a:ext cx="50675" cy="47900"/>
            </a:xfrm>
            <a:custGeom>
              <a:avLst/>
              <a:gdLst/>
              <a:ahLst/>
              <a:cxnLst/>
              <a:rect l="l" t="t" r="r" b="b"/>
              <a:pathLst>
                <a:path w="2027" h="1916" extrusionOk="0">
                  <a:moveTo>
                    <a:pt x="1405" y="0"/>
                  </a:moveTo>
                  <a:cubicBezTo>
                    <a:pt x="1264" y="0"/>
                    <a:pt x="1123" y="53"/>
                    <a:pt x="1015" y="158"/>
                  </a:cubicBezTo>
                  <a:lnTo>
                    <a:pt x="214" y="959"/>
                  </a:lnTo>
                  <a:cubicBezTo>
                    <a:pt x="0" y="1179"/>
                    <a:pt x="3" y="1531"/>
                    <a:pt x="223" y="1748"/>
                  </a:cubicBezTo>
                  <a:cubicBezTo>
                    <a:pt x="333" y="1860"/>
                    <a:pt x="478" y="1915"/>
                    <a:pt x="623" y="1915"/>
                  </a:cubicBezTo>
                  <a:cubicBezTo>
                    <a:pt x="764" y="1915"/>
                    <a:pt x="905" y="1863"/>
                    <a:pt x="1015" y="1757"/>
                  </a:cubicBezTo>
                  <a:lnTo>
                    <a:pt x="1813" y="959"/>
                  </a:lnTo>
                  <a:cubicBezTo>
                    <a:pt x="2027" y="736"/>
                    <a:pt x="2024" y="384"/>
                    <a:pt x="1804" y="167"/>
                  </a:cubicBezTo>
                  <a:cubicBezTo>
                    <a:pt x="1694" y="56"/>
                    <a:pt x="1549" y="0"/>
                    <a:pt x="140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039" name="Google Shape;5039;p60"/>
            <p:cNvSpPr/>
            <p:nvPr/>
          </p:nvSpPr>
          <p:spPr>
            <a:xfrm>
              <a:off x="5477775" y="2272000"/>
              <a:ext cx="50825" cy="48075"/>
            </a:xfrm>
            <a:custGeom>
              <a:avLst/>
              <a:gdLst/>
              <a:ahLst/>
              <a:cxnLst/>
              <a:rect l="l" t="t" r="r" b="b"/>
              <a:pathLst>
                <a:path w="2033" h="1923" extrusionOk="0">
                  <a:moveTo>
                    <a:pt x="621" y="1"/>
                  </a:moveTo>
                  <a:cubicBezTo>
                    <a:pt x="476" y="1"/>
                    <a:pt x="331" y="56"/>
                    <a:pt x="220" y="166"/>
                  </a:cubicBezTo>
                  <a:cubicBezTo>
                    <a:pt x="0" y="388"/>
                    <a:pt x="0" y="744"/>
                    <a:pt x="220" y="967"/>
                  </a:cubicBezTo>
                  <a:lnTo>
                    <a:pt x="1021" y="1765"/>
                  </a:lnTo>
                  <a:cubicBezTo>
                    <a:pt x="1129" y="1870"/>
                    <a:pt x="1270" y="1923"/>
                    <a:pt x="1411" y="1923"/>
                  </a:cubicBezTo>
                  <a:cubicBezTo>
                    <a:pt x="1555" y="1923"/>
                    <a:pt x="1700" y="1867"/>
                    <a:pt x="1810" y="1756"/>
                  </a:cubicBezTo>
                  <a:cubicBezTo>
                    <a:pt x="2030" y="1539"/>
                    <a:pt x="2033" y="1186"/>
                    <a:pt x="1819" y="967"/>
                  </a:cubicBezTo>
                  <a:lnTo>
                    <a:pt x="1021" y="166"/>
                  </a:lnTo>
                  <a:cubicBezTo>
                    <a:pt x="910" y="56"/>
                    <a:pt x="765" y="1"/>
                    <a:pt x="62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5040" name="Google Shape;5040;p60"/>
          <p:cNvGrpSpPr/>
          <p:nvPr/>
        </p:nvGrpSpPr>
        <p:grpSpPr>
          <a:xfrm>
            <a:off x="4225950" y="3538893"/>
            <a:ext cx="219890" cy="339095"/>
            <a:chOff x="5726350" y="2028150"/>
            <a:chExt cx="312300" cy="481600"/>
          </a:xfrm>
        </p:grpSpPr>
        <p:sp>
          <p:nvSpPr>
            <p:cNvPr id="5041" name="Google Shape;5041;p60"/>
            <p:cNvSpPr/>
            <p:nvPr/>
          </p:nvSpPr>
          <p:spPr>
            <a:xfrm>
              <a:off x="5756075" y="2028150"/>
              <a:ext cx="252825" cy="83275"/>
            </a:xfrm>
            <a:custGeom>
              <a:avLst/>
              <a:gdLst/>
              <a:ahLst/>
              <a:cxnLst/>
              <a:rect l="l" t="t" r="r" b="b"/>
              <a:pathLst>
                <a:path w="10113" h="3331" extrusionOk="0">
                  <a:moveTo>
                    <a:pt x="1639" y="1"/>
                  </a:moveTo>
                  <a:cubicBezTo>
                    <a:pt x="730" y="13"/>
                    <a:pt x="1" y="753"/>
                    <a:pt x="1" y="1666"/>
                  </a:cubicBezTo>
                  <a:cubicBezTo>
                    <a:pt x="1" y="2575"/>
                    <a:pt x="730" y="3316"/>
                    <a:pt x="1639" y="3331"/>
                  </a:cubicBezTo>
                  <a:lnTo>
                    <a:pt x="8474" y="3331"/>
                  </a:lnTo>
                  <a:cubicBezTo>
                    <a:pt x="9384" y="3316"/>
                    <a:pt x="10113" y="2575"/>
                    <a:pt x="10113" y="1666"/>
                  </a:cubicBezTo>
                  <a:cubicBezTo>
                    <a:pt x="10113" y="753"/>
                    <a:pt x="9384" y="13"/>
                    <a:pt x="84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042" name="Google Shape;5042;p60"/>
            <p:cNvSpPr/>
            <p:nvPr/>
          </p:nvSpPr>
          <p:spPr>
            <a:xfrm>
              <a:off x="5726350" y="2139650"/>
              <a:ext cx="312300" cy="224425"/>
            </a:xfrm>
            <a:custGeom>
              <a:avLst/>
              <a:gdLst/>
              <a:ahLst/>
              <a:cxnLst/>
              <a:rect l="l" t="t" r="r" b="b"/>
              <a:pathLst>
                <a:path w="12492" h="8977" extrusionOk="0">
                  <a:moveTo>
                    <a:pt x="2822" y="0"/>
                  </a:moveTo>
                  <a:lnTo>
                    <a:pt x="2822" y="4800"/>
                  </a:lnTo>
                  <a:cubicBezTo>
                    <a:pt x="1527" y="5589"/>
                    <a:pt x="542" y="6797"/>
                    <a:pt x="36" y="8224"/>
                  </a:cubicBezTo>
                  <a:lnTo>
                    <a:pt x="30" y="8233"/>
                  </a:lnTo>
                  <a:cubicBezTo>
                    <a:pt x="27" y="8242"/>
                    <a:pt x="24" y="8254"/>
                    <a:pt x="21" y="8266"/>
                  </a:cubicBezTo>
                  <a:cubicBezTo>
                    <a:pt x="18" y="8278"/>
                    <a:pt x="15" y="8281"/>
                    <a:pt x="15" y="8287"/>
                  </a:cubicBezTo>
                  <a:cubicBezTo>
                    <a:pt x="12" y="8296"/>
                    <a:pt x="9" y="8308"/>
                    <a:pt x="9" y="8317"/>
                  </a:cubicBezTo>
                  <a:cubicBezTo>
                    <a:pt x="6" y="8326"/>
                    <a:pt x="6" y="8335"/>
                    <a:pt x="3" y="8347"/>
                  </a:cubicBezTo>
                  <a:cubicBezTo>
                    <a:pt x="3" y="8356"/>
                    <a:pt x="3" y="8362"/>
                    <a:pt x="3" y="8368"/>
                  </a:cubicBezTo>
                  <a:cubicBezTo>
                    <a:pt x="0" y="8378"/>
                    <a:pt x="3" y="8393"/>
                    <a:pt x="3" y="8405"/>
                  </a:cubicBezTo>
                  <a:cubicBezTo>
                    <a:pt x="3" y="8408"/>
                    <a:pt x="3" y="8411"/>
                    <a:pt x="3" y="8414"/>
                  </a:cubicBezTo>
                  <a:lnTo>
                    <a:pt x="3" y="8426"/>
                  </a:lnTo>
                  <a:cubicBezTo>
                    <a:pt x="3" y="8438"/>
                    <a:pt x="3" y="8450"/>
                    <a:pt x="3" y="8462"/>
                  </a:cubicBezTo>
                  <a:lnTo>
                    <a:pt x="6" y="8483"/>
                  </a:lnTo>
                  <a:cubicBezTo>
                    <a:pt x="6" y="8495"/>
                    <a:pt x="9" y="8504"/>
                    <a:pt x="12" y="8513"/>
                  </a:cubicBezTo>
                  <a:cubicBezTo>
                    <a:pt x="12" y="8525"/>
                    <a:pt x="15" y="8531"/>
                    <a:pt x="15" y="8540"/>
                  </a:cubicBezTo>
                  <a:cubicBezTo>
                    <a:pt x="18" y="8549"/>
                    <a:pt x="21" y="8558"/>
                    <a:pt x="21" y="8564"/>
                  </a:cubicBezTo>
                  <a:cubicBezTo>
                    <a:pt x="24" y="8573"/>
                    <a:pt x="27" y="8585"/>
                    <a:pt x="33" y="8594"/>
                  </a:cubicBezTo>
                  <a:cubicBezTo>
                    <a:pt x="36" y="8606"/>
                    <a:pt x="36" y="8609"/>
                    <a:pt x="40" y="8615"/>
                  </a:cubicBezTo>
                  <a:cubicBezTo>
                    <a:pt x="43" y="8624"/>
                    <a:pt x="49" y="8636"/>
                    <a:pt x="52" y="8646"/>
                  </a:cubicBezTo>
                  <a:cubicBezTo>
                    <a:pt x="58" y="8658"/>
                    <a:pt x="58" y="8661"/>
                    <a:pt x="61" y="8667"/>
                  </a:cubicBezTo>
                  <a:cubicBezTo>
                    <a:pt x="67" y="8673"/>
                    <a:pt x="73" y="8685"/>
                    <a:pt x="76" y="8694"/>
                  </a:cubicBezTo>
                  <a:cubicBezTo>
                    <a:pt x="82" y="8703"/>
                    <a:pt x="85" y="8709"/>
                    <a:pt x="88" y="8715"/>
                  </a:cubicBezTo>
                  <a:cubicBezTo>
                    <a:pt x="94" y="8721"/>
                    <a:pt x="100" y="8730"/>
                    <a:pt x="106" y="8739"/>
                  </a:cubicBezTo>
                  <a:cubicBezTo>
                    <a:pt x="112" y="8748"/>
                    <a:pt x="115" y="8754"/>
                    <a:pt x="121" y="8760"/>
                  </a:cubicBezTo>
                  <a:cubicBezTo>
                    <a:pt x="127" y="8769"/>
                    <a:pt x="133" y="8775"/>
                    <a:pt x="139" y="8781"/>
                  </a:cubicBezTo>
                  <a:cubicBezTo>
                    <a:pt x="145" y="8787"/>
                    <a:pt x="151" y="8796"/>
                    <a:pt x="157" y="8802"/>
                  </a:cubicBezTo>
                  <a:lnTo>
                    <a:pt x="175" y="8820"/>
                  </a:lnTo>
                  <a:cubicBezTo>
                    <a:pt x="181" y="8826"/>
                    <a:pt x="190" y="8832"/>
                    <a:pt x="196" y="8841"/>
                  </a:cubicBezTo>
                  <a:lnTo>
                    <a:pt x="217" y="8856"/>
                  </a:lnTo>
                  <a:lnTo>
                    <a:pt x="238" y="8874"/>
                  </a:lnTo>
                  <a:lnTo>
                    <a:pt x="262" y="8889"/>
                  </a:lnTo>
                  <a:lnTo>
                    <a:pt x="283" y="8901"/>
                  </a:lnTo>
                  <a:lnTo>
                    <a:pt x="314" y="8917"/>
                  </a:lnTo>
                  <a:cubicBezTo>
                    <a:pt x="320" y="8920"/>
                    <a:pt x="326" y="8923"/>
                    <a:pt x="332" y="8926"/>
                  </a:cubicBezTo>
                  <a:cubicBezTo>
                    <a:pt x="341" y="8929"/>
                    <a:pt x="356" y="8938"/>
                    <a:pt x="368" y="8941"/>
                  </a:cubicBezTo>
                  <a:lnTo>
                    <a:pt x="377" y="8947"/>
                  </a:lnTo>
                  <a:lnTo>
                    <a:pt x="386" y="8947"/>
                  </a:lnTo>
                  <a:lnTo>
                    <a:pt x="413" y="8956"/>
                  </a:lnTo>
                  <a:lnTo>
                    <a:pt x="437" y="8962"/>
                  </a:lnTo>
                  <a:lnTo>
                    <a:pt x="461" y="8968"/>
                  </a:lnTo>
                  <a:cubicBezTo>
                    <a:pt x="473" y="8971"/>
                    <a:pt x="485" y="8971"/>
                    <a:pt x="497" y="8974"/>
                  </a:cubicBezTo>
                  <a:lnTo>
                    <a:pt x="512" y="8977"/>
                  </a:lnTo>
                  <a:lnTo>
                    <a:pt x="11928" y="8977"/>
                  </a:lnTo>
                  <a:cubicBezTo>
                    <a:pt x="11946" y="8977"/>
                    <a:pt x="11967" y="8977"/>
                    <a:pt x="11985" y="8974"/>
                  </a:cubicBezTo>
                  <a:lnTo>
                    <a:pt x="11991" y="8974"/>
                  </a:lnTo>
                  <a:cubicBezTo>
                    <a:pt x="12006" y="8974"/>
                    <a:pt x="12021" y="8971"/>
                    <a:pt x="12033" y="8968"/>
                  </a:cubicBezTo>
                  <a:lnTo>
                    <a:pt x="12051" y="8965"/>
                  </a:lnTo>
                  <a:cubicBezTo>
                    <a:pt x="12063" y="8962"/>
                    <a:pt x="12072" y="8959"/>
                    <a:pt x="12085" y="8956"/>
                  </a:cubicBezTo>
                  <a:lnTo>
                    <a:pt x="12106" y="8950"/>
                  </a:lnTo>
                  <a:lnTo>
                    <a:pt x="12118" y="8947"/>
                  </a:lnTo>
                  <a:lnTo>
                    <a:pt x="12130" y="8941"/>
                  </a:lnTo>
                  <a:lnTo>
                    <a:pt x="12160" y="8929"/>
                  </a:lnTo>
                  <a:lnTo>
                    <a:pt x="12184" y="8917"/>
                  </a:lnTo>
                  <a:cubicBezTo>
                    <a:pt x="12193" y="8914"/>
                    <a:pt x="12199" y="8907"/>
                    <a:pt x="12208" y="8904"/>
                  </a:cubicBezTo>
                  <a:cubicBezTo>
                    <a:pt x="12214" y="8898"/>
                    <a:pt x="12226" y="8892"/>
                    <a:pt x="12235" y="8889"/>
                  </a:cubicBezTo>
                  <a:lnTo>
                    <a:pt x="12253" y="8877"/>
                  </a:lnTo>
                  <a:cubicBezTo>
                    <a:pt x="12262" y="8868"/>
                    <a:pt x="12271" y="8862"/>
                    <a:pt x="12280" y="8856"/>
                  </a:cubicBezTo>
                  <a:lnTo>
                    <a:pt x="12295" y="8844"/>
                  </a:lnTo>
                  <a:cubicBezTo>
                    <a:pt x="12304" y="8835"/>
                    <a:pt x="12313" y="8826"/>
                    <a:pt x="12319" y="8820"/>
                  </a:cubicBezTo>
                  <a:lnTo>
                    <a:pt x="12334" y="8805"/>
                  </a:lnTo>
                  <a:cubicBezTo>
                    <a:pt x="12343" y="8796"/>
                    <a:pt x="12349" y="8790"/>
                    <a:pt x="12359" y="8781"/>
                  </a:cubicBezTo>
                  <a:lnTo>
                    <a:pt x="12371" y="8763"/>
                  </a:lnTo>
                  <a:lnTo>
                    <a:pt x="12389" y="8739"/>
                  </a:lnTo>
                  <a:lnTo>
                    <a:pt x="12404" y="8718"/>
                  </a:lnTo>
                  <a:cubicBezTo>
                    <a:pt x="12410" y="8709"/>
                    <a:pt x="12413" y="8703"/>
                    <a:pt x="12419" y="8694"/>
                  </a:cubicBezTo>
                  <a:cubicBezTo>
                    <a:pt x="12422" y="8688"/>
                    <a:pt x="12428" y="8679"/>
                    <a:pt x="12431" y="8670"/>
                  </a:cubicBezTo>
                  <a:cubicBezTo>
                    <a:pt x="12437" y="8661"/>
                    <a:pt x="12440" y="8655"/>
                    <a:pt x="12443" y="8646"/>
                  </a:cubicBezTo>
                  <a:cubicBezTo>
                    <a:pt x="12446" y="8639"/>
                    <a:pt x="12449" y="8627"/>
                    <a:pt x="12455" y="8618"/>
                  </a:cubicBezTo>
                  <a:cubicBezTo>
                    <a:pt x="12458" y="8609"/>
                    <a:pt x="12461" y="8603"/>
                    <a:pt x="12461" y="8594"/>
                  </a:cubicBezTo>
                  <a:cubicBezTo>
                    <a:pt x="12464" y="8588"/>
                    <a:pt x="12467" y="8576"/>
                    <a:pt x="12470" y="8567"/>
                  </a:cubicBezTo>
                  <a:cubicBezTo>
                    <a:pt x="12473" y="8558"/>
                    <a:pt x="12476" y="8549"/>
                    <a:pt x="12479" y="8540"/>
                  </a:cubicBezTo>
                  <a:cubicBezTo>
                    <a:pt x="12479" y="8534"/>
                    <a:pt x="12482" y="8525"/>
                    <a:pt x="12482" y="8516"/>
                  </a:cubicBezTo>
                  <a:cubicBezTo>
                    <a:pt x="12485" y="8507"/>
                    <a:pt x="12485" y="8495"/>
                    <a:pt x="12488" y="8486"/>
                  </a:cubicBezTo>
                  <a:lnTo>
                    <a:pt x="12491" y="8462"/>
                  </a:lnTo>
                  <a:cubicBezTo>
                    <a:pt x="12491" y="8450"/>
                    <a:pt x="12491" y="8438"/>
                    <a:pt x="12491" y="8426"/>
                  </a:cubicBezTo>
                  <a:lnTo>
                    <a:pt x="12491" y="8414"/>
                  </a:lnTo>
                  <a:cubicBezTo>
                    <a:pt x="12491" y="8411"/>
                    <a:pt x="12491" y="8408"/>
                    <a:pt x="12491" y="8405"/>
                  </a:cubicBezTo>
                  <a:lnTo>
                    <a:pt x="12491" y="8371"/>
                  </a:lnTo>
                  <a:cubicBezTo>
                    <a:pt x="12491" y="8359"/>
                    <a:pt x="12491" y="8356"/>
                    <a:pt x="12491" y="8347"/>
                  </a:cubicBezTo>
                  <a:cubicBezTo>
                    <a:pt x="12488" y="8338"/>
                    <a:pt x="12488" y="8329"/>
                    <a:pt x="12485" y="8317"/>
                  </a:cubicBezTo>
                  <a:cubicBezTo>
                    <a:pt x="12482" y="8308"/>
                    <a:pt x="12482" y="8299"/>
                    <a:pt x="12479" y="8290"/>
                  </a:cubicBezTo>
                  <a:cubicBezTo>
                    <a:pt x="12476" y="8278"/>
                    <a:pt x="12476" y="8275"/>
                    <a:pt x="12473" y="8266"/>
                  </a:cubicBezTo>
                  <a:cubicBezTo>
                    <a:pt x="12473" y="8260"/>
                    <a:pt x="12467" y="8245"/>
                    <a:pt x="12464" y="8233"/>
                  </a:cubicBezTo>
                  <a:lnTo>
                    <a:pt x="12461" y="8224"/>
                  </a:lnTo>
                  <a:cubicBezTo>
                    <a:pt x="11955" y="6797"/>
                    <a:pt x="10970" y="5589"/>
                    <a:pt x="9676" y="4803"/>
                  </a:cubicBezTo>
                  <a:lnTo>
                    <a:pt x="967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043" name="Google Shape;5043;p60"/>
            <p:cNvSpPr/>
            <p:nvPr/>
          </p:nvSpPr>
          <p:spPr>
            <a:xfrm>
              <a:off x="5842500" y="2392350"/>
              <a:ext cx="79975" cy="117400"/>
            </a:xfrm>
            <a:custGeom>
              <a:avLst/>
              <a:gdLst/>
              <a:ahLst/>
              <a:cxnLst/>
              <a:rect l="l" t="t" r="r" b="b"/>
              <a:pathLst>
                <a:path w="3199" h="4696" extrusionOk="0">
                  <a:moveTo>
                    <a:pt x="4" y="1"/>
                  </a:moveTo>
                  <a:lnTo>
                    <a:pt x="4" y="1651"/>
                  </a:lnTo>
                  <a:cubicBezTo>
                    <a:pt x="1" y="2591"/>
                    <a:pt x="287" y="3509"/>
                    <a:pt x="820" y="4283"/>
                  </a:cubicBezTo>
                  <a:cubicBezTo>
                    <a:pt x="994" y="4542"/>
                    <a:pt x="1287" y="4696"/>
                    <a:pt x="1600" y="4696"/>
                  </a:cubicBezTo>
                  <a:cubicBezTo>
                    <a:pt x="1913" y="4696"/>
                    <a:pt x="2205" y="4542"/>
                    <a:pt x="2380" y="4283"/>
                  </a:cubicBezTo>
                  <a:cubicBezTo>
                    <a:pt x="2913" y="3509"/>
                    <a:pt x="3199" y="2591"/>
                    <a:pt x="3196" y="1651"/>
                  </a:cubicBezTo>
                  <a:lnTo>
                    <a:pt x="319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5044" name="Google Shape;5044;p60"/>
          <p:cNvGrpSpPr/>
          <p:nvPr/>
        </p:nvGrpSpPr>
        <p:grpSpPr>
          <a:xfrm>
            <a:off x="4586141" y="3542000"/>
            <a:ext cx="332881" cy="332881"/>
            <a:chOff x="6239925" y="2032450"/>
            <a:chExt cx="472775" cy="472775"/>
          </a:xfrm>
        </p:grpSpPr>
        <p:sp>
          <p:nvSpPr>
            <p:cNvPr id="5045" name="Google Shape;5045;p60"/>
            <p:cNvSpPr/>
            <p:nvPr/>
          </p:nvSpPr>
          <p:spPr>
            <a:xfrm>
              <a:off x="6239925" y="2032450"/>
              <a:ext cx="472775" cy="472775"/>
            </a:xfrm>
            <a:custGeom>
              <a:avLst/>
              <a:gdLst/>
              <a:ahLst/>
              <a:cxnLst/>
              <a:rect l="l" t="t" r="r" b="b"/>
              <a:pathLst>
                <a:path w="18911" h="18911" extrusionOk="0">
                  <a:moveTo>
                    <a:pt x="9455" y="2466"/>
                  </a:moveTo>
                  <a:cubicBezTo>
                    <a:pt x="13307" y="2466"/>
                    <a:pt x="16442" y="5601"/>
                    <a:pt x="16442" y="9456"/>
                  </a:cubicBezTo>
                  <a:cubicBezTo>
                    <a:pt x="16442" y="13310"/>
                    <a:pt x="13307" y="16445"/>
                    <a:pt x="9455" y="16445"/>
                  </a:cubicBezTo>
                  <a:cubicBezTo>
                    <a:pt x="5601" y="16445"/>
                    <a:pt x="2466" y="13310"/>
                    <a:pt x="2466" y="9456"/>
                  </a:cubicBezTo>
                  <a:cubicBezTo>
                    <a:pt x="2466" y="5601"/>
                    <a:pt x="5601" y="2466"/>
                    <a:pt x="9455" y="2466"/>
                  </a:cubicBezTo>
                  <a:close/>
                  <a:moveTo>
                    <a:pt x="9455" y="0"/>
                  </a:moveTo>
                  <a:cubicBezTo>
                    <a:pt x="4228" y="0"/>
                    <a:pt x="0" y="4228"/>
                    <a:pt x="0" y="9456"/>
                  </a:cubicBezTo>
                  <a:cubicBezTo>
                    <a:pt x="0" y="14683"/>
                    <a:pt x="4228" y="18911"/>
                    <a:pt x="9455" y="18911"/>
                  </a:cubicBezTo>
                  <a:cubicBezTo>
                    <a:pt x="14680" y="18911"/>
                    <a:pt x="18911" y="14683"/>
                    <a:pt x="18911" y="9456"/>
                  </a:cubicBezTo>
                  <a:cubicBezTo>
                    <a:pt x="18911" y="4231"/>
                    <a:pt x="14680" y="0"/>
                    <a:pt x="945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046" name="Google Shape;5046;p60"/>
            <p:cNvSpPr/>
            <p:nvPr/>
          </p:nvSpPr>
          <p:spPr>
            <a:xfrm>
              <a:off x="6329800" y="2122325"/>
              <a:ext cx="292950" cy="293025"/>
            </a:xfrm>
            <a:custGeom>
              <a:avLst/>
              <a:gdLst/>
              <a:ahLst/>
              <a:cxnLst/>
              <a:rect l="l" t="t" r="r" b="b"/>
              <a:pathLst>
                <a:path w="11718" h="11721" extrusionOk="0">
                  <a:moveTo>
                    <a:pt x="5860" y="1043"/>
                  </a:moveTo>
                  <a:cubicBezTo>
                    <a:pt x="6171" y="1043"/>
                    <a:pt x="6424" y="1295"/>
                    <a:pt x="6424" y="1609"/>
                  </a:cubicBezTo>
                  <a:lnTo>
                    <a:pt x="6424" y="2542"/>
                  </a:lnTo>
                  <a:cubicBezTo>
                    <a:pt x="7264" y="2792"/>
                    <a:pt x="7839" y="3566"/>
                    <a:pt x="7842" y="4442"/>
                  </a:cubicBezTo>
                  <a:cubicBezTo>
                    <a:pt x="7842" y="4755"/>
                    <a:pt x="7589" y="5008"/>
                    <a:pt x="7276" y="5008"/>
                  </a:cubicBezTo>
                  <a:cubicBezTo>
                    <a:pt x="6966" y="5008"/>
                    <a:pt x="6713" y="4755"/>
                    <a:pt x="6713" y="4442"/>
                  </a:cubicBezTo>
                  <a:cubicBezTo>
                    <a:pt x="6713" y="3929"/>
                    <a:pt x="6292" y="3588"/>
                    <a:pt x="5853" y="3588"/>
                  </a:cubicBezTo>
                  <a:cubicBezTo>
                    <a:pt x="5644" y="3588"/>
                    <a:pt x="5429" y="3666"/>
                    <a:pt x="5255" y="3840"/>
                  </a:cubicBezTo>
                  <a:cubicBezTo>
                    <a:pt x="4719" y="4376"/>
                    <a:pt x="5099" y="5297"/>
                    <a:pt x="5860" y="5297"/>
                  </a:cubicBezTo>
                  <a:cubicBezTo>
                    <a:pt x="5862" y="5297"/>
                    <a:pt x="5865" y="5297"/>
                    <a:pt x="5867" y="5297"/>
                  </a:cubicBezTo>
                  <a:cubicBezTo>
                    <a:pt x="6849" y="5297"/>
                    <a:pt x="7680" y="6019"/>
                    <a:pt x="7821" y="6993"/>
                  </a:cubicBezTo>
                  <a:cubicBezTo>
                    <a:pt x="7962" y="7968"/>
                    <a:pt x="7369" y="8899"/>
                    <a:pt x="6424" y="9179"/>
                  </a:cubicBezTo>
                  <a:lnTo>
                    <a:pt x="6424" y="10115"/>
                  </a:lnTo>
                  <a:cubicBezTo>
                    <a:pt x="6424" y="10426"/>
                    <a:pt x="6171" y="10679"/>
                    <a:pt x="5860" y="10679"/>
                  </a:cubicBezTo>
                  <a:cubicBezTo>
                    <a:pt x="5547" y="10679"/>
                    <a:pt x="5294" y="10426"/>
                    <a:pt x="5294" y="10115"/>
                  </a:cubicBezTo>
                  <a:lnTo>
                    <a:pt x="5294" y="9179"/>
                  </a:lnTo>
                  <a:cubicBezTo>
                    <a:pt x="4454" y="8929"/>
                    <a:pt x="3879" y="8155"/>
                    <a:pt x="3876" y="7279"/>
                  </a:cubicBezTo>
                  <a:cubicBezTo>
                    <a:pt x="3876" y="6966"/>
                    <a:pt x="4129" y="6713"/>
                    <a:pt x="4442" y="6713"/>
                  </a:cubicBezTo>
                  <a:cubicBezTo>
                    <a:pt x="4752" y="6713"/>
                    <a:pt x="5005" y="6966"/>
                    <a:pt x="5005" y="7279"/>
                  </a:cubicBezTo>
                  <a:cubicBezTo>
                    <a:pt x="5005" y="7792"/>
                    <a:pt x="5426" y="8133"/>
                    <a:pt x="5865" y="8133"/>
                  </a:cubicBezTo>
                  <a:cubicBezTo>
                    <a:pt x="6074" y="8133"/>
                    <a:pt x="6288" y="8055"/>
                    <a:pt x="6463" y="7881"/>
                  </a:cubicBezTo>
                  <a:cubicBezTo>
                    <a:pt x="6999" y="7345"/>
                    <a:pt x="6619" y="6427"/>
                    <a:pt x="5860" y="6427"/>
                  </a:cubicBezTo>
                  <a:cubicBezTo>
                    <a:pt x="4873" y="6427"/>
                    <a:pt x="4039" y="5704"/>
                    <a:pt x="3897" y="4728"/>
                  </a:cubicBezTo>
                  <a:cubicBezTo>
                    <a:pt x="3756" y="3753"/>
                    <a:pt x="4349" y="2822"/>
                    <a:pt x="5294" y="2542"/>
                  </a:cubicBezTo>
                  <a:lnTo>
                    <a:pt x="5294" y="1609"/>
                  </a:lnTo>
                  <a:cubicBezTo>
                    <a:pt x="5294" y="1295"/>
                    <a:pt x="5547" y="1043"/>
                    <a:pt x="5860" y="1043"/>
                  </a:cubicBezTo>
                  <a:close/>
                  <a:moveTo>
                    <a:pt x="5860" y="1"/>
                  </a:moveTo>
                  <a:cubicBezTo>
                    <a:pt x="2629" y="1"/>
                    <a:pt x="1" y="2629"/>
                    <a:pt x="1" y="5861"/>
                  </a:cubicBezTo>
                  <a:cubicBezTo>
                    <a:pt x="1" y="9092"/>
                    <a:pt x="2629" y="11720"/>
                    <a:pt x="5860" y="11720"/>
                  </a:cubicBezTo>
                  <a:cubicBezTo>
                    <a:pt x="9088" y="11720"/>
                    <a:pt x="11717" y="9092"/>
                    <a:pt x="11717" y="5861"/>
                  </a:cubicBezTo>
                  <a:cubicBezTo>
                    <a:pt x="11717" y="2629"/>
                    <a:pt x="9088" y="1"/>
                    <a:pt x="586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5047" name="Google Shape;5047;p60"/>
          <p:cNvGrpSpPr/>
          <p:nvPr/>
        </p:nvGrpSpPr>
        <p:grpSpPr>
          <a:xfrm>
            <a:off x="5035233" y="2364092"/>
            <a:ext cx="334641" cy="185425"/>
            <a:chOff x="903075" y="2730000"/>
            <a:chExt cx="475275" cy="263350"/>
          </a:xfrm>
        </p:grpSpPr>
        <p:sp>
          <p:nvSpPr>
            <p:cNvPr id="5048" name="Google Shape;5048;p60"/>
            <p:cNvSpPr/>
            <p:nvPr/>
          </p:nvSpPr>
          <p:spPr>
            <a:xfrm>
              <a:off x="986725" y="2807325"/>
              <a:ext cx="308000" cy="108800"/>
            </a:xfrm>
            <a:custGeom>
              <a:avLst/>
              <a:gdLst/>
              <a:ahLst/>
              <a:cxnLst/>
              <a:rect l="l" t="t" r="r" b="b"/>
              <a:pathLst>
                <a:path w="12320" h="4352" extrusionOk="0">
                  <a:moveTo>
                    <a:pt x="6161" y="482"/>
                  </a:moveTo>
                  <a:cubicBezTo>
                    <a:pt x="6845" y="482"/>
                    <a:pt x="7462" y="894"/>
                    <a:pt x="7724" y="1527"/>
                  </a:cubicBezTo>
                  <a:cubicBezTo>
                    <a:pt x="7986" y="2159"/>
                    <a:pt x="7838" y="2888"/>
                    <a:pt x="7357" y="3370"/>
                  </a:cubicBezTo>
                  <a:cubicBezTo>
                    <a:pt x="7032" y="3694"/>
                    <a:pt x="6599" y="3866"/>
                    <a:pt x="6158" y="3866"/>
                  </a:cubicBezTo>
                  <a:cubicBezTo>
                    <a:pt x="5940" y="3866"/>
                    <a:pt x="5720" y="3824"/>
                    <a:pt x="5511" y="3737"/>
                  </a:cubicBezTo>
                  <a:cubicBezTo>
                    <a:pt x="4881" y="3475"/>
                    <a:pt x="4469" y="2858"/>
                    <a:pt x="4469" y="2174"/>
                  </a:cubicBezTo>
                  <a:cubicBezTo>
                    <a:pt x="4469" y="1241"/>
                    <a:pt x="5225" y="482"/>
                    <a:pt x="6161" y="482"/>
                  </a:cubicBezTo>
                  <a:close/>
                  <a:moveTo>
                    <a:pt x="1418" y="0"/>
                  </a:moveTo>
                  <a:cubicBezTo>
                    <a:pt x="1220" y="684"/>
                    <a:pt x="684" y="1220"/>
                    <a:pt x="0" y="1415"/>
                  </a:cubicBezTo>
                  <a:lnTo>
                    <a:pt x="0" y="2933"/>
                  </a:lnTo>
                  <a:cubicBezTo>
                    <a:pt x="684" y="3129"/>
                    <a:pt x="1220" y="3665"/>
                    <a:pt x="1418" y="4351"/>
                  </a:cubicBezTo>
                  <a:lnTo>
                    <a:pt x="10904" y="4351"/>
                  </a:lnTo>
                  <a:cubicBezTo>
                    <a:pt x="11100" y="3665"/>
                    <a:pt x="11636" y="3129"/>
                    <a:pt x="12319" y="2933"/>
                  </a:cubicBezTo>
                  <a:lnTo>
                    <a:pt x="12319" y="1415"/>
                  </a:lnTo>
                  <a:cubicBezTo>
                    <a:pt x="11636" y="1220"/>
                    <a:pt x="11100" y="684"/>
                    <a:pt x="109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049" name="Google Shape;5049;p60"/>
            <p:cNvSpPr/>
            <p:nvPr/>
          </p:nvSpPr>
          <p:spPr>
            <a:xfrm>
              <a:off x="1126675" y="2847600"/>
              <a:ext cx="28100" cy="28175"/>
            </a:xfrm>
            <a:custGeom>
              <a:avLst/>
              <a:gdLst/>
              <a:ahLst/>
              <a:cxnLst/>
              <a:rect l="l" t="t" r="r" b="b"/>
              <a:pathLst>
                <a:path w="1124" h="1127" extrusionOk="0">
                  <a:moveTo>
                    <a:pt x="563" y="0"/>
                  </a:moveTo>
                  <a:cubicBezTo>
                    <a:pt x="250" y="0"/>
                    <a:pt x="0" y="253"/>
                    <a:pt x="0" y="563"/>
                  </a:cubicBezTo>
                  <a:cubicBezTo>
                    <a:pt x="0" y="873"/>
                    <a:pt x="250" y="1126"/>
                    <a:pt x="563" y="1126"/>
                  </a:cubicBezTo>
                  <a:cubicBezTo>
                    <a:pt x="873" y="1126"/>
                    <a:pt x="1123" y="873"/>
                    <a:pt x="1123" y="563"/>
                  </a:cubicBezTo>
                  <a:cubicBezTo>
                    <a:pt x="1123" y="253"/>
                    <a:pt x="873" y="0"/>
                    <a:pt x="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050" name="Google Shape;5050;p60"/>
            <p:cNvSpPr/>
            <p:nvPr/>
          </p:nvSpPr>
          <p:spPr>
            <a:xfrm>
              <a:off x="903075" y="2730000"/>
              <a:ext cx="475275" cy="263350"/>
            </a:xfrm>
            <a:custGeom>
              <a:avLst/>
              <a:gdLst/>
              <a:ahLst/>
              <a:cxnLst/>
              <a:rect l="l" t="t" r="r" b="b"/>
              <a:pathLst>
                <a:path w="19011" h="10534" extrusionOk="0">
                  <a:moveTo>
                    <a:pt x="14735" y="1964"/>
                  </a:moveTo>
                  <a:cubicBezTo>
                    <a:pt x="15045" y="1964"/>
                    <a:pt x="15298" y="2217"/>
                    <a:pt x="15298" y="2530"/>
                  </a:cubicBezTo>
                  <a:cubicBezTo>
                    <a:pt x="15298" y="3042"/>
                    <a:pt x="15716" y="3460"/>
                    <a:pt x="16231" y="3460"/>
                  </a:cubicBezTo>
                  <a:cubicBezTo>
                    <a:pt x="16541" y="3460"/>
                    <a:pt x="16794" y="3713"/>
                    <a:pt x="16794" y="4026"/>
                  </a:cubicBezTo>
                  <a:lnTo>
                    <a:pt x="16794" y="6511"/>
                  </a:lnTo>
                  <a:cubicBezTo>
                    <a:pt x="16794" y="6821"/>
                    <a:pt x="16541" y="7074"/>
                    <a:pt x="16231" y="7074"/>
                  </a:cubicBezTo>
                  <a:cubicBezTo>
                    <a:pt x="15716" y="7074"/>
                    <a:pt x="15298" y="7492"/>
                    <a:pt x="15298" y="8007"/>
                  </a:cubicBezTo>
                  <a:cubicBezTo>
                    <a:pt x="15298" y="8318"/>
                    <a:pt x="15045" y="8570"/>
                    <a:pt x="14735" y="8570"/>
                  </a:cubicBezTo>
                  <a:lnTo>
                    <a:pt x="4277" y="8570"/>
                  </a:lnTo>
                  <a:cubicBezTo>
                    <a:pt x="3966" y="8570"/>
                    <a:pt x="3714" y="8318"/>
                    <a:pt x="3714" y="8007"/>
                  </a:cubicBezTo>
                  <a:cubicBezTo>
                    <a:pt x="3714" y="7492"/>
                    <a:pt x="3295" y="7074"/>
                    <a:pt x="2783" y="7074"/>
                  </a:cubicBezTo>
                  <a:cubicBezTo>
                    <a:pt x="2470" y="7074"/>
                    <a:pt x="2217" y="6821"/>
                    <a:pt x="2217" y="6511"/>
                  </a:cubicBezTo>
                  <a:lnTo>
                    <a:pt x="2217" y="4026"/>
                  </a:lnTo>
                  <a:cubicBezTo>
                    <a:pt x="2217" y="3713"/>
                    <a:pt x="2470" y="3460"/>
                    <a:pt x="2783" y="3460"/>
                  </a:cubicBezTo>
                  <a:cubicBezTo>
                    <a:pt x="3295" y="3460"/>
                    <a:pt x="3714" y="3042"/>
                    <a:pt x="3714" y="2530"/>
                  </a:cubicBezTo>
                  <a:cubicBezTo>
                    <a:pt x="3714" y="2217"/>
                    <a:pt x="3966" y="1964"/>
                    <a:pt x="4277" y="1964"/>
                  </a:cubicBezTo>
                  <a:close/>
                  <a:moveTo>
                    <a:pt x="567" y="0"/>
                  </a:moveTo>
                  <a:cubicBezTo>
                    <a:pt x="254" y="0"/>
                    <a:pt x="1" y="253"/>
                    <a:pt x="1" y="567"/>
                  </a:cubicBezTo>
                  <a:lnTo>
                    <a:pt x="1" y="9968"/>
                  </a:lnTo>
                  <a:cubicBezTo>
                    <a:pt x="1" y="10281"/>
                    <a:pt x="254" y="10534"/>
                    <a:pt x="567" y="10534"/>
                  </a:cubicBezTo>
                  <a:lnTo>
                    <a:pt x="18445" y="10534"/>
                  </a:lnTo>
                  <a:cubicBezTo>
                    <a:pt x="18758" y="10534"/>
                    <a:pt x="19011" y="10281"/>
                    <a:pt x="19011" y="9968"/>
                  </a:cubicBezTo>
                  <a:lnTo>
                    <a:pt x="19011" y="567"/>
                  </a:lnTo>
                  <a:cubicBezTo>
                    <a:pt x="19011" y="253"/>
                    <a:pt x="18758" y="0"/>
                    <a:pt x="1844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5051" name="Google Shape;5051;p60"/>
          <p:cNvGrpSpPr/>
          <p:nvPr/>
        </p:nvGrpSpPr>
        <p:grpSpPr>
          <a:xfrm>
            <a:off x="1239624" y="3538814"/>
            <a:ext cx="339253" cy="339253"/>
            <a:chOff x="1492675" y="2027925"/>
            <a:chExt cx="481825" cy="481825"/>
          </a:xfrm>
        </p:grpSpPr>
        <p:sp>
          <p:nvSpPr>
            <p:cNvPr id="5052" name="Google Shape;5052;p60"/>
            <p:cNvSpPr/>
            <p:nvPr/>
          </p:nvSpPr>
          <p:spPr>
            <a:xfrm>
              <a:off x="1719425" y="2170050"/>
              <a:ext cx="28250" cy="28250"/>
            </a:xfrm>
            <a:custGeom>
              <a:avLst/>
              <a:gdLst/>
              <a:ahLst/>
              <a:cxnLst/>
              <a:rect l="l" t="t" r="r" b="b"/>
              <a:pathLst>
                <a:path w="1130" h="1130" extrusionOk="0">
                  <a:moveTo>
                    <a:pt x="567" y="1"/>
                  </a:moveTo>
                  <a:cubicBezTo>
                    <a:pt x="254" y="1"/>
                    <a:pt x="1" y="251"/>
                    <a:pt x="1" y="564"/>
                  </a:cubicBezTo>
                  <a:cubicBezTo>
                    <a:pt x="1" y="877"/>
                    <a:pt x="254" y="1130"/>
                    <a:pt x="567" y="1130"/>
                  </a:cubicBezTo>
                  <a:cubicBezTo>
                    <a:pt x="877" y="1130"/>
                    <a:pt x="1130" y="877"/>
                    <a:pt x="1130" y="564"/>
                  </a:cubicBezTo>
                  <a:cubicBezTo>
                    <a:pt x="1130" y="251"/>
                    <a:pt x="877" y="1"/>
                    <a:pt x="5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053" name="Google Shape;5053;p60"/>
            <p:cNvSpPr/>
            <p:nvPr/>
          </p:nvSpPr>
          <p:spPr>
            <a:xfrm>
              <a:off x="1832350" y="2254750"/>
              <a:ext cx="28250" cy="28250"/>
            </a:xfrm>
            <a:custGeom>
              <a:avLst/>
              <a:gdLst/>
              <a:ahLst/>
              <a:cxnLst/>
              <a:rect l="l" t="t" r="r" b="b"/>
              <a:pathLst>
                <a:path w="1130" h="1130" extrusionOk="0">
                  <a:moveTo>
                    <a:pt x="567" y="0"/>
                  </a:moveTo>
                  <a:cubicBezTo>
                    <a:pt x="253" y="0"/>
                    <a:pt x="0" y="250"/>
                    <a:pt x="0" y="564"/>
                  </a:cubicBezTo>
                  <a:cubicBezTo>
                    <a:pt x="0" y="877"/>
                    <a:pt x="253" y="1130"/>
                    <a:pt x="567" y="1130"/>
                  </a:cubicBezTo>
                  <a:cubicBezTo>
                    <a:pt x="877" y="1130"/>
                    <a:pt x="1130" y="877"/>
                    <a:pt x="1130" y="564"/>
                  </a:cubicBezTo>
                  <a:cubicBezTo>
                    <a:pt x="1130" y="250"/>
                    <a:pt x="877" y="0"/>
                    <a:pt x="5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054" name="Google Shape;5054;p60"/>
            <p:cNvSpPr/>
            <p:nvPr/>
          </p:nvSpPr>
          <p:spPr>
            <a:xfrm>
              <a:off x="1606500" y="2254750"/>
              <a:ext cx="28250" cy="28250"/>
            </a:xfrm>
            <a:custGeom>
              <a:avLst/>
              <a:gdLst/>
              <a:ahLst/>
              <a:cxnLst/>
              <a:rect l="l" t="t" r="r" b="b"/>
              <a:pathLst>
                <a:path w="1130" h="1130" extrusionOk="0">
                  <a:moveTo>
                    <a:pt x="567" y="0"/>
                  </a:moveTo>
                  <a:cubicBezTo>
                    <a:pt x="254" y="0"/>
                    <a:pt x="1" y="250"/>
                    <a:pt x="1" y="564"/>
                  </a:cubicBezTo>
                  <a:cubicBezTo>
                    <a:pt x="1" y="877"/>
                    <a:pt x="254" y="1130"/>
                    <a:pt x="567" y="1130"/>
                  </a:cubicBezTo>
                  <a:cubicBezTo>
                    <a:pt x="877" y="1130"/>
                    <a:pt x="1130" y="877"/>
                    <a:pt x="1130" y="564"/>
                  </a:cubicBezTo>
                  <a:cubicBezTo>
                    <a:pt x="1130" y="250"/>
                    <a:pt x="877" y="0"/>
                    <a:pt x="5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055" name="Google Shape;5055;p60"/>
            <p:cNvSpPr/>
            <p:nvPr/>
          </p:nvSpPr>
          <p:spPr>
            <a:xfrm>
              <a:off x="1492675" y="2425025"/>
              <a:ext cx="481825" cy="84725"/>
            </a:xfrm>
            <a:custGeom>
              <a:avLst/>
              <a:gdLst/>
              <a:ahLst/>
              <a:cxnLst/>
              <a:rect l="l" t="t" r="r" b="b"/>
              <a:pathLst>
                <a:path w="19273" h="3389" extrusionOk="0">
                  <a:moveTo>
                    <a:pt x="1" y="1"/>
                  </a:moveTo>
                  <a:lnTo>
                    <a:pt x="1" y="1696"/>
                  </a:lnTo>
                  <a:cubicBezTo>
                    <a:pt x="1" y="2630"/>
                    <a:pt x="757" y="3389"/>
                    <a:pt x="1693" y="3389"/>
                  </a:cubicBezTo>
                  <a:lnTo>
                    <a:pt x="17577" y="3389"/>
                  </a:lnTo>
                  <a:cubicBezTo>
                    <a:pt x="18514" y="3389"/>
                    <a:pt x="19270" y="2630"/>
                    <a:pt x="19273" y="1696"/>
                  </a:cubicBezTo>
                  <a:lnTo>
                    <a:pt x="192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056" name="Google Shape;5056;p60"/>
            <p:cNvSpPr/>
            <p:nvPr/>
          </p:nvSpPr>
          <p:spPr>
            <a:xfrm>
              <a:off x="1492675" y="2027925"/>
              <a:ext cx="481825" cy="368000"/>
            </a:xfrm>
            <a:custGeom>
              <a:avLst/>
              <a:gdLst/>
              <a:ahLst/>
              <a:cxnLst/>
              <a:rect l="l" t="t" r="r" b="b"/>
              <a:pathLst>
                <a:path w="19273" h="14720" extrusionOk="0">
                  <a:moveTo>
                    <a:pt x="5120" y="2259"/>
                  </a:moveTo>
                  <a:cubicBezTo>
                    <a:pt x="5430" y="2259"/>
                    <a:pt x="5683" y="2512"/>
                    <a:pt x="5683" y="2825"/>
                  </a:cubicBezTo>
                  <a:lnTo>
                    <a:pt x="5683" y="8047"/>
                  </a:lnTo>
                  <a:cubicBezTo>
                    <a:pt x="6360" y="8281"/>
                    <a:pt x="6812" y="8920"/>
                    <a:pt x="6812" y="9637"/>
                  </a:cubicBezTo>
                  <a:cubicBezTo>
                    <a:pt x="6812" y="10353"/>
                    <a:pt x="6360" y="10992"/>
                    <a:pt x="5683" y="11226"/>
                  </a:cubicBezTo>
                  <a:lnTo>
                    <a:pt x="5683" y="13024"/>
                  </a:lnTo>
                  <a:cubicBezTo>
                    <a:pt x="5683" y="13337"/>
                    <a:pt x="5430" y="13587"/>
                    <a:pt x="5120" y="13587"/>
                  </a:cubicBezTo>
                  <a:cubicBezTo>
                    <a:pt x="4807" y="13587"/>
                    <a:pt x="4554" y="13337"/>
                    <a:pt x="4554" y="13024"/>
                  </a:cubicBezTo>
                  <a:lnTo>
                    <a:pt x="4554" y="11226"/>
                  </a:lnTo>
                  <a:cubicBezTo>
                    <a:pt x="3876" y="10992"/>
                    <a:pt x="3425" y="10353"/>
                    <a:pt x="3425" y="9637"/>
                  </a:cubicBezTo>
                  <a:cubicBezTo>
                    <a:pt x="3425" y="8920"/>
                    <a:pt x="3876" y="8281"/>
                    <a:pt x="4554" y="8047"/>
                  </a:cubicBezTo>
                  <a:lnTo>
                    <a:pt x="4554" y="2825"/>
                  </a:lnTo>
                  <a:cubicBezTo>
                    <a:pt x="4554" y="2512"/>
                    <a:pt x="4807" y="2259"/>
                    <a:pt x="5120" y="2259"/>
                  </a:cubicBezTo>
                  <a:close/>
                  <a:moveTo>
                    <a:pt x="9637" y="2259"/>
                  </a:moveTo>
                  <a:cubicBezTo>
                    <a:pt x="9947" y="2259"/>
                    <a:pt x="10200" y="2512"/>
                    <a:pt x="10200" y="2825"/>
                  </a:cubicBezTo>
                  <a:lnTo>
                    <a:pt x="10200" y="4659"/>
                  </a:lnTo>
                  <a:cubicBezTo>
                    <a:pt x="10877" y="4894"/>
                    <a:pt x="11329" y="5532"/>
                    <a:pt x="11329" y="6249"/>
                  </a:cubicBezTo>
                  <a:cubicBezTo>
                    <a:pt x="11329" y="6966"/>
                    <a:pt x="10877" y="7604"/>
                    <a:pt x="10200" y="7839"/>
                  </a:cubicBezTo>
                  <a:lnTo>
                    <a:pt x="10200" y="13024"/>
                  </a:lnTo>
                  <a:cubicBezTo>
                    <a:pt x="10200" y="13337"/>
                    <a:pt x="9947" y="13587"/>
                    <a:pt x="9637" y="13587"/>
                  </a:cubicBezTo>
                  <a:cubicBezTo>
                    <a:pt x="9324" y="13587"/>
                    <a:pt x="9071" y="13337"/>
                    <a:pt x="9071" y="13024"/>
                  </a:cubicBezTo>
                  <a:lnTo>
                    <a:pt x="9071" y="7839"/>
                  </a:lnTo>
                  <a:cubicBezTo>
                    <a:pt x="8393" y="7604"/>
                    <a:pt x="7941" y="6966"/>
                    <a:pt x="7941" y="6249"/>
                  </a:cubicBezTo>
                  <a:cubicBezTo>
                    <a:pt x="7941" y="5532"/>
                    <a:pt x="8393" y="4894"/>
                    <a:pt x="9071" y="4659"/>
                  </a:cubicBezTo>
                  <a:lnTo>
                    <a:pt x="9071" y="2825"/>
                  </a:lnTo>
                  <a:cubicBezTo>
                    <a:pt x="9071" y="2512"/>
                    <a:pt x="9324" y="2259"/>
                    <a:pt x="9637" y="2259"/>
                  </a:cubicBezTo>
                  <a:close/>
                  <a:moveTo>
                    <a:pt x="14154" y="2259"/>
                  </a:moveTo>
                  <a:cubicBezTo>
                    <a:pt x="14464" y="2259"/>
                    <a:pt x="14717" y="2512"/>
                    <a:pt x="14717" y="2825"/>
                  </a:cubicBezTo>
                  <a:lnTo>
                    <a:pt x="14717" y="8047"/>
                  </a:lnTo>
                  <a:cubicBezTo>
                    <a:pt x="15394" y="8281"/>
                    <a:pt x="15846" y="8920"/>
                    <a:pt x="15846" y="9637"/>
                  </a:cubicBezTo>
                  <a:cubicBezTo>
                    <a:pt x="15846" y="10353"/>
                    <a:pt x="15394" y="10992"/>
                    <a:pt x="14717" y="11226"/>
                  </a:cubicBezTo>
                  <a:lnTo>
                    <a:pt x="14717" y="13024"/>
                  </a:lnTo>
                  <a:cubicBezTo>
                    <a:pt x="14717" y="13337"/>
                    <a:pt x="14464" y="13587"/>
                    <a:pt x="14154" y="13587"/>
                  </a:cubicBezTo>
                  <a:cubicBezTo>
                    <a:pt x="13840" y="13587"/>
                    <a:pt x="13587" y="13337"/>
                    <a:pt x="13587" y="13024"/>
                  </a:cubicBezTo>
                  <a:lnTo>
                    <a:pt x="13587" y="11226"/>
                  </a:lnTo>
                  <a:cubicBezTo>
                    <a:pt x="12910" y="10992"/>
                    <a:pt x="12458" y="10353"/>
                    <a:pt x="12458" y="9637"/>
                  </a:cubicBezTo>
                  <a:cubicBezTo>
                    <a:pt x="12458" y="8920"/>
                    <a:pt x="12910" y="8281"/>
                    <a:pt x="13587" y="8047"/>
                  </a:cubicBezTo>
                  <a:lnTo>
                    <a:pt x="13587" y="2825"/>
                  </a:lnTo>
                  <a:cubicBezTo>
                    <a:pt x="13587" y="2512"/>
                    <a:pt x="13840" y="2259"/>
                    <a:pt x="14154" y="2259"/>
                  </a:cubicBezTo>
                  <a:close/>
                  <a:moveTo>
                    <a:pt x="1693" y="1"/>
                  </a:moveTo>
                  <a:cubicBezTo>
                    <a:pt x="757" y="1"/>
                    <a:pt x="1" y="759"/>
                    <a:pt x="1" y="1696"/>
                  </a:cubicBezTo>
                  <a:lnTo>
                    <a:pt x="1" y="14720"/>
                  </a:lnTo>
                  <a:lnTo>
                    <a:pt x="19273" y="14720"/>
                  </a:lnTo>
                  <a:lnTo>
                    <a:pt x="19273" y="1696"/>
                  </a:lnTo>
                  <a:cubicBezTo>
                    <a:pt x="19270" y="759"/>
                    <a:pt x="18514" y="1"/>
                    <a:pt x="175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5057" name="Google Shape;5057;p60"/>
          <p:cNvGrpSpPr/>
          <p:nvPr/>
        </p:nvGrpSpPr>
        <p:grpSpPr>
          <a:xfrm>
            <a:off x="5466000" y="2287178"/>
            <a:ext cx="339253" cy="339253"/>
            <a:chOff x="1492675" y="2620775"/>
            <a:chExt cx="481825" cy="481825"/>
          </a:xfrm>
        </p:grpSpPr>
        <p:sp>
          <p:nvSpPr>
            <p:cNvPr id="5058" name="Google Shape;5058;p60"/>
            <p:cNvSpPr/>
            <p:nvPr/>
          </p:nvSpPr>
          <p:spPr>
            <a:xfrm>
              <a:off x="1677125" y="2620775"/>
              <a:ext cx="112950" cy="113850"/>
            </a:xfrm>
            <a:custGeom>
              <a:avLst/>
              <a:gdLst/>
              <a:ahLst/>
              <a:cxnLst/>
              <a:rect l="l" t="t" r="r" b="b"/>
              <a:pathLst>
                <a:path w="4518" h="4554" extrusionOk="0">
                  <a:moveTo>
                    <a:pt x="2259" y="0"/>
                  </a:moveTo>
                  <a:cubicBezTo>
                    <a:pt x="1009" y="0"/>
                    <a:pt x="0" y="1048"/>
                    <a:pt x="0" y="2298"/>
                  </a:cubicBezTo>
                  <a:cubicBezTo>
                    <a:pt x="0" y="3544"/>
                    <a:pt x="1009" y="4553"/>
                    <a:pt x="2259" y="4553"/>
                  </a:cubicBezTo>
                  <a:cubicBezTo>
                    <a:pt x="3505" y="4553"/>
                    <a:pt x="4517" y="3544"/>
                    <a:pt x="4517" y="2298"/>
                  </a:cubicBezTo>
                  <a:cubicBezTo>
                    <a:pt x="4517" y="1048"/>
                    <a:pt x="3505" y="0"/>
                    <a:pt x="22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059" name="Google Shape;5059;p60"/>
            <p:cNvSpPr/>
            <p:nvPr/>
          </p:nvSpPr>
          <p:spPr>
            <a:xfrm>
              <a:off x="1492675" y="2734675"/>
              <a:ext cx="481825" cy="367925"/>
            </a:xfrm>
            <a:custGeom>
              <a:avLst/>
              <a:gdLst/>
              <a:ahLst/>
              <a:cxnLst/>
              <a:rect l="l" t="t" r="r" b="b"/>
              <a:pathLst>
                <a:path w="19273" h="14717" extrusionOk="0">
                  <a:moveTo>
                    <a:pt x="5120" y="4517"/>
                  </a:moveTo>
                  <a:cubicBezTo>
                    <a:pt x="5623" y="4517"/>
                    <a:pt x="5873" y="5122"/>
                    <a:pt x="5517" y="5481"/>
                  </a:cubicBezTo>
                  <a:cubicBezTo>
                    <a:pt x="5403" y="5595"/>
                    <a:pt x="5262" y="5647"/>
                    <a:pt x="5123" y="5647"/>
                  </a:cubicBezTo>
                  <a:cubicBezTo>
                    <a:pt x="4833" y="5647"/>
                    <a:pt x="4554" y="5421"/>
                    <a:pt x="4554" y="5080"/>
                  </a:cubicBezTo>
                  <a:cubicBezTo>
                    <a:pt x="4554" y="4767"/>
                    <a:pt x="4807" y="4517"/>
                    <a:pt x="5120" y="4517"/>
                  </a:cubicBezTo>
                  <a:close/>
                  <a:moveTo>
                    <a:pt x="3991" y="0"/>
                  </a:moveTo>
                  <a:cubicBezTo>
                    <a:pt x="3677" y="0"/>
                    <a:pt x="3425" y="250"/>
                    <a:pt x="3425" y="563"/>
                  </a:cubicBezTo>
                  <a:lnTo>
                    <a:pt x="3425" y="2572"/>
                  </a:lnTo>
                  <a:cubicBezTo>
                    <a:pt x="2455" y="3367"/>
                    <a:pt x="1750" y="4439"/>
                    <a:pt x="1401" y="5646"/>
                  </a:cubicBezTo>
                  <a:lnTo>
                    <a:pt x="564" y="5646"/>
                  </a:lnTo>
                  <a:cubicBezTo>
                    <a:pt x="251" y="5646"/>
                    <a:pt x="1" y="5896"/>
                    <a:pt x="1" y="6209"/>
                  </a:cubicBezTo>
                  <a:lnTo>
                    <a:pt x="1" y="9597"/>
                  </a:lnTo>
                  <a:cubicBezTo>
                    <a:pt x="1" y="9910"/>
                    <a:pt x="251" y="10163"/>
                    <a:pt x="564" y="10163"/>
                  </a:cubicBezTo>
                  <a:lnTo>
                    <a:pt x="1850" y="10163"/>
                  </a:lnTo>
                  <a:cubicBezTo>
                    <a:pt x="2446" y="11322"/>
                    <a:pt x="3391" y="12265"/>
                    <a:pt x="4554" y="12858"/>
                  </a:cubicBezTo>
                  <a:lnTo>
                    <a:pt x="4554" y="14153"/>
                  </a:lnTo>
                  <a:cubicBezTo>
                    <a:pt x="4554" y="14463"/>
                    <a:pt x="4807" y="14716"/>
                    <a:pt x="5120" y="14716"/>
                  </a:cubicBezTo>
                  <a:lnTo>
                    <a:pt x="7378" y="14716"/>
                  </a:lnTo>
                  <a:cubicBezTo>
                    <a:pt x="7688" y="14716"/>
                    <a:pt x="7941" y="14463"/>
                    <a:pt x="7941" y="14153"/>
                  </a:cubicBezTo>
                  <a:lnTo>
                    <a:pt x="7941" y="13551"/>
                  </a:lnTo>
                  <a:lnTo>
                    <a:pt x="11329" y="13551"/>
                  </a:lnTo>
                  <a:lnTo>
                    <a:pt x="11329" y="14153"/>
                  </a:lnTo>
                  <a:cubicBezTo>
                    <a:pt x="11329" y="14463"/>
                    <a:pt x="11582" y="14716"/>
                    <a:pt x="11895" y="14716"/>
                  </a:cubicBezTo>
                  <a:lnTo>
                    <a:pt x="14154" y="14716"/>
                  </a:lnTo>
                  <a:cubicBezTo>
                    <a:pt x="14464" y="14716"/>
                    <a:pt x="14717" y="14463"/>
                    <a:pt x="14717" y="14153"/>
                  </a:cubicBezTo>
                  <a:lnTo>
                    <a:pt x="14717" y="12864"/>
                  </a:lnTo>
                  <a:cubicBezTo>
                    <a:pt x="16647" y="11880"/>
                    <a:pt x="17945" y="9958"/>
                    <a:pt x="18107" y="7808"/>
                  </a:cubicBezTo>
                  <a:cubicBezTo>
                    <a:pt x="18800" y="7582"/>
                    <a:pt x="19270" y="6938"/>
                    <a:pt x="19273" y="6209"/>
                  </a:cubicBezTo>
                  <a:lnTo>
                    <a:pt x="19273" y="5080"/>
                  </a:lnTo>
                  <a:cubicBezTo>
                    <a:pt x="19273" y="4767"/>
                    <a:pt x="19020" y="4517"/>
                    <a:pt x="18707" y="4517"/>
                  </a:cubicBezTo>
                  <a:cubicBezTo>
                    <a:pt x="18393" y="4517"/>
                    <a:pt x="18144" y="4767"/>
                    <a:pt x="18144" y="5080"/>
                  </a:cubicBezTo>
                  <a:lnTo>
                    <a:pt x="18144" y="6209"/>
                  </a:lnTo>
                  <a:cubicBezTo>
                    <a:pt x="18141" y="6300"/>
                    <a:pt x="18116" y="6387"/>
                    <a:pt x="18074" y="6465"/>
                  </a:cubicBezTo>
                  <a:cubicBezTo>
                    <a:pt x="17647" y="3454"/>
                    <a:pt x="15021" y="1129"/>
                    <a:pt x="11895" y="1129"/>
                  </a:cubicBezTo>
                  <a:lnTo>
                    <a:pt x="7378" y="1129"/>
                  </a:lnTo>
                  <a:cubicBezTo>
                    <a:pt x="7020" y="1129"/>
                    <a:pt x="6665" y="1166"/>
                    <a:pt x="6315" y="1232"/>
                  </a:cubicBezTo>
                  <a:cubicBezTo>
                    <a:pt x="5788" y="464"/>
                    <a:pt x="4921" y="3"/>
                    <a:pt x="39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5060" name="Google Shape;5060;p60"/>
          <p:cNvSpPr/>
          <p:nvPr/>
        </p:nvSpPr>
        <p:spPr>
          <a:xfrm>
            <a:off x="5865948" y="2287094"/>
            <a:ext cx="352508" cy="339253"/>
          </a:xfrm>
          <a:custGeom>
            <a:avLst/>
            <a:gdLst/>
            <a:ahLst/>
            <a:cxnLst/>
            <a:rect l="l" t="t" r="r" b="b"/>
            <a:pathLst>
              <a:path w="20026" h="19273" extrusionOk="0">
                <a:moveTo>
                  <a:pt x="14841" y="2901"/>
                </a:moveTo>
                <a:cubicBezTo>
                  <a:pt x="15282" y="2901"/>
                  <a:pt x="15717" y="3074"/>
                  <a:pt x="16042" y="3397"/>
                </a:cubicBezTo>
                <a:cubicBezTo>
                  <a:pt x="16704" y="4059"/>
                  <a:pt x="16704" y="5131"/>
                  <a:pt x="16042" y="5794"/>
                </a:cubicBezTo>
                <a:cubicBezTo>
                  <a:pt x="15717" y="6118"/>
                  <a:pt x="15284" y="6290"/>
                  <a:pt x="14843" y="6290"/>
                </a:cubicBezTo>
                <a:cubicBezTo>
                  <a:pt x="14625" y="6290"/>
                  <a:pt x="14405" y="6248"/>
                  <a:pt x="14196" y="6161"/>
                </a:cubicBezTo>
                <a:cubicBezTo>
                  <a:pt x="13563" y="5899"/>
                  <a:pt x="13151" y="5282"/>
                  <a:pt x="13151" y="4595"/>
                </a:cubicBezTo>
                <a:cubicBezTo>
                  <a:pt x="13151" y="3912"/>
                  <a:pt x="13563" y="3294"/>
                  <a:pt x="14196" y="3029"/>
                </a:cubicBezTo>
                <a:cubicBezTo>
                  <a:pt x="14404" y="2943"/>
                  <a:pt x="14623" y="2901"/>
                  <a:pt x="14841" y="2901"/>
                </a:cubicBezTo>
                <a:close/>
                <a:moveTo>
                  <a:pt x="10859" y="4837"/>
                </a:moveTo>
                <a:cubicBezTo>
                  <a:pt x="11001" y="4837"/>
                  <a:pt x="11142" y="4890"/>
                  <a:pt x="11251" y="4996"/>
                </a:cubicBezTo>
                <a:lnTo>
                  <a:pt x="12049" y="5794"/>
                </a:lnTo>
                <a:cubicBezTo>
                  <a:pt x="12269" y="6014"/>
                  <a:pt x="12269" y="6372"/>
                  <a:pt x="12049" y="6592"/>
                </a:cubicBezTo>
                <a:cubicBezTo>
                  <a:pt x="11939" y="6702"/>
                  <a:pt x="11794" y="6757"/>
                  <a:pt x="11650" y="6757"/>
                </a:cubicBezTo>
                <a:cubicBezTo>
                  <a:pt x="11505" y="6757"/>
                  <a:pt x="11361" y="6702"/>
                  <a:pt x="11251" y="6592"/>
                </a:cubicBezTo>
                <a:lnTo>
                  <a:pt x="10453" y="5794"/>
                </a:lnTo>
                <a:cubicBezTo>
                  <a:pt x="10239" y="5571"/>
                  <a:pt x="10242" y="5219"/>
                  <a:pt x="10459" y="5002"/>
                </a:cubicBezTo>
                <a:cubicBezTo>
                  <a:pt x="10570" y="4892"/>
                  <a:pt x="10715" y="4837"/>
                  <a:pt x="10859" y="4837"/>
                </a:cubicBezTo>
                <a:close/>
                <a:moveTo>
                  <a:pt x="13255" y="7232"/>
                </a:moveTo>
                <a:cubicBezTo>
                  <a:pt x="13396" y="7232"/>
                  <a:pt x="13538" y="7284"/>
                  <a:pt x="13648" y="7390"/>
                </a:cubicBezTo>
                <a:lnTo>
                  <a:pt x="14446" y="8188"/>
                </a:lnTo>
                <a:cubicBezTo>
                  <a:pt x="14665" y="8411"/>
                  <a:pt x="14665" y="8766"/>
                  <a:pt x="14446" y="8989"/>
                </a:cubicBezTo>
                <a:cubicBezTo>
                  <a:pt x="14336" y="9099"/>
                  <a:pt x="14191" y="9154"/>
                  <a:pt x="14047" y="9154"/>
                </a:cubicBezTo>
                <a:cubicBezTo>
                  <a:pt x="13902" y="9154"/>
                  <a:pt x="13758" y="9099"/>
                  <a:pt x="13648" y="8989"/>
                </a:cubicBezTo>
                <a:lnTo>
                  <a:pt x="12850" y="8188"/>
                </a:lnTo>
                <a:cubicBezTo>
                  <a:pt x="12633" y="7968"/>
                  <a:pt x="12636" y="7616"/>
                  <a:pt x="12856" y="7399"/>
                </a:cubicBezTo>
                <a:cubicBezTo>
                  <a:pt x="12966" y="7287"/>
                  <a:pt x="13110" y="7232"/>
                  <a:pt x="13255" y="7232"/>
                </a:cubicBezTo>
                <a:close/>
                <a:moveTo>
                  <a:pt x="10846" y="8029"/>
                </a:moveTo>
                <a:cubicBezTo>
                  <a:pt x="10991" y="8029"/>
                  <a:pt x="11135" y="8084"/>
                  <a:pt x="11245" y="8194"/>
                </a:cubicBezTo>
                <a:cubicBezTo>
                  <a:pt x="11462" y="8411"/>
                  <a:pt x="11465" y="8763"/>
                  <a:pt x="11251" y="8986"/>
                </a:cubicBezTo>
                <a:lnTo>
                  <a:pt x="11251" y="8989"/>
                </a:lnTo>
                <a:lnTo>
                  <a:pt x="10778" y="9461"/>
                </a:lnTo>
                <a:cubicBezTo>
                  <a:pt x="11088" y="10106"/>
                  <a:pt x="10959" y="10874"/>
                  <a:pt x="10453" y="11383"/>
                </a:cubicBezTo>
                <a:cubicBezTo>
                  <a:pt x="10343" y="11493"/>
                  <a:pt x="10198" y="11548"/>
                  <a:pt x="10054" y="11548"/>
                </a:cubicBezTo>
                <a:cubicBezTo>
                  <a:pt x="9909" y="11548"/>
                  <a:pt x="9765" y="11493"/>
                  <a:pt x="9655" y="11383"/>
                </a:cubicBezTo>
                <a:cubicBezTo>
                  <a:pt x="9435" y="11163"/>
                  <a:pt x="9435" y="10804"/>
                  <a:pt x="9655" y="10585"/>
                </a:cubicBezTo>
                <a:cubicBezTo>
                  <a:pt x="10010" y="10229"/>
                  <a:pt x="9757" y="9621"/>
                  <a:pt x="9254" y="9621"/>
                </a:cubicBezTo>
                <a:cubicBezTo>
                  <a:pt x="8751" y="9621"/>
                  <a:pt x="8498" y="10229"/>
                  <a:pt x="8857" y="10585"/>
                </a:cubicBezTo>
                <a:cubicBezTo>
                  <a:pt x="9441" y="11166"/>
                  <a:pt x="9519" y="12084"/>
                  <a:pt x="9043" y="12756"/>
                </a:cubicBezTo>
                <a:cubicBezTo>
                  <a:pt x="8717" y="13218"/>
                  <a:pt x="8196" y="13472"/>
                  <a:pt x="7661" y="13472"/>
                </a:cubicBezTo>
                <a:cubicBezTo>
                  <a:pt x="7415" y="13472"/>
                  <a:pt x="7167" y="13419"/>
                  <a:pt x="6933" y="13307"/>
                </a:cubicBezTo>
                <a:lnTo>
                  <a:pt x="6460" y="13777"/>
                </a:lnTo>
                <a:cubicBezTo>
                  <a:pt x="6351" y="13882"/>
                  <a:pt x="6210" y="13935"/>
                  <a:pt x="6068" y="13935"/>
                </a:cubicBezTo>
                <a:cubicBezTo>
                  <a:pt x="5924" y="13935"/>
                  <a:pt x="5779" y="13880"/>
                  <a:pt x="5668" y="13771"/>
                </a:cubicBezTo>
                <a:cubicBezTo>
                  <a:pt x="5451" y="13551"/>
                  <a:pt x="5448" y="13198"/>
                  <a:pt x="5662" y="12979"/>
                </a:cubicBezTo>
                <a:lnTo>
                  <a:pt x="6135" y="12506"/>
                </a:lnTo>
                <a:cubicBezTo>
                  <a:pt x="5824" y="11861"/>
                  <a:pt x="5957" y="11091"/>
                  <a:pt x="6460" y="10582"/>
                </a:cubicBezTo>
                <a:cubicBezTo>
                  <a:pt x="6570" y="10476"/>
                  <a:pt x="6711" y="10424"/>
                  <a:pt x="6852" y="10424"/>
                </a:cubicBezTo>
                <a:cubicBezTo>
                  <a:pt x="6997" y="10424"/>
                  <a:pt x="7142" y="10479"/>
                  <a:pt x="7252" y="10591"/>
                </a:cubicBezTo>
                <a:cubicBezTo>
                  <a:pt x="7469" y="10808"/>
                  <a:pt x="7472" y="11160"/>
                  <a:pt x="7258" y="11383"/>
                </a:cubicBezTo>
                <a:cubicBezTo>
                  <a:pt x="6902" y="11738"/>
                  <a:pt x="7155" y="12346"/>
                  <a:pt x="7658" y="12346"/>
                </a:cubicBezTo>
                <a:cubicBezTo>
                  <a:pt x="8161" y="12346"/>
                  <a:pt x="8414" y="11738"/>
                  <a:pt x="8059" y="11383"/>
                </a:cubicBezTo>
                <a:cubicBezTo>
                  <a:pt x="7475" y="10798"/>
                  <a:pt x="7393" y="9883"/>
                  <a:pt x="7869" y="9209"/>
                </a:cubicBezTo>
                <a:cubicBezTo>
                  <a:pt x="8195" y="8749"/>
                  <a:pt x="8716" y="8495"/>
                  <a:pt x="9251" y="8495"/>
                </a:cubicBezTo>
                <a:cubicBezTo>
                  <a:pt x="9497" y="8495"/>
                  <a:pt x="9746" y="8549"/>
                  <a:pt x="9980" y="8660"/>
                </a:cubicBezTo>
                <a:lnTo>
                  <a:pt x="10453" y="8188"/>
                </a:lnTo>
                <a:cubicBezTo>
                  <a:pt x="10563" y="8082"/>
                  <a:pt x="10705" y="8029"/>
                  <a:pt x="10846" y="8029"/>
                </a:cubicBezTo>
                <a:close/>
                <a:moveTo>
                  <a:pt x="13208" y="0"/>
                </a:moveTo>
                <a:cubicBezTo>
                  <a:pt x="11632" y="0"/>
                  <a:pt x="10059" y="597"/>
                  <a:pt x="8857" y="1801"/>
                </a:cubicBezTo>
                <a:lnTo>
                  <a:pt x="8456" y="2201"/>
                </a:lnTo>
                <a:lnTo>
                  <a:pt x="9655" y="3397"/>
                </a:lnTo>
                <a:cubicBezTo>
                  <a:pt x="9869" y="3620"/>
                  <a:pt x="9866" y="3972"/>
                  <a:pt x="9646" y="4189"/>
                </a:cubicBezTo>
                <a:cubicBezTo>
                  <a:pt x="9536" y="4300"/>
                  <a:pt x="9391" y="4356"/>
                  <a:pt x="9246" y="4356"/>
                </a:cubicBezTo>
                <a:cubicBezTo>
                  <a:pt x="9106" y="4356"/>
                  <a:pt x="8965" y="4303"/>
                  <a:pt x="8857" y="4198"/>
                </a:cubicBezTo>
                <a:lnTo>
                  <a:pt x="7658" y="2999"/>
                </a:lnTo>
                <a:lnTo>
                  <a:pt x="663" y="9994"/>
                </a:lnTo>
                <a:cubicBezTo>
                  <a:pt x="1" y="10654"/>
                  <a:pt x="1" y="11726"/>
                  <a:pt x="663" y="12388"/>
                </a:cubicBezTo>
                <a:lnTo>
                  <a:pt x="7053" y="18775"/>
                </a:lnTo>
                <a:cubicBezTo>
                  <a:pt x="7383" y="19107"/>
                  <a:pt x="7816" y="19272"/>
                  <a:pt x="8249" y="19272"/>
                </a:cubicBezTo>
                <a:cubicBezTo>
                  <a:pt x="8682" y="19272"/>
                  <a:pt x="9116" y="19107"/>
                  <a:pt x="9447" y="18775"/>
                </a:cubicBezTo>
                <a:lnTo>
                  <a:pt x="16442" y="11783"/>
                </a:lnTo>
                <a:lnTo>
                  <a:pt x="15244" y="10585"/>
                </a:lnTo>
                <a:cubicBezTo>
                  <a:pt x="15030" y="10362"/>
                  <a:pt x="15033" y="10010"/>
                  <a:pt x="15250" y="9793"/>
                </a:cubicBezTo>
                <a:cubicBezTo>
                  <a:pt x="15361" y="9683"/>
                  <a:pt x="15506" y="9628"/>
                  <a:pt x="15650" y="9628"/>
                </a:cubicBezTo>
                <a:cubicBezTo>
                  <a:pt x="15792" y="9628"/>
                  <a:pt x="15933" y="9681"/>
                  <a:pt x="16042" y="9787"/>
                </a:cubicBezTo>
                <a:lnTo>
                  <a:pt x="17240" y="10982"/>
                </a:lnTo>
                <a:lnTo>
                  <a:pt x="17641" y="10585"/>
                </a:lnTo>
                <a:cubicBezTo>
                  <a:pt x="19923" y="8299"/>
                  <a:pt x="20025" y="4677"/>
                  <a:pt x="17999" y="2240"/>
                </a:cubicBezTo>
                <a:lnTo>
                  <a:pt x="19237" y="1003"/>
                </a:lnTo>
                <a:cubicBezTo>
                  <a:pt x="19456" y="783"/>
                  <a:pt x="19456" y="425"/>
                  <a:pt x="19237" y="205"/>
                </a:cubicBezTo>
                <a:cubicBezTo>
                  <a:pt x="19127" y="95"/>
                  <a:pt x="18982" y="40"/>
                  <a:pt x="18838" y="40"/>
                </a:cubicBezTo>
                <a:cubicBezTo>
                  <a:pt x="18693" y="40"/>
                  <a:pt x="18548" y="95"/>
                  <a:pt x="18439" y="205"/>
                </a:cubicBezTo>
                <a:lnTo>
                  <a:pt x="17198" y="1443"/>
                </a:lnTo>
                <a:cubicBezTo>
                  <a:pt x="16045" y="483"/>
                  <a:pt x="14625" y="0"/>
                  <a:pt x="13208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grpSp>
        <p:nvGrpSpPr>
          <p:cNvPr id="5061" name="Google Shape;5061;p60"/>
          <p:cNvGrpSpPr/>
          <p:nvPr/>
        </p:nvGrpSpPr>
        <p:grpSpPr>
          <a:xfrm>
            <a:off x="6289754" y="2303161"/>
            <a:ext cx="333585" cy="307287"/>
            <a:chOff x="2682350" y="2643425"/>
            <a:chExt cx="473775" cy="436425"/>
          </a:xfrm>
        </p:grpSpPr>
        <p:sp>
          <p:nvSpPr>
            <p:cNvPr id="5062" name="Google Shape;5062;p60"/>
            <p:cNvSpPr/>
            <p:nvPr/>
          </p:nvSpPr>
          <p:spPr>
            <a:xfrm>
              <a:off x="2682350" y="2725775"/>
              <a:ext cx="70175" cy="73425"/>
            </a:xfrm>
            <a:custGeom>
              <a:avLst/>
              <a:gdLst/>
              <a:ahLst/>
              <a:cxnLst/>
              <a:rect l="l" t="t" r="r" b="b"/>
              <a:pathLst>
                <a:path w="2807" h="2937" extrusionOk="0">
                  <a:moveTo>
                    <a:pt x="1130" y="1"/>
                  </a:moveTo>
                  <a:cubicBezTo>
                    <a:pt x="506" y="1"/>
                    <a:pt x="1" y="504"/>
                    <a:pt x="1" y="1130"/>
                  </a:cubicBezTo>
                  <a:lnTo>
                    <a:pt x="1" y="2937"/>
                  </a:lnTo>
                  <a:lnTo>
                    <a:pt x="1991" y="2937"/>
                  </a:lnTo>
                  <a:cubicBezTo>
                    <a:pt x="2443" y="2937"/>
                    <a:pt x="2807" y="2572"/>
                    <a:pt x="2807" y="2124"/>
                  </a:cubicBezTo>
                  <a:lnTo>
                    <a:pt x="280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063" name="Google Shape;5063;p60"/>
            <p:cNvSpPr/>
            <p:nvPr/>
          </p:nvSpPr>
          <p:spPr>
            <a:xfrm>
              <a:off x="2682350" y="3006350"/>
              <a:ext cx="70175" cy="73500"/>
            </a:xfrm>
            <a:custGeom>
              <a:avLst/>
              <a:gdLst/>
              <a:ahLst/>
              <a:cxnLst/>
              <a:rect l="l" t="t" r="r" b="b"/>
              <a:pathLst>
                <a:path w="2807" h="2940" extrusionOk="0">
                  <a:moveTo>
                    <a:pt x="1" y="1"/>
                  </a:moveTo>
                  <a:lnTo>
                    <a:pt x="1" y="1811"/>
                  </a:lnTo>
                  <a:cubicBezTo>
                    <a:pt x="1" y="2434"/>
                    <a:pt x="506" y="2940"/>
                    <a:pt x="1130" y="2940"/>
                  </a:cubicBezTo>
                  <a:lnTo>
                    <a:pt x="2807" y="2940"/>
                  </a:lnTo>
                  <a:lnTo>
                    <a:pt x="2807" y="817"/>
                  </a:lnTo>
                  <a:cubicBezTo>
                    <a:pt x="2807" y="365"/>
                    <a:pt x="2443" y="4"/>
                    <a:pt x="19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064" name="Google Shape;5064;p60"/>
            <p:cNvSpPr/>
            <p:nvPr/>
          </p:nvSpPr>
          <p:spPr>
            <a:xfrm>
              <a:off x="3085925" y="2725700"/>
              <a:ext cx="70200" cy="73500"/>
            </a:xfrm>
            <a:custGeom>
              <a:avLst/>
              <a:gdLst/>
              <a:ahLst/>
              <a:cxnLst/>
              <a:rect l="l" t="t" r="r" b="b"/>
              <a:pathLst>
                <a:path w="2808" h="2940" extrusionOk="0">
                  <a:moveTo>
                    <a:pt x="1" y="1"/>
                  </a:moveTo>
                  <a:lnTo>
                    <a:pt x="1" y="2127"/>
                  </a:lnTo>
                  <a:cubicBezTo>
                    <a:pt x="1" y="2575"/>
                    <a:pt x="365" y="2940"/>
                    <a:pt x="817" y="2940"/>
                  </a:cubicBezTo>
                  <a:lnTo>
                    <a:pt x="2807" y="2940"/>
                  </a:lnTo>
                  <a:lnTo>
                    <a:pt x="2807" y="1130"/>
                  </a:lnTo>
                  <a:cubicBezTo>
                    <a:pt x="2807" y="507"/>
                    <a:pt x="2301" y="1"/>
                    <a:pt x="167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065" name="Google Shape;5065;p60"/>
            <p:cNvSpPr/>
            <p:nvPr/>
          </p:nvSpPr>
          <p:spPr>
            <a:xfrm>
              <a:off x="2825150" y="2843075"/>
              <a:ext cx="180700" cy="107375"/>
            </a:xfrm>
            <a:custGeom>
              <a:avLst/>
              <a:gdLst/>
              <a:ahLst/>
              <a:cxnLst/>
              <a:rect l="l" t="t" r="r" b="b"/>
              <a:pathLst>
                <a:path w="7228" h="4295" extrusionOk="0">
                  <a:moveTo>
                    <a:pt x="5024" y="714"/>
                  </a:moveTo>
                  <a:cubicBezTo>
                    <a:pt x="5337" y="714"/>
                    <a:pt x="5590" y="967"/>
                    <a:pt x="5590" y="1277"/>
                  </a:cubicBezTo>
                  <a:cubicBezTo>
                    <a:pt x="5590" y="1590"/>
                    <a:pt x="5337" y="1843"/>
                    <a:pt x="5024" y="1843"/>
                  </a:cubicBezTo>
                  <a:lnTo>
                    <a:pt x="2503" y="1843"/>
                  </a:lnTo>
                  <a:cubicBezTo>
                    <a:pt x="2190" y="1843"/>
                    <a:pt x="1937" y="1590"/>
                    <a:pt x="1937" y="1277"/>
                  </a:cubicBezTo>
                  <a:cubicBezTo>
                    <a:pt x="1937" y="967"/>
                    <a:pt x="2190" y="714"/>
                    <a:pt x="2503" y="714"/>
                  </a:cubicBezTo>
                  <a:close/>
                  <a:moveTo>
                    <a:pt x="6078" y="2452"/>
                  </a:moveTo>
                  <a:cubicBezTo>
                    <a:pt x="6391" y="2452"/>
                    <a:pt x="6644" y="2704"/>
                    <a:pt x="6644" y="3018"/>
                  </a:cubicBezTo>
                  <a:cubicBezTo>
                    <a:pt x="6644" y="3328"/>
                    <a:pt x="6391" y="3581"/>
                    <a:pt x="6078" y="3581"/>
                  </a:cubicBezTo>
                  <a:lnTo>
                    <a:pt x="1449" y="3581"/>
                  </a:lnTo>
                  <a:cubicBezTo>
                    <a:pt x="1136" y="3581"/>
                    <a:pt x="883" y="3328"/>
                    <a:pt x="883" y="3018"/>
                  </a:cubicBezTo>
                  <a:cubicBezTo>
                    <a:pt x="883" y="2704"/>
                    <a:pt x="1136" y="2452"/>
                    <a:pt x="1449" y="2452"/>
                  </a:cubicBezTo>
                  <a:close/>
                  <a:moveTo>
                    <a:pt x="1" y="0"/>
                  </a:moveTo>
                  <a:lnTo>
                    <a:pt x="1" y="4294"/>
                  </a:lnTo>
                  <a:lnTo>
                    <a:pt x="7228" y="4294"/>
                  </a:lnTo>
                  <a:lnTo>
                    <a:pt x="722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066" name="Google Shape;5066;p60"/>
            <p:cNvSpPr/>
            <p:nvPr/>
          </p:nvSpPr>
          <p:spPr>
            <a:xfrm>
              <a:off x="2682350" y="2725700"/>
              <a:ext cx="473775" cy="354150"/>
            </a:xfrm>
            <a:custGeom>
              <a:avLst/>
              <a:gdLst/>
              <a:ahLst/>
              <a:cxnLst/>
              <a:rect l="l" t="t" r="r" b="b"/>
              <a:pathLst>
                <a:path w="18951" h="14166" extrusionOk="0">
                  <a:moveTo>
                    <a:pt x="13503" y="3566"/>
                  </a:moveTo>
                  <a:cubicBezTo>
                    <a:pt x="13816" y="3566"/>
                    <a:pt x="14069" y="3819"/>
                    <a:pt x="14069" y="4129"/>
                  </a:cubicBezTo>
                  <a:lnTo>
                    <a:pt x="14069" y="9556"/>
                  </a:lnTo>
                  <a:cubicBezTo>
                    <a:pt x="14069" y="9866"/>
                    <a:pt x="13816" y="10119"/>
                    <a:pt x="13503" y="10119"/>
                  </a:cubicBezTo>
                  <a:lnTo>
                    <a:pt x="5147" y="10119"/>
                  </a:lnTo>
                  <a:cubicBezTo>
                    <a:pt x="4834" y="10119"/>
                    <a:pt x="4584" y="9866"/>
                    <a:pt x="4584" y="9556"/>
                  </a:cubicBezTo>
                  <a:lnTo>
                    <a:pt x="4584" y="4129"/>
                  </a:lnTo>
                  <a:cubicBezTo>
                    <a:pt x="4584" y="3819"/>
                    <a:pt x="4834" y="3566"/>
                    <a:pt x="5147" y="3566"/>
                  </a:cubicBezTo>
                  <a:close/>
                  <a:moveTo>
                    <a:pt x="3936" y="1"/>
                  </a:moveTo>
                  <a:lnTo>
                    <a:pt x="3936" y="2127"/>
                  </a:lnTo>
                  <a:cubicBezTo>
                    <a:pt x="3933" y="3199"/>
                    <a:pt x="3066" y="4069"/>
                    <a:pt x="1991" y="4069"/>
                  </a:cubicBezTo>
                  <a:lnTo>
                    <a:pt x="1" y="4069"/>
                  </a:lnTo>
                  <a:lnTo>
                    <a:pt x="1" y="10098"/>
                  </a:lnTo>
                  <a:lnTo>
                    <a:pt x="1991" y="10098"/>
                  </a:lnTo>
                  <a:cubicBezTo>
                    <a:pt x="3066" y="10101"/>
                    <a:pt x="3933" y="10968"/>
                    <a:pt x="3936" y="12043"/>
                  </a:cubicBezTo>
                  <a:lnTo>
                    <a:pt x="3936" y="14166"/>
                  </a:lnTo>
                  <a:lnTo>
                    <a:pt x="15015" y="14166"/>
                  </a:lnTo>
                  <a:lnTo>
                    <a:pt x="15015" y="12043"/>
                  </a:lnTo>
                  <a:cubicBezTo>
                    <a:pt x="15018" y="10968"/>
                    <a:pt x="15885" y="10101"/>
                    <a:pt x="16960" y="10098"/>
                  </a:cubicBezTo>
                  <a:lnTo>
                    <a:pt x="18950" y="10098"/>
                  </a:lnTo>
                  <a:lnTo>
                    <a:pt x="18950" y="4069"/>
                  </a:lnTo>
                  <a:lnTo>
                    <a:pt x="16960" y="4069"/>
                  </a:lnTo>
                  <a:cubicBezTo>
                    <a:pt x="15885" y="4069"/>
                    <a:pt x="15018" y="3199"/>
                    <a:pt x="15015" y="2127"/>
                  </a:cubicBezTo>
                  <a:lnTo>
                    <a:pt x="1501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067" name="Google Shape;5067;p60"/>
            <p:cNvSpPr/>
            <p:nvPr/>
          </p:nvSpPr>
          <p:spPr>
            <a:xfrm>
              <a:off x="3085925" y="3006350"/>
              <a:ext cx="70200" cy="73500"/>
            </a:xfrm>
            <a:custGeom>
              <a:avLst/>
              <a:gdLst/>
              <a:ahLst/>
              <a:cxnLst/>
              <a:rect l="l" t="t" r="r" b="b"/>
              <a:pathLst>
                <a:path w="2808" h="2940" extrusionOk="0">
                  <a:moveTo>
                    <a:pt x="817" y="1"/>
                  </a:moveTo>
                  <a:cubicBezTo>
                    <a:pt x="365" y="4"/>
                    <a:pt x="1" y="365"/>
                    <a:pt x="1" y="817"/>
                  </a:cubicBezTo>
                  <a:lnTo>
                    <a:pt x="1" y="2940"/>
                  </a:lnTo>
                  <a:lnTo>
                    <a:pt x="1678" y="2940"/>
                  </a:lnTo>
                  <a:cubicBezTo>
                    <a:pt x="2301" y="2940"/>
                    <a:pt x="2807" y="2434"/>
                    <a:pt x="2807" y="1811"/>
                  </a:cubicBezTo>
                  <a:lnTo>
                    <a:pt x="280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068" name="Google Shape;5068;p60"/>
            <p:cNvSpPr/>
            <p:nvPr/>
          </p:nvSpPr>
          <p:spPr>
            <a:xfrm>
              <a:off x="2825450" y="2643425"/>
              <a:ext cx="187550" cy="54075"/>
            </a:xfrm>
            <a:custGeom>
              <a:avLst/>
              <a:gdLst/>
              <a:ahLst/>
              <a:cxnLst/>
              <a:rect l="l" t="t" r="r" b="b"/>
              <a:pathLst>
                <a:path w="7502" h="2163" extrusionOk="0">
                  <a:moveTo>
                    <a:pt x="1862" y="1"/>
                  </a:moveTo>
                  <a:cubicBezTo>
                    <a:pt x="835" y="4"/>
                    <a:pt x="1" y="835"/>
                    <a:pt x="1" y="1861"/>
                  </a:cubicBezTo>
                  <a:lnTo>
                    <a:pt x="1" y="2163"/>
                  </a:lnTo>
                  <a:lnTo>
                    <a:pt x="1130" y="2163"/>
                  </a:lnTo>
                  <a:lnTo>
                    <a:pt x="1130" y="1861"/>
                  </a:lnTo>
                  <a:cubicBezTo>
                    <a:pt x="1130" y="1458"/>
                    <a:pt x="1458" y="1133"/>
                    <a:pt x="1862" y="1130"/>
                  </a:cubicBezTo>
                  <a:lnTo>
                    <a:pt x="5641" y="1130"/>
                  </a:lnTo>
                  <a:cubicBezTo>
                    <a:pt x="6044" y="1133"/>
                    <a:pt x="6373" y="1458"/>
                    <a:pt x="6373" y="1861"/>
                  </a:cubicBezTo>
                  <a:lnTo>
                    <a:pt x="6373" y="2163"/>
                  </a:lnTo>
                  <a:lnTo>
                    <a:pt x="7502" y="2163"/>
                  </a:lnTo>
                  <a:lnTo>
                    <a:pt x="7502" y="1861"/>
                  </a:lnTo>
                  <a:cubicBezTo>
                    <a:pt x="7502" y="835"/>
                    <a:pt x="6668" y="4"/>
                    <a:pt x="56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5069" name="Google Shape;5069;p60"/>
          <p:cNvGrpSpPr/>
          <p:nvPr/>
        </p:nvGrpSpPr>
        <p:grpSpPr>
          <a:xfrm>
            <a:off x="6755243" y="2287178"/>
            <a:ext cx="238531" cy="339253"/>
            <a:chOff x="3342725" y="2620775"/>
            <a:chExt cx="338775" cy="481825"/>
          </a:xfrm>
        </p:grpSpPr>
        <p:sp>
          <p:nvSpPr>
            <p:cNvPr id="5070" name="Google Shape;5070;p60"/>
            <p:cNvSpPr/>
            <p:nvPr/>
          </p:nvSpPr>
          <p:spPr>
            <a:xfrm>
              <a:off x="3342725" y="2620775"/>
              <a:ext cx="338775" cy="56475"/>
            </a:xfrm>
            <a:custGeom>
              <a:avLst/>
              <a:gdLst/>
              <a:ahLst/>
              <a:cxnLst/>
              <a:rect l="l" t="t" r="r" b="b"/>
              <a:pathLst>
                <a:path w="13551" h="2259" extrusionOk="0">
                  <a:moveTo>
                    <a:pt x="1693" y="0"/>
                  </a:moveTo>
                  <a:cubicBezTo>
                    <a:pt x="756" y="0"/>
                    <a:pt x="0" y="759"/>
                    <a:pt x="0" y="1695"/>
                  </a:cubicBezTo>
                  <a:lnTo>
                    <a:pt x="0" y="2259"/>
                  </a:lnTo>
                  <a:lnTo>
                    <a:pt x="13551" y="2259"/>
                  </a:lnTo>
                  <a:lnTo>
                    <a:pt x="13551" y="1695"/>
                  </a:lnTo>
                  <a:cubicBezTo>
                    <a:pt x="13548" y="759"/>
                    <a:pt x="12792" y="0"/>
                    <a:pt x="1185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071" name="Google Shape;5071;p60"/>
            <p:cNvSpPr/>
            <p:nvPr/>
          </p:nvSpPr>
          <p:spPr>
            <a:xfrm>
              <a:off x="3342725" y="2705450"/>
              <a:ext cx="338775" cy="284225"/>
            </a:xfrm>
            <a:custGeom>
              <a:avLst/>
              <a:gdLst/>
              <a:ahLst/>
              <a:cxnLst/>
              <a:rect l="l" t="t" r="r" b="b"/>
              <a:pathLst>
                <a:path w="13551" h="11369" extrusionOk="0">
                  <a:moveTo>
                    <a:pt x="0" y="1"/>
                  </a:moveTo>
                  <a:lnTo>
                    <a:pt x="0" y="11368"/>
                  </a:lnTo>
                  <a:lnTo>
                    <a:pt x="13551" y="11368"/>
                  </a:lnTo>
                  <a:lnTo>
                    <a:pt x="1355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072" name="Google Shape;5072;p60"/>
            <p:cNvSpPr/>
            <p:nvPr/>
          </p:nvSpPr>
          <p:spPr>
            <a:xfrm>
              <a:off x="3342725" y="3017875"/>
              <a:ext cx="338775" cy="84725"/>
            </a:xfrm>
            <a:custGeom>
              <a:avLst/>
              <a:gdLst/>
              <a:ahLst/>
              <a:cxnLst/>
              <a:rect l="l" t="t" r="r" b="b"/>
              <a:pathLst>
                <a:path w="13551" h="3389" extrusionOk="0">
                  <a:moveTo>
                    <a:pt x="8224" y="1205"/>
                  </a:moveTo>
                  <a:cubicBezTo>
                    <a:pt x="8534" y="1205"/>
                    <a:pt x="8787" y="1458"/>
                    <a:pt x="8787" y="1771"/>
                  </a:cubicBezTo>
                  <a:cubicBezTo>
                    <a:pt x="8787" y="2081"/>
                    <a:pt x="8534" y="2334"/>
                    <a:pt x="8224" y="2334"/>
                  </a:cubicBezTo>
                  <a:lnTo>
                    <a:pt x="5324" y="2334"/>
                  </a:lnTo>
                  <a:cubicBezTo>
                    <a:pt x="5014" y="2334"/>
                    <a:pt x="4761" y="2081"/>
                    <a:pt x="4761" y="1771"/>
                  </a:cubicBezTo>
                  <a:cubicBezTo>
                    <a:pt x="4761" y="1458"/>
                    <a:pt x="5014" y="1205"/>
                    <a:pt x="5324" y="1205"/>
                  </a:cubicBezTo>
                  <a:close/>
                  <a:moveTo>
                    <a:pt x="0" y="0"/>
                  </a:moveTo>
                  <a:lnTo>
                    <a:pt x="0" y="1696"/>
                  </a:lnTo>
                  <a:cubicBezTo>
                    <a:pt x="0" y="2629"/>
                    <a:pt x="756" y="3388"/>
                    <a:pt x="1693" y="3388"/>
                  </a:cubicBezTo>
                  <a:lnTo>
                    <a:pt x="11855" y="3388"/>
                  </a:lnTo>
                  <a:cubicBezTo>
                    <a:pt x="12792" y="3388"/>
                    <a:pt x="13548" y="2629"/>
                    <a:pt x="13551" y="1696"/>
                  </a:cubicBezTo>
                  <a:lnTo>
                    <a:pt x="1355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5073" name="Google Shape;5073;p60"/>
          <p:cNvGrpSpPr/>
          <p:nvPr/>
        </p:nvGrpSpPr>
        <p:grpSpPr>
          <a:xfrm>
            <a:off x="7148994" y="2287178"/>
            <a:ext cx="278296" cy="339253"/>
            <a:chOff x="3907325" y="2620775"/>
            <a:chExt cx="395250" cy="481825"/>
          </a:xfrm>
        </p:grpSpPr>
        <p:sp>
          <p:nvSpPr>
            <p:cNvPr id="5074" name="Google Shape;5074;p60"/>
            <p:cNvSpPr/>
            <p:nvPr/>
          </p:nvSpPr>
          <p:spPr>
            <a:xfrm>
              <a:off x="3907325" y="3016975"/>
              <a:ext cx="74550" cy="56475"/>
            </a:xfrm>
            <a:custGeom>
              <a:avLst/>
              <a:gdLst/>
              <a:ahLst/>
              <a:cxnLst/>
              <a:rect l="l" t="t" r="r" b="b"/>
              <a:pathLst>
                <a:path w="2982" h="2259" extrusionOk="0">
                  <a:moveTo>
                    <a:pt x="1" y="0"/>
                  </a:moveTo>
                  <a:lnTo>
                    <a:pt x="1" y="563"/>
                  </a:lnTo>
                  <a:cubicBezTo>
                    <a:pt x="1" y="1500"/>
                    <a:pt x="756" y="2256"/>
                    <a:pt x="1693" y="2259"/>
                  </a:cubicBezTo>
                  <a:lnTo>
                    <a:pt x="2982" y="2259"/>
                  </a:lnTo>
                  <a:cubicBezTo>
                    <a:pt x="2711" y="1527"/>
                    <a:pt x="2515" y="768"/>
                    <a:pt x="24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075" name="Google Shape;5075;p60"/>
            <p:cNvSpPr/>
            <p:nvPr/>
          </p:nvSpPr>
          <p:spPr>
            <a:xfrm>
              <a:off x="3907325" y="2705450"/>
              <a:ext cx="282325" cy="283325"/>
            </a:xfrm>
            <a:custGeom>
              <a:avLst/>
              <a:gdLst/>
              <a:ahLst/>
              <a:cxnLst/>
              <a:rect l="l" t="t" r="r" b="b"/>
              <a:pathLst>
                <a:path w="11293" h="11333" extrusionOk="0">
                  <a:moveTo>
                    <a:pt x="1" y="1"/>
                  </a:moveTo>
                  <a:lnTo>
                    <a:pt x="1" y="11332"/>
                  </a:lnTo>
                  <a:lnTo>
                    <a:pt x="2283" y="11332"/>
                  </a:lnTo>
                  <a:cubicBezTo>
                    <a:pt x="2274" y="11142"/>
                    <a:pt x="2259" y="10956"/>
                    <a:pt x="2259" y="10766"/>
                  </a:cubicBezTo>
                  <a:lnTo>
                    <a:pt x="2259" y="9637"/>
                  </a:lnTo>
                  <a:cubicBezTo>
                    <a:pt x="2259" y="8396"/>
                    <a:pt x="2834" y="7249"/>
                    <a:pt x="3834" y="6490"/>
                  </a:cubicBezTo>
                  <a:lnTo>
                    <a:pt x="4517" y="5975"/>
                  </a:lnTo>
                  <a:lnTo>
                    <a:pt x="4517" y="3145"/>
                  </a:lnTo>
                  <a:cubicBezTo>
                    <a:pt x="4517" y="2051"/>
                    <a:pt x="5400" y="1169"/>
                    <a:pt x="6493" y="1169"/>
                  </a:cubicBezTo>
                  <a:cubicBezTo>
                    <a:pt x="7583" y="1169"/>
                    <a:pt x="8468" y="2051"/>
                    <a:pt x="8468" y="3145"/>
                  </a:cubicBezTo>
                  <a:lnTo>
                    <a:pt x="8468" y="3617"/>
                  </a:lnTo>
                  <a:cubicBezTo>
                    <a:pt x="8743" y="3487"/>
                    <a:pt x="9031" y="3426"/>
                    <a:pt x="9314" y="3426"/>
                  </a:cubicBezTo>
                  <a:cubicBezTo>
                    <a:pt x="10141" y="3426"/>
                    <a:pt x="10923" y="3949"/>
                    <a:pt x="11196" y="4795"/>
                  </a:cubicBezTo>
                  <a:cubicBezTo>
                    <a:pt x="11226" y="4780"/>
                    <a:pt x="11260" y="4771"/>
                    <a:pt x="11293" y="4759"/>
                  </a:cubicBezTo>
                  <a:lnTo>
                    <a:pt x="1129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076" name="Google Shape;5076;p60"/>
            <p:cNvSpPr/>
            <p:nvPr/>
          </p:nvSpPr>
          <p:spPr>
            <a:xfrm>
              <a:off x="3907325" y="2620775"/>
              <a:ext cx="282325" cy="56475"/>
            </a:xfrm>
            <a:custGeom>
              <a:avLst/>
              <a:gdLst/>
              <a:ahLst/>
              <a:cxnLst/>
              <a:rect l="l" t="t" r="r" b="b"/>
              <a:pathLst>
                <a:path w="11293" h="2259" extrusionOk="0">
                  <a:moveTo>
                    <a:pt x="1693" y="0"/>
                  </a:moveTo>
                  <a:cubicBezTo>
                    <a:pt x="756" y="0"/>
                    <a:pt x="1" y="759"/>
                    <a:pt x="1" y="1695"/>
                  </a:cubicBezTo>
                  <a:lnTo>
                    <a:pt x="1" y="2259"/>
                  </a:lnTo>
                  <a:lnTo>
                    <a:pt x="11293" y="2259"/>
                  </a:lnTo>
                  <a:lnTo>
                    <a:pt x="11293" y="1695"/>
                  </a:lnTo>
                  <a:cubicBezTo>
                    <a:pt x="11290" y="759"/>
                    <a:pt x="10534" y="0"/>
                    <a:pt x="95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077" name="Google Shape;5077;p60"/>
            <p:cNvSpPr/>
            <p:nvPr/>
          </p:nvSpPr>
          <p:spPr>
            <a:xfrm>
              <a:off x="3992025" y="2762900"/>
              <a:ext cx="310550" cy="339700"/>
            </a:xfrm>
            <a:custGeom>
              <a:avLst/>
              <a:gdLst/>
              <a:ahLst/>
              <a:cxnLst/>
              <a:rect l="l" t="t" r="r" b="b"/>
              <a:pathLst>
                <a:path w="12422" h="13588" extrusionOk="0">
                  <a:moveTo>
                    <a:pt x="3105" y="0"/>
                  </a:moveTo>
                  <a:cubicBezTo>
                    <a:pt x="2635" y="0"/>
                    <a:pt x="2259" y="377"/>
                    <a:pt x="2259" y="847"/>
                  </a:cubicBezTo>
                  <a:lnTo>
                    <a:pt x="2259" y="8468"/>
                  </a:lnTo>
                  <a:cubicBezTo>
                    <a:pt x="2259" y="8781"/>
                    <a:pt x="2006" y="9031"/>
                    <a:pt x="1693" y="9031"/>
                  </a:cubicBezTo>
                  <a:cubicBezTo>
                    <a:pt x="1379" y="9031"/>
                    <a:pt x="1129" y="8781"/>
                    <a:pt x="1129" y="8468"/>
                  </a:cubicBezTo>
                  <a:lnTo>
                    <a:pt x="1129" y="5095"/>
                  </a:lnTo>
                  <a:cubicBezTo>
                    <a:pt x="419" y="5622"/>
                    <a:pt x="0" y="6453"/>
                    <a:pt x="0" y="7339"/>
                  </a:cubicBezTo>
                  <a:lnTo>
                    <a:pt x="0" y="8468"/>
                  </a:lnTo>
                  <a:cubicBezTo>
                    <a:pt x="0" y="10052"/>
                    <a:pt x="368" y="11615"/>
                    <a:pt x="1069" y="13036"/>
                  </a:cubicBezTo>
                  <a:cubicBezTo>
                    <a:pt x="1223" y="13346"/>
                    <a:pt x="1322" y="13587"/>
                    <a:pt x="1693" y="13587"/>
                  </a:cubicBezTo>
                  <a:lnTo>
                    <a:pt x="10726" y="13587"/>
                  </a:lnTo>
                  <a:cubicBezTo>
                    <a:pt x="11097" y="13587"/>
                    <a:pt x="11196" y="13346"/>
                    <a:pt x="11350" y="13036"/>
                  </a:cubicBezTo>
                  <a:cubicBezTo>
                    <a:pt x="12051" y="11615"/>
                    <a:pt x="12419" y="10052"/>
                    <a:pt x="12422" y="8468"/>
                  </a:cubicBezTo>
                  <a:lnTo>
                    <a:pt x="12422" y="5363"/>
                  </a:lnTo>
                  <a:cubicBezTo>
                    <a:pt x="12422" y="4894"/>
                    <a:pt x="12042" y="4517"/>
                    <a:pt x="11572" y="4517"/>
                  </a:cubicBezTo>
                  <a:cubicBezTo>
                    <a:pt x="11106" y="4517"/>
                    <a:pt x="10726" y="4894"/>
                    <a:pt x="10726" y="5363"/>
                  </a:cubicBezTo>
                  <a:lnTo>
                    <a:pt x="10726" y="7339"/>
                  </a:lnTo>
                  <a:cubicBezTo>
                    <a:pt x="10726" y="7652"/>
                    <a:pt x="10473" y="7902"/>
                    <a:pt x="10163" y="7902"/>
                  </a:cubicBezTo>
                  <a:cubicBezTo>
                    <a:pt x="9850" y="7902"/>
                    <a:pt x="9597" y="7652"/>
                    <a:pt x="9597" y="7339"/>
                  </a:cubicBezTo>
                  <a:lnTo>
                    <a:pt x="9597" y="6297"/>
                  </a:lnTo>
                  <a:lnTo>
                    <a:pt x="9597" y="4234"/>
                  </a:lnTo>
                  <a:cubicBezTo>
                    <a:pt x="9597" y="3764"/>
                    <a:pt x="9218" y="3388"/>
                    <a:pt x="8751" y="3388"/>
                  </a:cubicBezTo>
                  <a:cubicBezTo>
                    <a:pt x="8281" y="3388"/>
                    <a:pt x="7905" y="3764"/>
                    <a:pt x="7905" y="4234"/>
                  </a:cubicBezTo>
                  <a:lnTo>
                    <a:pt x="7905" y="6210"/>
                  </a:lnTo>
                  <a:cubicBezTo>
                    <a:pt x="7905" y="6523"/>
                    <a:pt x="7652" y="6773"/>
                    <a:pt x="7339" y="6773"/>
                  </a:cubicBezTo>
                  <a:cubicBezTo>
                    <a:pt x="7025" y="6773"/>
                    <a:pt x="6776" y="6523"/>
                    <a:pt x="6776" y="6210"/>
                  </a:cubicBezTo>
                  <a:lnTo>
                    <a:pt x="6776" y="3105"/>
                  </a:lnTo>
                  <a:cubicBezTo>
                    <a:pt x="6776" y="2635"/>
                    <a:pt x="6396" y="2259"/>
                    <a:pt x="5926" y="2259"/>
                  </a:cubicBezTo>
                  <a:cubicBezTo>
                    <a:pt x="5460" y="2259"/>
                    <a:pt x="5080" y="2635"/>
                    <a:pt x="5080" y="3105"/>
                  </a:cubicBezTo>
                  <a:lnTo>
                    <a:pt x="5080" y="6210"/>
                  </a:lnTo>
                  <a:cubicBezTo>
                    <a:pt x="5080" y="6523"/>
                    <a:pt x="4827" y="6773"/>
                    <a:pt x="4517" y="6773"/>
                  </a:cubicBezTo>
                  <a:cubicBezTo>
                    <a:pt x="4204" y="6773"/>
                    <a:pt x="3951" y="6523"/>
                    <a:pt x="3951" y="6210"/>
                  </a:cubicBezTo>
                  <a:lnTo>
                    <a:pt x="3951" y="847"/>
                  </a:lnTo>
                  <a:cubicBezTo>
                    <a:pt x="3951" y="377"/>
                    <a:pt x="3572" y="0"/>
                    <a:pt x="310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5078" name="Google Shape;5078;p60"/>
          <p:cNvGrpSpPr/>
          <p:nvPr/>
        </p:nvGrpSpPr>
        <p:grpSpPr>
          <a:xfrm>
            <a:off x="7542181" y="2297783"/>
            <a:ext cx="339253" cy="318042"/>
            <a:chOff x="4456875" y="2635825"/>
            <a:chExt cx="481825" cy="451700"/>
          </a:xfrm>
        </p:grpSpPr>
        <p:sp>
          <p:nvSpPr>
            <p:cNvPr id="5079" name="Google Shape;5079;p60"/>
            <p:cNvSpPr/>
            <p:nvPr/>
          </p:nvSpPr>
          <p:spPr>
            <a:xfrm>
              <a:off x="4542475" y="3031050"/>
              <a:ext cx="189725" cy="56475"/>
            </a:xfrm>
            <a:custGeom>
              <a:avLst/>
              <a:gdLst/>
              <a:ahLst/>
              <a:cxnLst/>
              <a:rect l="l" t="t" r="r" b="b"/>
              <a:pathLst>
                <a:path w="7589" h="2259" extrusionOk="0">
                  <a:moveTo>
                    <a:pt x="2792" y="0"/>
                  </a:moveTo>
                  <a:lnTo>
                    <a:pt x="2415" y="1130"/>
                  </a:lnTo>
                  <a:lnTo>
                    <a:pt x="567" y="1130"/>
                  </a:lnTo>
                  <a:cubicBezTo>
                    <a:pt x="253" y="1130"/>
                    <a:pt x="0" y="1383"/>
                    <a:pt x="0" y="1696"/>
                  </a:cubicBezTo>
                  <a:cubicBezTo>
                    <a:pt x="0" y="2006"/>
                    <a:pt x="253" y="2259"/>
                    <a:pt x="567" y="2259"/>
                  </a:cubicBezTo>
                  <a:lnTo>
                    <a:pt x="7589" y="2259"/>
                  </a:lnTo>
                  <a:cubicBezTo>
                    <a:pt x="7101" y="1831"/>
                    <a:pt x="6821" y="1214"/>
                    <a:pt x="6821" y="567"/>
                  </a:cubicBezTo>
                  <a:lnTo>
                    <a:pt x="682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080" name="Google Shape;5080;p60"/>
            <p:cNvSpPr/>
            <p:nvPr/>
          </p:nvSpPr>
          <p:spPr>
            <a:xfrm>
              <a:off x="4456875" y="2946350"/>
              <a:ext cx="256125" cy="56500"/>
            </a:xfrm>
            <a:custGeom>
              <a:avLst/>
              <a:gdLst/>
              <a:ahLst/>
              <a:cxnLst/>
              <a:rect l="l" t="t" r="r" b="b"/>
              <a:pathLst>
                <a:path w="10245" h="2260" extrusionOk="0">
                  <a:moveTo>
                    <a:pt x="1" y="1"/>
                  </a:moveTo>
                  <a:lnTo>
                    <a:pt x="1" y="567"/>
                  </a:lnTo>
                  <a:cubicBezTo>
                    <a:pt x="1" y="1500"/>
                    <a:pt x="756" y="2259"/>
                    <a:pt x="1693" y="2259"/>
                  </a:cubicBezTo>
                  <a:lnTo>
                    <a:pt x="10245" y="2259"/>
                  </a:lnTo>
                  <a:lnTo>
                    <a:pt x="1024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081" name="Google Shape;5081;p60"/>
            <p:cNvSpPr/>
            <p:nvPr/>
          </p:nvSpPr>
          <p:spPr>
            <a:xfrm>
              <a:off x="4741225" y="2861675"/>
              <a:ext cx="169400" cy="141175"/>
            </a:xfrm>
            <a:custGeom>
              <a:avLst/>
              <a:gdLst/>
              <a:ahLst/>
              <a:cxnLst/>
              <a:rect l="l" t="t" r="r" b="b"/>
              <a:pathLst>
                <a:path w="6776" h="5647" extrusionOk="0">
                  <a:moveTo>
                    <a:pt x="0" y="0"/>
                  </a:moveTo>
                  <a:lnTo>
                    <a:pt x="0" y="5646"/>
                  </a:lnTo>
                  <a:lnTo>
                    <a:pt x="6775" y="5646"/>
                  </a:lnTo>
                  <a:lnTo>
                    <a:pt x="677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082" name="Google Shape;5082;p60"/>
            <p:cNvSpPr/>
            <p:nvPr/>
          </p:nvSpPr>
          <p:spPr>
            <a:xfrm>
              <a:off x="4741225" y="3031050"/>
              <a:ext cx="169400" cy="42400"/>
            </a:xfrm>
            <a:custGeom>
              <a:avLst/>
              <a:gdLst/>
              <a:ahLst/>
              <a:cxnLst/>
              <a:rect l="l" t="t" r="r" b="b"/>
              <a:pathLst>
                <a:path w="6776" h="1696" extrusionOk="0">
                  <a:moveTo>
                    <a:pt x="0" y="0"/>
                  </a:moveTo>
                  <a:lnTo>
                    <a:pt x="0" y="567"/>
                  </a:lnTo>
                  <a:cubicBezTo>
                    <a:pt x="0" y="1190"/>
                    <a:pt x="506" y="1696"/>
                    <a:pt x="1129" y="1696"/>
                  </a:cubicBezTo>
                  <a:lnTo>
                    <a:pt x="5646" y="1696"/>
                  </a:lnTo>
                  <a:cubicBezTo>
                    <a:pt x="6270" y="1696"/>
                    <a:pt x="6775" y="1190"/>
                    <a:pt x="6775" y="567"/>
                  </a:cubicBezTo>
                  <a:lnTo>
                    <a:pt x="677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083" name="Google Shape;5083;p60"/>
            <p:cNvSpPr/>
            <p:nvPr/>
          </p:nvSpPr>
          <p:spPr>
            <a:xfrm>
              <a:off x="4456875" y="2635825"/>
              <a:ext cx="481825" cy="282325"/>
            </a:xfrm>
            <a:custGeom>
              <a:avLst/>
              <a:gdLst/>
              <a:ahLst/>
              <a:cxnLst/>
              <a:rect l="l" t="t" r="r" b="b"/>
              <a:pathLst>
                <a:path w="19273" h="11293" extrusionOk="0">
                  <a:moveTo>
                    <a:pt x="1693" y="0"/>
                  </a:moveTo>
                  <a:cubicBezTo>
                    <a:pt x="756" y="0"/>
                    <a:pt x="1" y="759"/>
                    <a:pt x="1" y="1696"/>
                  </a:cubicBezTo>
                  <a:lnTo>
                    <a:pt x="1" y="11293"/>
                  </a:lnTo>
                  <a:lnTo>
                    <a:pt x="10245" y="11293"/>
                  </a:lnTo>
                  <a:lnTo>
                    <a:pt x="10245" y="7342"/>
                  </a:lnTo>
                  <a:cubicBezTo>
                    <a:pt x="10245" y="6092"/>
                    <a:pt x="11257" y="5083"/>
                    <a:pt x="12503" y="5083"/>
                  </a:cubicBezTo>
                  <a:lnTo>
                    <a:pt x="17020" y="5083"/>
                  </a:lnTo>
                  <a:cubicBezTo>
                    <a:pt x="18201" y="5083"/>
                    <a:pt x="19179" y="5993"/>
                    <a:pt x="19273" y="7167"/>
                  </a:cubicBezTo>
                  <a:lnTo>
                    <a:pt x="19273" y="1696"/>
                  </a:lnTo>
                  <a:cubicBezTo>
                    <a:pt x="19270" y="759"/>
                    <a:pt x="18514" y="0"/>
                    <a:pt x="1757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084" name="Google Shape;5084;p60"/>
            <p:cNvSpPr/>
            <p:nvPr/>
          </p:nvSpPr>
          <p:spPr>
            <a:xfrm>
              <a:off x="4741225" y="2791125"/>
              <a:ext cx="169400" cy="42325"/>
            </a:xfrm>
            <a:custGeom>
              <a:avLst/>
              <a:gdLst/>
              <a:ahLst/>
              <a:cxnLst/>
              <a:rect l="l" t="t" r="r" b="b"/>
              <a:pathLst>
                <a:path w="6776" h="1693" extrusionOk="0">
                  <a:moveTo>
                    <a:pt x="1129" y="1"/>
                  </a:moveTo>
                  <a:cubicBezTo>
                    <a:pt x="506" y="1"/>
                    <a:pt x="0" y="503"/>
                    <a:pt x="0" y="1130"/>
                  </a:cubicBezTo>
                  <a:lnTo>
                    <a:pt x="0" y="1693"/>
                  </a:lnTo>
                  <a:lnTo>
                    <a:pt x="6775" y="1693"/>
                  </a:lnTo>
                  <a:lnTo>
                    <a:pt x="6775" y="1130"/>
                  </a:lnTo>
                  <a:cubicBezTo>
                    <a:pt x="6775" y="503"/>
                    <a:pt x="6270" y="1"/>
                    <a:pt x="56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5085" name="Google Shape;5085;p60"/>
          <p:cNvGrpSpPr/>
          <p:nvPr/>
        </p:nvGrpSpPr>
        <p:grpSpPr>
          <a:xfrm>
            <a:off x="7967105" y="2297783"/>
            <a:ext cx="339253" cy="318042"/>
            <a:chOff x="5049725" y="2635825"/>
            <a:chExt cx="481825" cy="451700"/>
          </a:xfrm>
        </p:grpSpPr>
        <p:sp>
          <p:nvSpPr>
            <p:cNvPr id="5086" name="Google Shape;5086;p60"/>
            <p:cNvSpPr/>
            <p:nvPr/>
          </p:nvSpPr>
          <p:spPr>
            <a:xfrm>
              <a:off x="5135325" y="3031050"/>
              <a:ext cx="310550" cy="56475"/>
            </a:xfrm>
            <a:custGeom>
              <a:avLst/>
              <a:gdLst/>
              <a:ahLst/>
              <a:cxnLst/>
              <a:rect l="l" t="t" r="r" b="b"/>
              <a:pathLst>
                <a:path w="12422" h="2259" extrusionOk="0">
                  <a:moveTo>
                    <a:pt x="2791" y="0"/>
                  </a:moveTo>
                  <a:lnTo>
                    <a:pt x="2415" y="1130"/>
                  </a:lnTo>
                  <a:lnTo>
                    <a:pt x="566" y="1130"/>
                  </a:lnTo>
                  <a:cubicBezTo>
                    <a:pt x="253" y="1130"/>
                    <a:pt x="0" y="1383"/>
                    <a:pt x="0" y="1696"/>
                  </a:cubicBezTo>
                  <a:cubicBezTo>
                    <a:pt x="0" y="2006"/>
                    <a:pt x="253" y="2259"/>
                    <a:pt x="566" y="2259"/>
                  </a:cubicBezTo>
                  <a:lnTo>
                    <a:pt x="11858" y="2259"/>
                  </a:lnTo>
                  <a:cubicBezTo>
                    <a:pt x="12169" y="2259"/>
                    <a:pt x="12421" y="2006"/>
                    <a:pt x="12421" y="1696"/>
                  </a:cubicBezTo>
                  <a:cubicBezTo>
                    <a:pt x="12421" y="1383"/>
                    <a:pt x="12169" y="1130"/>
                    <a:pt x="11858" y="1130"/>
                  </a:cubicBezTo>
                  <a:lnTo>
                    <a:pt x="10006" y="1130"/>
                  </a:lnTo>
                  <a:lnTo>
                    <a:pt x="963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087" name="Google Shape;5087;p60"/>
            <p:cNvSpPr/>
            <p:nvPr/>
          </p:nvSpPr>
          <p:spPr>
            <a:xfrm>
              <a:off x="5049725" y="2946350"/>
              <a:ext cx="481825" cy="56500"/>
            </a:xfrm>
            <a:custGeom>
              <a:avLst/>
              <a:gdLst/>
              <a:ahLst/>
              <a:cxnLst/>
              <a:rect l="l" t="t" r="r" b="b"/>
              <a:pathLst>
                <a:path w="19273" h="2260" extrusionOk="0">
                  <a:moveTo>
                    <a:pt x="0" y="1"/>
                  </a:moveTo>
                  <a:lnTo>
                    <a:pt x="0" y="567"/>
                  </a:lnTo>
                  <a:cubicBezTo>
                    <a:pt x="0" y="1500"/>
                    <a:pt x="756" y="2259"/>
                    <a:pt x="1693" y="2259"/>
                  </a:cubicBezTo>
                  <a:lnTo>
                    <a:pt x="17577" y="2259"/>
                  </a:lnTo>
                  <a:cubicBezTo>
                    <a:pt x="18513" y="2259"/>
                    <a:pt x="19269" y="1500"/>
                    <a:pt x="19272" y="567"/>
                  </a:cubicBezTo>
                  <a:lnTo>
                    <a:pt x="1927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088" name="Google Shape;5088;p60"/>
            <p:cNvSpPr/>
            <p:nvPr/>
          </p:nvSpPr>
          <p:spPr>
            <a:xfrm>
              <a:off x="5049725" y="2635825"/>
              <a:ext cx="481825" cy="282325"/>
            </a:xfrm>
            <a:custGeom>
              <a:avLst/>
              <a:gdLst/>
              <a:ahLst/>
              <a:cxnLst/>
              <a:rect l="l" t="t" r="r" b="b"/>
              <a:pathLst>
                <a:path w="19273" h="11293" extrusionOk="0">
                  <a:moveTo>
                    <a:pt x="1693" y="0"/>
                  </a:moveTo>
                  <a:cubicBezTo>
                    <a:pt x="756" y="0"/>
                    <a:pt x="0" y="759"/>
                    <a:pt x="0" y="1696"/>
                  </a:cubicBezTo>
                  <a:lnTo>
                    <a:pt x="0" y="11293"/>
                  </a:lnTo>
                  <a:lnTo>
                    <a:pt x="19272" y="11293"/>
                  </a:lnTo>
                  <a:lnTo>
                    <a:pt x="19272" y="1696"/>
                  </a:lnTo>
                  <a:cubicBezTo>
                    <a:pt x="19269" y="759"/>
                    <a:pt x="18513" y="0"/>
                    <a:pt x="1757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5089" name="Google Shape;5089;p60"/>
          <p:cNvGrpSpPr/>
          <p:nvPr/>
        </p:nvGrpSpPr>
        <p:grpSpPr>
          <a:xfrm>
            <a:off x="2211475" y="3952243"/>
            <a:ext cx="338566" cy="338373"/>
            <a:chOff x="5643000" y="2621375"/>
            <a:chExt cx="480850" cy="480575"/>
          </a:xfrm>
        </p:grpSpPr>
        <p:sp>
          <p:nvSpPr>
            <p:cNvPr id="5090" name="Google Shape;5090;p60"/>
            <p:cNvSpPr/>
            <p:nvPr/>
          </p:nvSpPr>
          <p:spPr>
            <a:xfrm>
              <a:off x="5837150" y="2812950"/>
              <a:ext cx="92625" cy="88125"/>
            </a:xfrm>
            <a:custGeom>
              <a:avLst/>
              <a:gdLst/>
              <a:ahLst/>
              <a:cxnLst/>
              <a:rect l="l" t="t" r="r" b="b"/>
              <a:pathLst>
                <a:path w="3705" h="3525" extrusionOk="0">
                  <a:moveTo>
                    <a:pt x="1853" y="1"/>
                  </a:moveTo>
                  <a:lnTo>
                    <a:pt x="1" y="1347"/>
                  </a:lnTo>
                  <a:lnTo>
                    <a:pt x="706" y="3524"/>
                  </a:lnTo>
                  <a:lnTo>
                    <a:pt x="2997" y="3524"/>
                  </a:lnTo>
                  <a:lnTo>
                    <a:pt x="3705" y="1347"/>
                  </a:lnTo>
                  <a:lnTo>
                    <a:pt x="185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091" name="Google Shape;5091;p60"/>
            <p:cNvSpPr/>
            <p:nvPr/>
          </p:nvSpPr>
          <p:spPr>
            <a:xfrm>
              <a:off x="5643000" y="2631975"/>
              <a:ext cx="480850" cy="469975"/>
            </a:xfrm>
            <a:custGeom>
              <a:avLst/>
              <a:gdLst/>
              <a:ahLst/>
              <a:cxnLst/>
              <a:rect l="l" t="t" r="r" b="b"/>
              <a:pathLst>
                <a:path w="19234" h="18799" extrusionOk="0">
                  <a:moveTo>
                    <a:pt x="9617" y="5978"/>
                  </a:moveTo>
                  <a:cubicBezTo>
                    <a:pt x="9734" y="5978"/>
                    <a:pt x="9851" y="6014"/>
                    <a:pt x="9950" y="6087"/>
                  </a:cubicBezTo>
                  <a:lnTo>
                    <a:pt x="12464" y="7914"/>
                  </a:lnTo>
                  <a:cubicBezTo>
                    <a:pt x="12663" y="8059"/>
                    <a:pt x="12745" y="8312"/>
                    <a:pt x="12669" y="8547"/>
                  </a:cubicBezTo>
                  <a:lnTo>
                    <a:pt x="11709" y="11504"/>
                  </a:lnTo>
                  <a:cubicBezTo>
                    <a:pt x="11633" y="11736"/>
                    <a:pt x="11417" y="11892"/>
                    <a:pt x="11173" y="11892"/>
                  </a:cubicBezTo>
                  <a:lnTo>
                    <a:pt x="8062" y="11892"/>
                  </a:lnTo>
                  <a:cubicBezTo>
                    <a:pt x="7818" y="11892"/>
                    <a:pt x="7601" y="11736"/>
                    <a:pt x="7526" y="11504"/>
                  </a:cubicBezTo>
                  <a:lnTo>
                    <a:pt x="6565" y="8547"/>
                  </a:lnTo>
                  <a:cubicBezTo>
                    <a:pt x="6490" y="8312"/>
                    <a:pt x="6571" y="8059"/>
                    <a:pt x="6770" y="7914"/>
                  </a:cubicBezTo>
                  <a:lnTo>
                    <a:pt x="9285" y="6087"/>
                  </a:lnTo>
                  <a:cubicBezTo>
                    <a:pt x="9384" y="6014"/>
                    <a:pt x="9501" y="5978"/>
                    <a:pt x="9617" y="5978"/>
                  </a:cubicBezTo>
                  <a:close/>
                  <a:moveTo>
                    <a:pt x="6785" y="1"/>
                  </a:moveTo>
                  <a:lnTo>
                    <a:pt x="6785" y="1"/>
                  </a:lnTo>
                  <a:cubicBezTo>
                    <a:pt x="5289" y="462"/>
                    <a:pt x="3928" y="1284"/>
                    <a:pt x="2822" y="2395"/>
                  </a:cubicBezTo>
                  <a:cubicBezTo>
                    <a:pt x="2431" y="2783"/>
                    <a:pt x="2076" y="3208"/>
                    <a:pt x="1756" y="3656"/>
                  </a:cubicBezTo>
                  <a:lnTo>
                    <a:pt x="3072" y="3834"/>
                  </a:lnTo>
                  <a:cubicBezTo>
                    <a:pt x="3289" y="3864"/>
                    <a:pt x="3467" y="4015"/>
                    <a:pt x="3533" y="4220"/>
                  </a:cubicBezTo>
                  <a:lnTo>
                    <a:pt x="4497" y="7177"/>
                  </a:lnTo>
                  <a:cubicBezTo>
                    <a:pt x="4572" y="7408"/>
                    <a:pt x="4488" y="7664"/>
                    <a:pt x="4289" y="7809"/>
                  </a:cubicBezTo>
                  <a:lnTo>
                    <a:pt x="1775" y="9637"/>
                  </a:lnTo>
                  <a:cubicBezTo>
                    <a:pt x="1677" y="9708"/>
                    <a:pt x="1560" y="9743"/>
                    <a:pt x="1444" y="9743"/>
                  </a:cubicBezTo>
                  <a:cubicBezTo>
                    <a:pt x="1351" y="9743"/>
                    <a:pt x="1259" y="9721"/>
                    <a:pt x="1175" y="9676"/>
                  </a:cubicBezTo>
                  <a:lnTo>
                    <a:pt x="7" y="9047"/>
                  </a:lnTo>
                  <a:cubicBezTo>
                    <a:pt x="7" y="9092"/>
                    <a:pt x="7" y="9140"/>
                    <a:pt x="7" y="9188"/>
                  </a:cubicBezTo>
                  <a:cubicBezTo>
                    <a:pt x="1" y="11269"/>
                    <a:pt x="675" y="13292"/>
                    <a:pt x="1925" y="14955"/>
                  </a:cubicBezTo>
                  <a:lnTo>
                    <a:pt x="2500" y="13756"/>
                  </a:lnTo>
                  <a:cubicBezTo>
                    <a:pt x="2594" y="13560"/>
                    <a:pt x="2792" y="13437"/>
                    <a:pt x="3009" y="13437"/>
                  </a:cubicBezTo>
                  <a:lnTo>
                    <a:pt x="6120" y="13437"/>
                  </a:lnTo>
                  <a:cubicBezTo>
                    <a:pt x="6364" y="13437"/>
                    <a:pt x="6580" y="13594"/>
                    <a:pt x="6656" y="13828"/>
                  </a:cubicBezTo>
                  <a:lnTo>
                    <a:pt x="7616" y="16786"/>
                  </a:lnTo>
                  <a:cubicBezTo>
                    <a:pt x="7683" y="16990"/>
                    <a:pt x="7625" y="17216"/>
                    <a:pt x="7469" y="17367"/>
                  </a:cubicBezTo>
                  <a:lnTo>
                    <a:pt x="6508" y="18288"/>
                  </a:lnTo>
                  <a:cubicBezTo>
                    <a:pt x="7515" y="18628"/>
                    <a:pt x="8566" y="18799"/>
                    <a:pt x="9616" y="18799"/>
                  </a:cubicBezTo>
                  <a:cubicBezTo>
                    <a:pt x="10667" y="18799"/>
                    <a:pt x="11718" y="18628"/>
                    <a:pt x="12726" y="18288"/>
                  </a:cubicBezTo>
                  <a:lnTo>
                    <a:pt x="11763" y="17367"/>
                  </a:lnTo>
                  <a:cubicBezTo>
                    <a:pt x="11606" y="17216"/>
                    <a:pt x="11549" y="16990"/>
                    <a:pt x="11615" y="16786"/>
                  </a:cubicBezTo>
                  <a:lnTo>
                    <a:pt x="12576" y="13828"/>
                  </a:lnTo>
                  <a:cubicBezTo>
                    <a:pt x="12651" y="13594"/>
                    <a:pt x="12868" y="13437"/>
                    <a:pt x="13115" y="13437"/>
                  </a:cubicBezTo>
                  <a:lnTo>
                    <a:pt x="16223" y="13437"/>
                  </a:lnTo>
                  <a:cubicBezTo>
                    <a:pt x="16439" y="13437"/>
                    <a:pt x="16638" y="13560"/>
                    <a:pt x="16731" y="13756"/>
                  </a:cubicBezTo>
                  <a:lnTo>
                    <a:pt x="17307" y="14955"/>
                  </a:lnTo>
                  <a:cubicBezTo>
                    <a:pt x="18559" y="13292"/>
                    <a:pt x="19234" y="11269"/>
                    <a:pt x="19228" y="9188"/>
                  </a:cubicBezTo>
                  <a:cubicBezTo>
                    <a:pt x="19228" y="9140"/>
                    <a:pt x="19228" y="9092"/>
                    <a:pt x="19225" y="9044"/>
                  </a:cubicBezTo>
                  <a:lnTo>
                    <a:pt x="18059" y="9673"/>
                  </a:lnTo>
                  <a:cubicBezTo>
                    <a:pt x="17975" y="9719"/>
                    <a:pt x="17883" y="9742"/>
                    <a:pt x="17791" y="9742"/>
                  </a:cubicBezTo>
                  <a:cubicBezTo>
                    <a:pt x="17674" y="9742"/>
                    <a:pt x="17557" y="9705"/>
                    <a:pt x="17457" y="9634"/>
                  </a:cubicBezTo>
                  <a:lnTo>
                    <a:pt x="14943" y="7806"/>
                  </a:lnTo>
                  <a:cubicBezTo>
                    <a:pt x="14744" y="7661"/>
                    <a:pt x="14663" y="7408"/>
                    <a:pt x="14738" y="7174"/>
                  </a:cubicBezTo>
                  <a:lnTo>
                    <a:pt x="15702" y="4220"/>
                  </a:lnTo>
                  <a:cubicBezTo>
                    <a:pt x="15768" y="4012"/>
                    <a:pt x="15945" y="3864"/>
                    <a:pt x="16162" y="3834"/>
                  </a:cubicBezTo>
                  <a:lnTo>
                    <a:pt x="17478" y="3656"/>
                  </a:lnTo>
                  <a:cubicBezTo>
                    <a:pt x="17162" y="3208"/>
                    <a:pt x="16804" y="2783"/>
                    <a:pt x="16415" y="2395"/>
                  </a:cubicBezTo>
                  <a:cubicBezTo>
                    <a:pt x="15307" y="1284"/>
                    <a:pt x="13946" y="462"/>
                    <a:pt x="12449" y="1"/>
                  </a:cubicBezTo>
                  <a:lnTo>
                    <a:pt x="12449" y="1"/>
                  </a:lnTo>
                  <a:lnTo>
                    <a:pt x="12690" y="1311"/>
                  </a:lnTo>
                  <a:cubicBezTo>
                    <a:pt x="12726" y="1524"/>
                    <a:pt x="12642" y="1741"/>
                    <a:pt x="12464" y="1868"/>
                  </a:cubicBezTo>
                  <a:lnTo>
                    <a:pt x="9950" y="3696"/>
                  </a:lnTo>
                  <a:cubicBezTo>
                    <a:pt x="9851" y="3768"/>
                    <a:pt x="9734" y="3804"/>
                    <a:pt x="9618" y="3804"/>
                  </a:cubicBezTo>
                  <a:cubicBezTo>
                    <a:pt x="9501" y="3804"/>
                    <a:pt x="9385" y="3768"/>
                    <a:pt x="9288" y="3696"/>
                  </a:cubicBezTo>
                  <a:lnTo>
                    <a:pt x="6770" y="1868"/>
                  </a:lnTo>
                  <a:cubicBezTo>
                    <a:pt x="6596" y="1741"/>
                    <a:pt x="6508" y="1524"/>
                    <a:pt x="6547" y="1311"/>
                  </a:cubicBezTo>
                  <a:lnTo>
                    <a:pt x="678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092" name="Google Shape;5092;p60"/>
            <p:cNvSpPr/>
            <p:nvPr/>
          </p:nvSpPr>
          <p:spPr>
            <a:xfrm>
              <a:off x="6041550" y="2749725"/>
              <a:ext cx="79750" cy="95025"/>
            </a:xfrm>
            <a:custGeom>
              <a:avLst/>
              <a:gdLst/>
              <a:ahLst/>
              <a:cxnLst/>
              <a:rect l="l" t="t" r="r" b="b"/>
              <a:pathLst>
                <a:path w="3190" h="3801" extrusionOk="0">
                  <a:moveTo>
                    <a:pt x="2184" y="0"/>
                  </a:moveTo>
                  <a:lnTo>
                    <a:pt x="723" y="196"/>
                  </a:lnTo>
                  <a:lnTo>
                    <a:pt x="0" y="2424"/>
                  </a:lnTo>
                  <a:lnTo>
                    <a:pt x="1895" y="3801"/>
                  </a:lnTo>
                  <a:lnTo>
                    <a:pt x="3189" y="3102"/>
                  </a:lnTo>
                  <a:cubicBezTo>
                    <a:pt x="3036" y="2018"/>
                    <a:pt x="2696" y="967"/>
                    <a:pt x="218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093" name="Google Shape;5093;p60"/>
            <p:cNvSpPr/>
            <p:nvPr/>
          </p:nvSpPr>
          <p:spPr>
            <a:xfrm>
              <a:off x="5963025" y="2996125"/>
              <a:ext cx="92625" cy="81175"/>
            </a:xfrm>
            <a:custGeom>
              <a:avLst/>
              <a:gdLst/>
              <a:ahLst/>
              <a:cxnLst/>
              <a:rect l="l" t="t" r="r" b="b"/>
              <a:pathLst>
                <a:path w="3705" h="3247" extrusionOk="0">
                  <a:moveTo>
                    <a:pt x="723" y="0"/>
                  </a:moveTo>
                  <a:lnTo>
                    <a:pt x="1" y="2229"/>
                  </a:lnTo>
                  <a:lnTo>
                    <a:pt x="1067" y="3246"/>
                  </a:lnTo>
                  <a:cubicBezTo>
                    <a:pt x="2009" y="2780"/>
                    <a:pt x="2870" y="2162"/>
                    <a:pt x="3614" y="1416"/>
                  </a:cubicBezTo>
                  <a:cubicBezTo>
                    <a:pt x="3644" y="1388"/>
                    <a:pt x="3674" y="1355"/>
                    <a:pt x="3705" y="1325"/>
                  </a:cubicBezTo>
                  <a:lnTo>
                    <a:pt x="306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094" name="Google Shape;5094;p60"/>
            <p:cNvSpPr/>
            <p:nvPr/>
          </p:nvSpPr>
          <p:spPr>
            <a:xfrm>
              <a:off x="5711225" y="2996200"/>
              <a:ext cx="92600" cy="81100"/>
            </a:xfrm>
            <a:custGeom>
              <a:avLst/>
              <a:gdLst/>
              <a:ahLst/>
              <a:cxnLst/>
              <a:rect l="l" t="t" r="r" b="b"/>
              <a:pathLst>
                <a:path w="3704" h="3244" extrusionOk="0">
                  <a:moveTo>
                    <a:pt x="635" y="0"/>
                  </a:moveTo>
                  <a:lnTo>
                    <a:pt x="0" y="1322"/>
                  </a:lnTo>
                  <a:cubicBezTo>
                    <a:pt x="30" y="1355"/>
                    <a:pt x="60" y="1385"/>
                    <a:pt x="93" y="1416"/>
                  </a:cubicBezTo>
                  <a:cubicBezTo>
                    <a:pt x="834" y="2162"/>
                    <a:pt x="1695" y="2780"/>
                    <a:pt x="2638" y="3243"/>
                  </a:cubicBezTo>
                  <a:lnTo>
                    <a:pt x="3704" y="2229"/>
                  </a:lnTo>
                  <a:lnTo>
                    <a:pt x="298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095" name="Google Shape;5095;p60"/>
            <p:cNvSpPr/>
            <p:nvPr/>
          </p:nvSpPr>
          <p:spPr>
            <a:xfrm>
              <a:off x="5645575" y="2749725"/>
              <a:ext cx="79825" cy="95100"/>
            </a:xfrm>
            <a:custGeom>
              <a:avLst/>
              <a:gdLst/>
              <a:ahLst/>
              <a:cxnLst/>
              <a:rect l="l" t="t" r="r" b="b"/>
              <a:pathLst>
                <a:path w="3193" h="3804" extrusionOk="0">
                  <a:moveTo>
                    <a:pt x="1009" y="0"/>
                  </a:moveTo>
                  <a:cubicBezTo>
                    <a:pt x="497" y="967"/>
                    <a:pt x="154" y="2018"/>
                    <a:pt x="0" y="3105"/>
                  </a:cubicBezTo>
                  <a:lnTo>
                    <a:pt x="1295" y="3804"/>
                  </a:lnTo>
                  <a:lnTo>
                    <a:pt x="3192" y="2424"/>
                  </a:lnTo>
                  <a:lnTo>
                    <a:pt x="2467" y="196"/>
                  </a:lnTo>
                  <a:lnTo>
                    <a:pt x="100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096" name="Google Shape;5096;p60"/>
            <p:cNvSpPr/>
            <p:nvPr/>
          </p:nvSpPr>
          <p:spPr>
            <a:xfrm>
              <a:off x="5836025" y="2621375"/>
              <a:ext cx="94800" cy="74100"/>
            </a:xfrm>
            <a:custGeom>
              <a:avLst/>
              <a:gdLst/>
              <a:ahLst/>
              <a:cxnLst/>
              <a:rect l="l" t="t" r="r" b="b"/>
              <a:pathLst>
                <a:path w="3792" h="2964" extrusionOk="0">
                  <a:moveTo>
                    <a:pt x="1897" y="1"/>
                  </a:moveTo>
                  <a:cubicBezTo>
                    <a:pt x="1351" y="1"/>
                    <a:pt x="805" y="47"/>
                    <a:pt x="266" y="139"/>
                  </a:cubicBezTo>
                  <a:lnTo>
                    <a:pt x="1" y="1587"/>
                  </a:lnTo>
                  <a:lnTo>
                    <a:pt x="1898" y="2963"/>
                  </a:lnTo>
                  <a:lnTo>
                    <a:pt x="3792" y="1587"/>
                  </a:lnTo>
                  <a:lnTo>
                    <a:pt x="3530" y="139"/>
                  </a:lnTo>
                  <a:cubicBezTo>
                    <a:pt x="2989" y="47"/>
                    <a:pt x="2443" y="1"/>
                    <a:pt x="18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5097" name="Google Shape;5097;p60"/>
          <p:cNvGrpSpPr/>
          <p:nvPr/>
        </p:nvGrpSpPr>
        <p:grpSpPr>
          <a:xfrm>
            <a:off x="4032695" y="3951803"/>
            <a:ext cx="339359" cy="339253"/>
            <a:chOff x="6235250" y="2620775"/>
            <a:chExt cx="481975" cy="481825"/>
          </a:xfrm>
        </p:grpSpPr>
        <p:sp>
          <p:nvSpPr>
            <p:cNvPr id="5098" name="Google Shape;5098;p60"/>
            <p:cNvSpPr/>
            <p:nvPr/>
          </p:nvSpPr>
          <p:spPr>
            <a:xfrm>
              <a:off x="6405675" y="2620775"/>
              <a:ext cx="28275" cy="56475"/>
            </a:xfrm>
            <a:custGeom>
              <a:avLst/>
              <a:gdLst/>
              <a:ahLst/>
              <a:cxnLst/>
              <a:rect l="l" t="t" r="r" b="b"/>
              <a:pathLst>
                <a:path w="1131" h="2259" extrusionOk="0">
                  <a:moveTo>
                    <a:pt x="567" y="0"/>
                  </a:moveTo>
                  <a:cubicBezTo>
                    <a:pt x="254" y="0"/>
                    <a:pt x="1" y="253"/>
                    <a:pt x="1" y="566"/>
                  </a:cubicBezTo>
                  <a:lnTo>
                    <a:pt x="1" y="1695"/>
                  </a:lnTo>
                  <a:cubicBezTo>
                    <a:pt x="1" y="2006"/>
                    <a:pt x="254" y="2259"/>
                    <a:pt x="567" y="2259"/>
                  </a:cubicBezTo>
                  <a:cubicBezTo>
                    <a:pt x="877" y="2259"/>
                    <a:pt x="1130" y="2006"/>
                    <a:pt x="1130" y="1695"/>
                  </a:cubicBezTo>
                  <a:lnTo>
                    <a:pt x="1130" y="566"/>
                  </a:lnTo>
                  <a:cubicBezTo>
                    <a:pt x="1130" y="253"/>
                    <a:pt x="877" y="0"/>
                    <a:pt x="5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099" name="Google Shape;5099;p60"/>
            <p:cNvSpPr/>
            <p:nvPr/>
          </p:nvSpPr>
          <p:spPr>
            <a:xfrm>
              <a:off x="6518600" y="2620775"/>
              <a:ext cx="28250" cy="56475"/>
            </a:xfrm>
            <a:custGeom>
              <a:avLst/>
              <a:gdLst/>
              <a:ahLst/>
              <a:cxnLst/>
              <a:rect l="l" t="t" r="r" b="b"/>
              <a:pathLst>
                <a:path w="1130" h="2259" extrusionOk="0">
                  <a:moveTo>
                    <a:pt x="567" y="0"/>
                  </a:moveTo>
                  <a:cubicBezTo>
                    <a:pt x="254" y="0"/>
                    <a:pt x="1" y="253"/>
                    <a:pt x="1" y="566"/>
                  </a:cubicBezTo>
                  <a:lnTo>
                    <a:pt x="1" y="1695"/>
                  </a:lnTo>
                  <a:cubicBezTo>
                    <a:pt x="1" y="2006"/>
                    <a:pt x="254" y="2259"/>
                    <a:pt x="567" y="2259"/>
                  </a:cubicBezTo>
                  <a:cubicBezTo>
                    <a:pt x="877" y="2259"/>
                    <a:pt x="1130" y="2006"/>
                    <a:pt x="1130" y="1695"/>
                  </a:cubicBezTo>
                  <a:lnTo>
                    <a:pt x="1130" y="566"/>
                  </a:lnTo>
                  <a:cubicBezTo>
                    <a:pt x="1130" y="253"/>
                    <a:pt x="877" y="0"/>
                    <a:pt x="5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100" name="Google Shape;5100;p60"/>
            <p:cNvSpPr/>
            <p:nvPr/>
          </p:nvSpPr>
          <p:spPr>
            <a:xfrm>
              <a:off x="6603300" y="2649000"/>
              <a:ext cx="28250" cy="56475"/>
            </a:xfrm>
            <a:custGeom>
              <a:avLst/>
              <a:gdLst/>
              <a:ahLst/>
              <a:cxnLst/>
              <a:rect l="l" t="t" r="r" b="b"/>
              <a:pathLst>
                <a:path w="1130" h="2259" extrusionOk="0">
                  <a:moveTo>
                    <a:pt x="567" y="0"/>
                  </a:moveTo>
                  <a:cubicBezTo>
                    <a:pt x="253" y="0"/>
                    <a:pt x="0" y="253"/>
                    <a:pt x="0" y="566"/>
                  </a:cubicBezTo>
                  <a:lnTo>
                    <a:pt x="0" y="1696"/>
                  </a:lnTo>
                  <a:cubicBezTo>
                    <a:pt x="0" y="2006"/>
                    <a:pt x="253" y="2259"/>
                    <a:pt x="567" y="2259"/>
                  </a:cubicBezTo>
                  <a:cubicBezTo>
                    <a:pt x="877" y="2259"/>
                    <a:pt x="1130" y="2006"/>
                    <a:pt x="1130" y="1696"/>
                  </a:cubicBezTo>
                  <a:lnTo>
                    <a:pt x="1130" y="566"/>
                  </a:lnTo>
                  <a:cubicBezTo>
                    <a:pt x="1130" y="253"/>
                    <a:pt x="877" y="0"/>
                    <a:pt x="5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101" name="Google Shape;5101;p60"/>
            <p:cNvSpPr/>
            <p:nvPr/>
          </p:nvSpPr>
          <p:spPr>
            <a:xfrm>
              <a:off x="6321000" y="2649000"/>
              <a:ext cx="28250" cy="56475"/>
            </a:xfrm>
            <a:custGeom>
              <a:avLst/>
              <a:gdLst/>
              <a:ahLst/>
              <a:cxnLst/>
              <a:rect l="l" t="t" r="r" b="b"/>
              <a:pathLst>
                <a:path w="1130" h="2259" extrusionOk="0">
                  <a:moveTo>
                    <a:pt x="566" y="0"/>
                  </a:moveTo>
                  <a:cubicBezTo>
                    <a:pt x="253" y="0"/>
                    <a:pt x="0" y="253"/>
                    <a:pt x="0" y="566"/>
                  </a:cubicBezTo>
                  <a:lnTo>
                    <a:pt x="0" y="1696"/>
                  </a:lnTo>
                  <a:cubicBezTo>
                    <a:pt x="0" y="2006"/>
                    <a:pt x="253" y="2259"/>
                    <a:pt x="566" y="2259"/>
                  </a:cubicBezTo>
                  <a:cubicBezTo>
                    <a:pt x="876" y="2259"/>
                    <a:pt x="1129" y="2006"/>
                    <a:pt x="1129" y="1696"/>
                  </a:cubicBezTo>
                  <a:lnTo>
                    <a:pt x="1129" y="566"/>
                  </a:lnTo>
                  <a:cubicBezTo>
                    <a:pt x="1129" y="253"/>
                    <a:pt x="876" y="0"/>
                    <a:pt x="5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102" name="Google Shape;5102;p60"/>
            <p:cNvSpPr/>
            <p:nvPr/>
          </p:nvSpPr>
          <p:spPr>
            <a:xfrm>
              <a:off x="6235250" y="2677225"/>
              <a:ext cx="481975" cy="425375"/>
            </a:xfrm>
            <a:custGeom>
              <a:avLst/>
              <a:gdLst/>
              <a:ahLst/>
              <a:cxnLst/>
              <a:rect l="l" t="t" r="r" b="b"/>
              <a:pathLst>
                <a:path w="19279" h="17015" extrusionOk="0">
                  <a:moveTo>
                    <a:pt x="9639" y="1"/>
                  </a:moveTo>
                  <a:cubicBezTo>
                    <a:pt x="9326" y="1"/>
                    <a:pt x="9073" y="254"/>
                    <a:pt x="9073" y="567"/>
                  </a:cubicBezTo>
                  <a:lnTo>
                    <a:pt x="9073" y="1202"/>
                  </a:lnTo>
                  <a:cubicBezTo>
                    <a:pt x="7920" y="1470"/>
                    <a:pt x="6872" y="2548"/>
                    <a:pt x="6252" y="4156"/>
                  </a:cubicBezTo>
                  <a:cubicBezTo>
                    <a:pt x="6164" y="4380"/>
                    <a:pt x="5952" y="4518"/>
                    <a:pt x="5726" y="4518"/>
                  </a:cubicBezTo>
                  <a:cubicBezTo>
                    <a:pt x="5658" y="4518"/>
                    <a:pt x="5588" y="4505"/>
                    <a:pt x="5520" y="4478"/>
                  </a:cubicBezTo>
                  <a:cubicBezTo>
                    <a:pt x="5231" y="4367"/>
                    <a:pt x="5083" y="4042"/>
                    <a:pt x="5198" y="3750"/>
                  </a:cubicBezTo>
                  <a:cubicBezTo>
                    <a:pt x="5532" y="2876"/>
                    <a:pt x="5987" y="2130"/>
                    <a:pt x="6517" y="1536"/>
                  </a:cubicBezTo>
                  <a:lnTo>
                    <a:pt x="6517" y="1536"/>
                  </a:lnTo>
                  <a:cubicBezTo>
                    <a:pt x="2753" y="2527"/>
                    <a:pt x="0" y="5258"/>
                    <a:pt x="0" y="8468"/>
                  </a:cubicBezTo>
                  <a:lnTo>
                    <a:pt x="0" y="9034"/>
                  </a:lnTo>
                  <a:cubicBezTo>
                    <a:pt x="0" y="9347"/>
                    <a:pt x="253" y="9597"/>
                    <a:pt x="564" y="9597"/>
                  </a:cubicBezTo>
                  <a:cubicBezTo>
                    <a:pt x="877" y="9597"/>
                    <a:pt x="1130" y="9347"/>
                    <a:pt x="1130" y="9034"/>
                  </a:cubicBezTo>
                  <a:cubicBezTo>
                    <a:pt x="1130" y="8423"/>
                    <a:pt x="1904" y="7905"/>
                    <a:pt x="2822" y="7905"/>
                  </a:cubicBezTo>
                  <a:cubicBezTo>
                    <a:pt x="3740" y="7905"/>
                    <a:pt x="4553" y="8423"/>
                    <a:pt x="4553" y="9034"/>
                  </a:cubicBezTo>
                  <a:cubicBezTo>
                    <a:pt x="4553" y="9347"/>
                    <a:pt x="4806" y="9597"/>
                    <a:pt x="5120" y="9597"/>
                  </a:cubicBezTo>
                  <a:cubicBezTo>
                    <a:pt x="5430" y="9597"/>
                    <a:pt x="5683" y="9347"/>
                    <a:pt x="5683" y="9034"/>
                  </a:cubicBezTo>
                  <a:cubicBezTo>
                    <a:pt x="5683" y="8423"/>
                    <a:pt x="6460" y="7905"/>
                    <a:pt x="7378" y="7905"/>
                  </a:cubicBezTo>
                  <a:cubicBezTo>
                    <a:pt x="8296" y="7905"/>
                    <a:pt x="9070" y="8423"/>
                    <a:pt x="9070" y="9034"/>
                  </a:cubicBezTo>
                  <a:lnTo>
                    <a:pt x="9070" y="14756"/>
                  </a:lnTo>
                  <a:cubicBezTo>
                    <a:pt x="9070" y="15379"/>
                    <a:pt x="8564" y="15885"/>
                    <a:pt x="7941" y="15885"/>
                  </a:cubicBezTo>
                  <a:cubicBezTo>
                    <a:pt x="7318" y="15885"/>
                    <a:pt x="6812" y="15379"/>
                    <a:pt x="6812" y="14756"/>
                  </a:cubicBezTo>
                  <a:lnTo>
                    <a:pt x="6812" y="14190"/>
                  </a:lnTo>
                  <a:cubicBezTo>
                    <a:pt x="6812" y="13879"/>
                    <a:pt x="6559" y="13626"/>
                    <a:pt x="6249" y="13626"/>
                  </a:cubicBezTo>
                  <a:cubicBezTo>
                    <a:pt x="5936" y="13626"/>
                    <a:pt x="5683" y="13879"/>
                    <a:pt x="5683" y="14190"/>
                  </a:cubicBezTo>
                  <a:lnTo>
                    <a:pt x="5683" y="14756"/>
                  </a:lnTo>
                  <a:cubicBezTo>
                    <a:pt x="5683" y="16002"/>
                    <a:pt x="6694" y="17014"/>
                    <a:pt x="7941" y="17014"/>
                  </a:cubicBezTo>
                  <a:cubicBezTo>
                    <a:pt x="9188" y="17014"/>
                    <a:pt x="10200" y="16002"/>
                    <a:pt x="10200" y="14756"/>
                  </a:cubicBezTo>
                  <a:lnTo>
                    <a:pt x="10200" y="9034"/>
                  </a:lnTo>
                  <a:cubicBezTo>
                    <a:pt x="10200" y="8423"/>
                    <a:pt x="10976" y="7905"/>
                    <a:pt x="11895" y="7905"/>
                  </a:cubicBezTo>
                  <a:cubicBezTo>
                    <a:pt x="12813" y="7905"/>
                    <a:pt x="13587" y="8423"/>
                    <a:pt x="13587" y="9034"/>
                  </a:cubicBezTo>
                  <a:cubicBezTo>
                    <a:pt x="13587" y="9347"/>
                    <a:pt x="13840" y="9597"/>
                    <a:pt x="14153" y="9597"/>
                  </a:cubicBezTo>
                  <a:cubicBezTo>
                    <a:pt x="14463" y="9597"/>
                    <a:pt x="14716" y="9347"/>
                    <a:pt x="14716" y="9034"/>
                  </a:cubicBezTo>
                  <a:cubicBezTo>
                    <a:pt x="14716" y="8423"/>
                    <a:pt x="15529" y="7905"/>
                    <a:pt x="16448" y="7905"/>
                  </a:cubicBezTo>
                  <a:cubicBezTo>
                    <a:pt x="17366" y="7905"/>
                    <a:pt x="18143" y="8423"/>
                    <a:pt x="18143" y="9034"/>
                  </a:cubicBezTo>
                  <a:cubicBezTo>
                    <a:pt x="18143" y="9347"/>
                    <a:pt x="18396" y="9597"/>
                    <a:pt x="18706" y="9597"/>
                  </a:cubicBezTo>
                  <a:cubicBezTo>
                    <a:pt x="19019" y="9597"/>
                    <a:pt x="19272" y="9347"/>
                    <a:pt x="19272" y="9034"/>
                  </a:cubicBezTo>
                  <a:lnTo>
                    <a:pt x="19272" y="8471"/>
                  </a:lnTo>
                  <a:cubicBezTo>
                    <a:pt x="19278" y="5258"/>
                    <a:pt x="16523" y="2527"/>
                    <a:pt x="12759" y="1536"/>
                  </a:cubicBezTo>
                  <a:lnTo>
                    <a:pt x="12759" y="1536"/>
                  </a:lnTo>
                  <a:cubicBezTo>
                    <a:pt x="13292" y="2130"/>
                    <a:pt x="13744" y="2876"/>
                    <a:pt x="14081" y="3750"/>
                  </a:cubicBezTo>
                  <a:cubicBezTo>
                    <a:pt x="14192" y="4042"/>
                    <a:pt x="14048" y="4367"/>
                    <a:pt x="13756" y="4478"/>
                  </a:cubicBezTo>
                  <a:cubicBezTo>
                    <a:pt x="13688" y="4505"/>
                    <a:pt x="13618" y="4518"/>
                    <a:pt x="13550" y="4518"/>
                  </a:cubicBezTo>
                  <a:cubicBezTo>
                    <a:pt x="13324" y="4518"/>
                    <a:pt x="13113" y="4380"/>
                    <a:pt x="13027" y="4156"/>
                  </a:cubicBezTo>
                  <a:cubicBezTo>
                    <a:pt x="12407" y="2548"/>
                    <a:pt x="11359" y="1470"/>
                    <a:pt x="10203" y="1202"/>
                  </a:cubicBezTo>
                  <a:lnTo>
                    <a:pt x="10203" y="567"/>
                  </a:lnTo>
                  <a:cubicBezTo>
                    <a:pt x="10203" y="254"/>
                    <a:pt x="9950" y="1"/>
                    <a:pt x="96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5103" name="Google Shape;5103;p60"/>
          <p:cNvSpPr/>
          <p:nvPr/>
        </p:nvSpPr>
        <p:spPr>
          <a:xfrm>
            <a:off x="5030010" y="2720693"/>
            <a:ext cx="345027" cy="320295"/>
          </a:xfrm>
          <a:custGeom>
            <a:avLst/>
            <a:gdLst/>
            <a:ahLst/>
            <a:cxnLst/>
            <a:rect l="l" t="t" r="r" b="b"/>
            <a:pathLst>
              <a:path w="19601" h="18196" extrusionOk="0">
                <a:moveTo>
                  <a:pt x="9798" y="0"/>
                </a:moveTo>
                <a:cubicBezTo>
                  <a:pt x="9597" y="0"/>
                  <a:pt x="9397" y="104"/>
                  <a:pt x="9293" y="312"/>
                </a:cubicBezTo>
                <a:lnTo>
                  <a:pt x="6619" y="5666"/>
                </a:lnTo>
                <a:lnTo>
                  <a:pt x="648" y="6524"/>
                </a:lnTo>
                <a:cubicBezTo>
                  <a:pt x="184" y="6590"/>
                  <a:pt x="1" y="7163"/>
                  <a:pt x="338" y="7488"/>
                </a:cubicBezTo>
                <a:lnTo>
                  <a:pt x="4659" y="11652"/>
                </a:lnTo>
                <a:lnTo>
                  <a:pt x="3638" y="17530"/>
                </a:lnTo>
                <a:cubicBezTo>
                  <a:pt x="3574" y="17898"/>
                  <a:pt x="3865" y="18195"/>
                  <a:pt x="4195" y="18195"/>
                </a:cubicBezTo>
                <a:cubicBezTo>
                  <a:pt x="4281" y="18195"/>
                  <a:pt x="4371" y="18175"/>
                  <a:pt x="4457" y="18129"/>
                </a:cubicBezTo>
                <a:lnTo>
                  <a:pt x="9802" y="15350"/>
                </a:lnTo>
                <a:lnTo>
                  <a:pt x="15147" y="18129"/>
                </a:lnTo>
                <a:cubicBezTo>
                  <a:pt x="15233" y="18175"/>
                  <a:pt x="15322" y="18195"/>
                  <a:pt x="15408" y="18195"/>
                </a:cubicBezTo>
                <a:cubicBezTo>
                  <a:pt x="15736" y="18195"/>
                  <a:pt x="16025" y="17898"/>
                  <a:pt x="15963" y="17533"/>
                </a:cubicBezTo>
                <a:lnTo>
                  <a:pt x="14942" y="11652"/>
                </a:lnTo>
                <a:lnTo>
                  <a:pt x="19263" y="7491"/>
                </a:lnTo>
                <a:cubicBezTo>
                  <a:pt x="19601" y="7163"/>
                  <a:pt x="19417" y="6590"/>
                  <a:pt x="18950" y="6524"/>
                </a:cubicBezTo>
                <a:lnTo>
                  <a:pt x="12976" y="5666"/>
                </a:lnTo>
                <a:lnTo>
                  <a:pt x="10302" y="312"/>
                </a:lnTo>
                <a:cubicBezTo>
                  <a:pt x="10198" y="104"/>
                  <a:pt x="9998" y="0"/>
                  <a:pt x="9798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grpSp>
        <p:nvGrpSpPr>
          <p:cNvPr id="5104" name="Google Shape;5104;p60"/>
          <p:cNvGrpSpPr/>
          <p:nvPr/>
        </p:nvGrpSpPr>
        <p:grpSpPr>
          <a:xfrm>
            <a:off x="5465078" y="2711317"/>
            <a:ext cx="341101" cy="339253"/>
            <a:chOff x="1535000" y="3223325"/>
            <a:chExt cx="484450" cy="481825"/>
          </a:xfrm>
        </p:grpSpPr>
        <p:sp>
          <p:nvSpPr>
            <p:cNvPr id="5105" name="Google Shape;5105;p60"/>
            <p:cNvSpPr/>
            <p:nvPr/>
          </p:nvSpPr>
          <p:spPr>
            <a:xfrm>
              <a:off x="1760150" y="3308225"/>
              <a:ext cx="143825" cy="140600"/>
            </a:xfrm>
            <a:custGeom>
              <a:avLst/>
              <a:gdLst/>
              <a:ahLst/>
              <a:cxnLst/>
              <a:rect l="l" t="t" r="r" b="b"/>
              <a:pathLst>
                <a:path w="5753" h="5624" extrusionOk="0">
                  <a:moveTo>
                    <a:pt x="2928" y="0"/>
                  </a:moveTo>
                  <a:cubicBezTo>
                    <a:pt x="2723" y="0"/>
                    <a:pt x="2518" y="96"/>
                    <a:pt x="2422" y="287"/>
                  </a:cubicBezTo>
                  <a:lnTo>
                    <a:pt x="1756" y="1627"/>
                  </a:lnTo>
                  <a:lnTo>
                    <a:pt x="416" y="2295"/>
                  </a:lnTo>
                  <a:cubicBezTo>
                    <a:pt x="1" y="2503"/>
                    <a:pt x="1" y="3096"/>
                    <a:pt x="416" y="3304"/>
                  </a:cubicBezTo>
                  <a:lnTo>
                    <a:pt x="1756" y="3973"/>
                  </a:lnTo>
                  <a:lnTo>
                    <a:pt x="2422" y="5310"/>
                  </a:lnTo>
                  <a:cubicBezTo>
                    <a:pt x="2526" y="5519"/>
                    <a:pt x="2727" y="5624"/>
                    <a:pt x="2928" y="5624"/>
                  </a:cubicBezTo>
                  <a:cubicBezTo>
                    <a:pt x="3129" y="5624"/>
                    <a:pt x="3330" y="5519"/>
                    <a:pt x="3434" y="5310"/>
                  </a:cubicBezTo>
                  <a:lnTo>
                    <a:pt x="4102" y="3973"/>
                  </a:lnTo>
                  <a:lnTo>
                    <a:pt x="5439" y="3304"/>
                  </a:lnTo>
                  <a:cubicBezTo>
                    <a:pt x="5629" y="3208"/>
                    <a:pt x="5752" y="3012"/>
                    <a:pt x="5752" y="2798"/>
                  </a:cubicBezTo>
                  <a:cubicBezTo>
                    <a:pt x="5752" y="2585"/>
                    <a:pt x="5632" y="2389"/>
                    <a:pt x="5439" y="2295"/>
                  </a:cubicBezTo>
                  <a:lnTo>
                    <a:pt x="4102" y="1627"/>
                  </a:lnTo>
                  <a:lnTo>
                    <a:pt x="3434" y="287"/>
                  </a:lnTo>
                  <a:cubicBezTo>
                    <a:pt x="3337" y="96"/>
                    <a:pt x="3132" y="0"/>
                    <a:pt x="29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106" name="Google Shape;5106;p60"/>
            <p:cNvSpPr/>
            <p:nvPr/>
          </p:nvSpPr>
          <p:spPr>
            <a:xfrm>
              <a:off x="1873075" y="3421150"/>
              <a:ext cx="146375" cy="140600"/>
            </a:xfrm>
            <a:custGeom>
              <a:avLst/>
              <a:gdLst/>
              <a:ahLst/>
              <a:cxnLst/>
              <a:rect l="l" t="t" r="r" b="b"/>
              <a:pathLst>
                <a:path w="5855" h="5624" extrusionOk="0">
                  <a:moveTo>
                    <a:pt x="2928" y="0"/>
                  </a:moveTo>
                  <a:cubicBezTo>
                    <a:pt x="2723" y="0"/>
                    <a:pt x="2518" y="96"/>
                    <a:pt x="2422" y="287"/>
                  </a:cubicBezTo>
                  <a:lnTo>
                    <a:pt x="1756" y="1627"/>
                  </a:lnTo>
                  <a:lnTo>
                    <a:pt x="416" y="2295"/>
                  </a:lnTo>
                  <a:cubicBezTo>
                    <a:pt x="1" y="2503"/>
                    <a:pt x="1" y="3096"/>
                    <a:pt x="416" y="3304"/>
                  </a:cubicBezTo>
                  <a:lnTo>
                    <a:pt x="1756" y="3973"/>
                  </a:lnTo>
                  <a:lnTo>
                    <a:pt x="2422" y="5310"/>
                  </a:lnTo>
                  <a:cubicBezTo>
                    <a:pt x="2526" y="5519"/>
                    <a:pt x="2727" y="5624"/>
                    <a:pt x="2928" y="5624"/>
                  </a:cubicBezTo>
                  <a:cubicBezTo>
                    <a:pt x="3129" y="5624"/>
                    <a:pt x="3330" y="5519"/>
                    <a:pt x="3433" y="5310"/>
                  </a:cubicBezTo>
                  <a:lnTo>
                    <a:pt x="4102" y="3973"/>
                  </a:lnTo>
                  <a:lnTo>
                    <a:pt x="5439" y="3304"/>
                  </a:lnTo>
                  <a:cubicBezTo>
                    <a:pt x="5854" y="3096"/>
                    <a:pt x="5854" y="2503"/>
                    <a:pt x="5439" y="2295"/>
                  </a:cubicBezTo>
                  <a:lnTo>
                    <a:pt x="4102" y="1627"/>
                  </a:lnTo>
                  <a:lnTo>
                    <a:pt x="3433" y="287"/>
                  </a:lnTo>
                  <a:cubicBezTo>
                    <a:pt x="3337" y="96"/>
                    <a:pt x="3132" y="0"/>
                    <a:pt x="29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107" name="Google Shape;5107;p60"/>
            <p:cNvSpPr/>
            <p:nvPr/>
          </p:nvSpPr>
          <p:spPr>
            <a:xfrm>
              <a:off x="1535000" y="3223325"/>
              <a:ext cx="406450" cy="481825"/>
            </a:xfrm>
            <a:custGeom>
              <a:avLst/>
              <a:gdLst/>
              <a:ahLst/>
              <a:cxnLst/>
              <a:rect l="l" t="t" r="r" b="b"/>
              <a:pathLst>
                <a:path w="16258" h="19273" extrusionOk="0">
                  <a:moveTo>
                    <a:pt x="9660" y="0"/>
                  </a:moveTo>
                  <a:cubicBezTo>
                    <a:pt x="4399" y="0"/>
                    <a:pt x="0" y="4351"/>
                    <a:pt x="0" y="9636"/>
                  </a:cubicBezTo>
                  <a:cubicBezTo>
                    <a:pt x="0" y="14927"/>
                    <a:pt x="4381" y="19272"/>
                    <a:pt x="9675" y="19272"/>
                  </a:cubicBezTo>
                  <a:cubicBezTo>
                    <a:pt x="12012" y="19269"/>
                    <a:pt x="14270" y="18411"/>
                    <a:pt x="16023" y="16860"/>
                  </a:cubicBezTo>
                  <a:cubicBezTo>
                    <a:pt x="16195" y="16707"/>
                    <a:pt x="16258" y="16463"/>
                    <a:pt x="16176" y="16243"/>
                  </a:cubicBezTo>
                  <a:cubicBezTo>
                    <a:pt x="16098" y="16026"/>
                    <a:pt x="15893" y="15879"/>
                    <a:pt x="15662" y="15872"/>
                  </a:cubicBezTo>
                  <a:cubicBezTo>
                    <a:pt x="11352" y="15752"/>
                    <a:pt x="7980" y="12250"/>
                    <a:pt x="7980" y="7941"/>
                  </a:cubicBezTo>
                  <a:cubicBezTo>
                    <a:pt x="7974" y="5207"/>
                    <a:pt x="9380" y="2662"/>
                    <a:pt x="11696" y="1211"/>
                  </a:cubicBezTo>
                  <a:cubicBezTo>
                    <a:pt x="12129" y="937"/>
                    <a:pt x="12006" y="274"/>
                    <a:pt x="11503" y="178"/>
                  </a:cubicBezTo>
                  <a:cubicBezTo>
                    <a:pt x="10881" y="58"/>
                    <a:pt x="10265" y="0"/>
                    <a:pt x="966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5108" name="Google Shape;5108;p60"/>
          <p:cNvGrpSpPr/>
          <p:nvPr/>
        </p:nvGrpSpPr>
        <p:grpSpPr>
          <a:xfrm>
            <a:off x="5872645" y="2746618"/>
            <a:ext cx="339253" cy="268649"/>
            <a:chOff x="2085525" y="3263750"/>
            <a:chExt cx="481825" cy="381550"/>
          </a:xfrm>
        </p:grpSpPr>
        <p:sp>
          <p:nvSpPr>
            <p:cNvPr id="5109" name="Google Shape;5109;p60"/>
            <p:cNvSpPr/>
            <p:nvPr/>
          </p:nvSpPr>
          <p:spPr>
            <a:xfrm>
              <a:off x="2320325" y="3263750"/>
              <a:ext cx="227825" cy="141025"/>
            </a:xfrm>
            <a:custGeom>
              <a:avLst/>
              <a:gdLst/>
              <a:ahLst/>
              <a:cxnLst/>
              <a:rect l="l" t="t" r="r" b="b"/>
              <a:pathLst>
                <a:path w="9113" h="5641" extrusionOk="0">
                  <a:moveTo>
                    <a:pt x="4066" y="0"/>
                  </a:moveTo>
                  <a:cubicBezTo>
                    <a:pt x="2283" y="3"/>
                    <a:pt x="675" y="1081"/>
                    <a:pt x="0" y="2731"/>
                  </a:cubicBezTo>
                  <a:cubicBezTo>
                    <a:pt x="1527" y="2939"/>
                    <a:pt x="2912" y="3734"/>
                    <a:pt x="3861" y="4948"/>
                  </a:cubicBezTo>
                  <a:cubicBezTo>
                    <a:pt x="4331" y="4823"/>
                    <a:pt x="4810" y="4761"/>
                    <a:pt x="5287" y="4761"/>
                  </a:cubicBezTo>
                  <a:cubicBezTo>
                    <a:pt x="6338" y="4761"/>
                    <a:pt x="7378" y="5060"/>
                    <a:pt x="8281" y="5640"/>
                  </a:cubicBezTo>
                  <a:cubicBezTo>
                    <a:pt x="9112" y="2825"/>
                    <a:pt x="7002" y="0"/>
                    <a:pt x="40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110" name="Google Shape;5110;p60"/>
            <p:cNvSpPr/>
            <p:nvPr/>
          </p:nvSpPr>
          <p:spPr>
            <a:xfrm>
              <a:off x="2085525" y="3355200"/>
              <a:ext cx="481825" cy="290100"/>
            </a:xfrm>
            <a:custGeom>
              <a:avLst/>
              <a:gdLst/>
              <a:ahLst/>
              <a:cxnLst/>
              <a:rect l="l" t="t" r="r" b="b"/>
              <a:pathLst>
                <a:path w="19273" h="11604" extrusionOk="0">
                  <a:moveTo>
                    <a:pt x="8620" y="1"/>
                  </a:moveTo>
                  <a:cubicBezTo>
                    <a:pt x="8610" y="1"/>
                    <a:pt x="8599" y="1"/>
                    <a:pt x="8588" y="1"/>
                  </a:cubicBezTo>
                  <a:cubicBezTo>
                    <a:pt x="7468" y="4"/>
                    <a:pt x="6384" y="407"/>
                    <a:pt x="5535" y="1139"/>
                  </a:cubicBezTo>
                  <a:cubicBezTo>
                    <a:pt x="4818" y="1756"/>
                    <a:pt x="4288" y="2563"/>
                    <a:pt x="4005" y="3470"/>
                  </a:cubicBezTo>
                  <a:lnTo>
                    <a:pt x="3891" y="3470"/>
                  </a:lnTo>
                  <a:cubicBezTo>
                    <a:pt x="1747" y="3470"/>
                    <a:pt x="0" y="5295"/>
                    <a:pt x="0" y="7538"/>
                  </a:cubicBezTo>
                  <a:cubicBezTo>
                    <a:pt x="0" y="9781"/>
                    <a:pt x="1744" y="11603"/>
                    <a:pt x="3891" y="11603"/>
                  </a:cubicBezTo>
                  <a:lnTo>
                    <a:pt x="14798" y="11603"/>
                  </a:lnTo>
                  <a:cubicBezTo>
                    <a:pt x="17264" y="11603"/>
                    <a:pt x="19272" y="9504"/>
                    <a:pt x="19272" y="6924"/>
                  </a:cubicBezTo>
                  <a:cubicBezTo>
                    <a:pt x="19272" y="6044"/>
                    <a:pt x="19034" y="5180"/>
                    <a:pt x="18583" y="4427"/>
                  </a:cubicBezTo>
                  <a:cubicBezTo>
                    <a:pt x="18152" y="3705"/>
                    <a:pt x="17529" y="3118"/>
                    <a:pt x="16782" y="2726"/>
                  </a:cubicBezTo>
                  <a:cubicBezTo>
                    <a:pt x="16161" y="2403"/>
                    <a:pt x="15480" y="2241"/>
                    <a:pt x="14799" y="2241"/>
                  </a:cubicBezTo>
                  <a:cubicBezTo>
                    <a:pt x="14135" y="2241"/>
                    <a:pt x="13471" y="2394"/>
                    <a:pt x="12861" y="2702"/>
                  </a:cubicBezTo>
                  <a:cubicBezTo>
                    <a:pt x="12232" y="1443"/>
                    <a:pt x="11118" y="513"/>
                    <a:pt x="9784" y="157"/>
                  </a:cubicBezTo>
                  <a:cubicBezTo>
                    <a:pt x="9403" y="55"/>
                    <a:pt x="9013" y="1"/>
                    <a:pt x="86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5111" name="Google Shape;5111;p60"/>
          <p:cNvSpPr/>
          <p:nvPr/>
        </p:nvSpPr>
        <p:spPr>
          <a:xfrm>
            <a:off x="6286830" y="2778690"/>
            <a:ext cx="339253" cy="204295"/>
          </a:xfrm>
          <a:custGeom>
            <a:avLst/>
            <a:gdLst/>
            <a:ahLst/>
            <a:cxnLst/>
            <a:rect l="l" t="t" r="r" b="b"/>
            <a:pathLst>
              <a:path w="19273" h="11606" extrusionOk="0">
                <a:moveTo>
                  <a:pt x="8589" y="0"/>
                </a:moveTo>
                <a:cubicBezTo>
                  <a:pt x="7469" y="3"/>
                  <a:pt x="6385" y="407"/>
                  <a:pt x="5536" y="1138"/>
                </a:cubicBezTo>
                <a:cubicBezTo>
                  <a:pt x="4819" y="1759"/>
                  <a:pt x="4289" y="2566"/>
                  <a:pt x="4006" y="3469"/>
                </a:cubicBezTo>
                <a:lnTo>
                  <a:pt x="3891" y="3469"/>
                </a:lnTo>
                <a:cubicBezTo>
                  <a:pt x="1747" y="3469"/>
                  <a:pt x="1" y="5294"/>
                  <a:pt x="1" y="7537"/>
                </a:cubicBezTo>
                <a:cubicBezTo>
                  <a:pt x="1" y="9781"/>
                  <a:pt x="1744" y="11605"/>
                  <a:pt x="3891" y="11605"/>
                </a:cubicBezTo>
                <a:lnTo>
                  <a:pt x="14798" y="11605"/>
                </a:lnTo>
                <a:cubicBezTo>
                  <a:pt x="17264" y="11605"/>
                  <a:pt x="19273" y="9507"/>
                  <a:pt x="19273" y="6923"/>
                </a:cubicBezTo>
                <a:cubicBezTo>
                  <a:pt x="19273" y="6044"/>
                  <a:pt x="19035" y="5182"/>
                  <a:pt x="18583" y="4430"/>
                </a:cubicBezTo>
                <a:cubicBezTo>
                  <a:pt x="18153" y="3707"/>
                  <a:pt x="17529" y="3117"/>
                  <a:pt x="16783" y="2728"/>
                </a:cubicBezTo>
                <a:cubicBezTo>
                  <a:pt x="16161" y="2404"/>
                  <a:pt x="15479" y="2243"/>
                  <a:pt x="14797" y="2243"/>
                </a:cubicBezTo>
                <a:cubicBezTo>
                  <a:pt x="14134" y="2243"/>
                  <a:pt x="13470" y="2395"/>
                  <a:pt x="12862" y="2701"/>
                </a:cubicBezTo>
                <a:cubicBezTo>
                  <a:pt x="12233" y="1442"/>
                  <a:pt x="11118" y="512"/>
                  <a:pt x="9784" y="157"/>
                </a:cubicBezTo>
                <a:cubicBezTo>
                  <a:pt x="9393" y="54"/>
                  <a:pt x="8992" y="0"/>
                  <a:pt x="8589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grpSp>
        <p:nvGrpSpPr>
          <p:cNvPr id="5112" name="Google Shape;5112;p60"/>
          <p:cNvGrpSpPr/>
          <p:nvPr/>
        </p:nvGrpSpPr>
        <p:grpSpPr>
          <a:xfrm>
            <a:off x="6704407" y="2711308"/>
            <a:ext cx="340204" cy="339271"/>
            <a:chOff x="3270450" y="3213625"/>
            <a:chExt cx="483175" cy="481850"/>
          </a:xfrm>
        </p:grpSpPr>
        <p:sp>
          <p:nvSpPr>
            <p:cNvPr id="5113" name="Google Shape;5113;p60"/>
            <p:cNvSpPr/>
            <p:nvPr/>
          </p:nvSpPr>
          <p:spPr>
            <a:xfrm>
              <a:off x="3392550" y="3335025"/>
              <a:ext cx="239050" cy="239050"/>
            </a:xfrm>
            <a:custGeom>
              <a:avLst/>
              <a:gdLst/>
              <a:ahLst/>
              <a:cxnLst/>
              <a:rect l="l" t="t" r="r" b="b"/>
              <a:pathLst>
                <a:path w="9562" h="9562" extrusionOk="0">
                  <a:moveTo>
                    <a:pt x="4782" y="1"/>
                  </a:moveTo>
                  <a:cubicBezTo>
                    <a:pt x="2142" y="1"/>
                    <a:pt x="1" y="2139"/>
                    <a:pt x="1" y="4780"/>
                  </a:cubicBezTo>
                  <a:cubicBezTo>
                    <a:pt x="1" y="7421"/>
                    <a:pt x="2142" y="9562"/>
                    <a:pt x="4782" y="9562"/>
                  </a:cubicBezTo>
                  <a:cubicBezTo>
                    <a:pt x="7420" y="9562"/>
                    <a:pt x="9561" y="7421"/>
                    <a:pt x="9561" y="4780"/>
                  </a:cubicBezTo>
                  <a:cubicBezTo>
                    <a:pt x="9561" y="2139"/>
                    <a:pt x="7420" y="1"/>
                    <a:pt x="478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114" name="Google Shape;5114;p60"/>
            <p:cNvSpPr/>
            <p:nvPr/>
          </p:nvSpPr>
          <p:spPr>
            <a:xfrm>
              <a:off x="3270450" y="3213625"/>
              <a:ext cx="483175" cy="481850"/>
            </a:xfrm>
            <a:custGeom>
              <a:avLst/>
              <a:gdLst/>
              <a:ahLst/>
              <a:cxnLst/>
              <a:rect l="l" t="t" r="r" b="b"/>
              <a:pathLst>
                <a:path w="19327" h="19274" extrusionOk="0">
                  <a:moveTo>
                    <a:pt x="9666" y="3728"/>
                  </a:moveTo>
                  <a:cubicBezTo>
                    <a:pt x="12925" y="3728"/>
                    <a:pt x="15575" y="6378"/>
                    <a:pt x="15575" y="9636"/>
                  </a:cubicBezTo>
                  <a:cubicBezTo>
                    <a:pt x="15575" y="12894"/>
                    <a:pt x="12925" y="15547"/>
                    <a:pt x="9666" y="15547"/>
                  </a:cubicBezTo>
                  <a:cubicBezTo>
                    <a:pt x="6405" y="15547"/>
                    <a:pt x="3755" y="12894"/>
                    <a:pt x="3755" y="9636"/>
                  </a:cubicBezTo>
                  <a:cubicBezTo>
                    <a:pt x="3755" y="6378"/>
                    <a:pt x="6405" y="3728"/>
                    <a:pt x="9666" y="3728"/>
                  </a:cubicBezTo>
                  <a:close/>
                  <a:moveTo>
                    <a:pt x="9665" y="0"/>
                  </a:moveTo>
                  <a:cubicBezTo>
                    <a:pt x="9575" y="0"/>
                    <a:pt x="9484" y="22"/>
                    <a:pt x="9402" y="66"/>
                  </a:cubicBezTo>
                  <a:lnTo>
                    <a:pt x="7532" y="1054"/>
                  </a:lnTo>
                  <a:lnTo>
                    <a:pt x="5418" y="1054"/>
                  </a:lnTo>
                  <a:cubicBezTo>
                    <a:pt x="5231" y="1054"/>
                    <a:pt x="5056" y="1144"/>
                    <a:pt x="4954" y="1301"/>
                  </a:cubicBezTo>
                  <a:lnTo>
                    <a:pt x="3752" y="3053"/>
                  </a:lnTo>
                  <a:lnTo>
                    <a:pt x="1879" y="4041"/>
                  </a:lnTo>
                  <a:cubicBezTo>
                    <a:pt x="1717" y="4128"/>
                    <a:pt x="1605" y="4288"/>
                    <a:pt x="1584" y="4474"/>
                  </a:cubicBezTo>
                  <a:lnTo>
                    <a:pt x="1328" y="6588"/>
                  </a:lnTo>
                  <a:lnTo>
                    <a:pt x="127" y="8341"/>
                  </a:lnTo>
                  <a:cubicBezTo>
                    <a:pt x="24" y="8491"/>
                    <a:pt x="0" y="8687"/>
                    <a:pt x="67" y="8859"/>
                  </a:cubicBezTo>
                  <a:lnTo>
                    <a:pt x="816" y="10852"/>
                  </a:lnTo>
                  <a:lnTo>
                    <a:pt x="560" y="12966"/>
                  </a:lnTo>
                  <a:cubicBezTo>
                    <a:pt x="536" y="13150"/>
                    <a:pt x="606" y="13334"/>
                    <a:pt x="744" y="13457"/>
                  </a:cubicBezTo>
                  <a:lnTo>
                    <a:pt x="2325" y="14869"/>
                  </a:lnTo>
                  <a:lnTo>
                    <a:pt x="3075" y="16860"/>
                  </a:lnTo>
                  <a:cubicBezTo>
                    <a:pt x="3141" y="17034"/>
                    <a:pt x="3289" y="17164"/>
                    <a:pt x="3466" y="17209"/>
                  </a:cubicBezTo>
                  <a:lnTo>
                    <a:pt x="5520" y="17718"/>
                  </a:lnTo>
                  <a:lnTo>
                    <a:pt x="7101" y="19130"/>
                  </a:lnTo>
                  <a:cubicBezTo>
                    <a:pt x="7205" y="19223"/>
                    <a:pt x="7340" y="19273"/>
                    <a:pt x="7477" y="19273"/>
                  </a:cubicBezTo>
                  <a:cubicBezTo>
                    <a:pt x="7523" y="19273"/>
                    <a:pt x="7568" y="19268"/>
                    <a:pt x="7613" y="19257"/>
                  </a:cubicBezTo>
                  <a:lnTo>
                    <a:pt x="9666" y="18745"/>
                  </a:lnTo>
                  <a:lnTo>
                    <a:pt x="11717" y="19254"/>
                  </a:lnTo>
                  <a:cubicBezTo>
                    <a:pt x="11759" y="19266"/>
                    <a:pt x="11807" y="19272"/>
                    <a:pt x="11853" y="19272"/>
                  </a:cubicBezTo>
                  <a:cubicBezTo>
                    <a:pt x="11991" y="19272"/>
                    <a:pt x="12124" y="19221"/>
                    <a:pt x="12229" y="19127"/>
                  </a:cubicBezTo>
                  <a:lnTo>
                    <a:pt x="13810" y="17715"/>
                  </a:lnTo>
                  <a:lnTo>
                    <a:pt x="15861" y="17206"/>
                  </a:lnTo>
                  <a:cubicBezTo>
                    <a:pt x="16041" y="17161"/>
                    <a:pt x="16186" y="17031"/>
                    <a:pt x="16252" y="16857"/>
                  </a:cubicBezTo>
                  <a:lnTo>
                    <a:pt x="17002" y="14866"/>
                  </a:lnTo>
                  <a:lnTo>
                    <a:pt x="18583" y="13454"/>
                  </a:lnTo>
                  <a:cubicBezTo>
                    <a:pt x="18721" y="13331"/>
                    <a:pt x="18791" y="13147"/>
                    <a:pt x="18766" y="12963"/>
                  </a:cubicBezTo>
                  <a:lnTo>
                    <a:pt x="18514" y="10849"/>
                  </a:lnTo>
                  <a:lnTo>
                    <a:pt x="19263" y="8856"/>
                  </a:lnTo>
                  <a:cubicBezTo>
                    <a:pt x="19327" y="8684"/>
                    <a:pt x="19306" y="8491"/>
                    <a:pt x="19200" y="8338"/>
                  </a:cubicBezTo>
                  <a:lnTo>
                    <a:pt x="18002" y="6588"/>
                  </a:lnTo>
                  <a:lnTo>
                    <a:pt x="17746" y="4471"/>
                  </a:lnTo>
                  <a:cubicBezTo>
                    <a:pt x="17725" y="4288"/>
                    <a:pt x="17613" y="4128"/>
                    <a:pt x="17451" y="4041"/>
                  </a:cubicBezTo>
                  <a:lnTo>
                    <a:pt x="15578" y="3050"/>
                  </a:lnTo>
                  <a:lnTo>
                    <a:pt x="14379" y="1298"/>
                  </a:lnTo>
                  <a:cubicBezTo>
                    <a:pt x="14274" y="1144"/>
                    <a:pt x="14099" y="1054"/>
                    <a:pt x="13912" y="1054"/>
                  </a:cubicBezTo>
                  <a:lnTo>
                    <a:pt x="11798" y="1054"/>
                  </a:lnTo>
                  <a:lnTo>
                    <a:pt x="9928" y="66"/>
                  </a:lnTo>
                  <a:cubicBezTo>
                    <a:pt x="9846" y="22"/>
                    <a:pt x="9755" y="0"/>
                    <a:pt x="96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5115" name="Google Shape;5115;p60"/>
          <p:cNvGrpSpPr/>
          <p:nvPr/>
        </p:nvGrpSpPr>
        <p:grpSpPr>
          <a:xfrm>
            <a:off x="7203676" y="2711317"/>
            <a:ext cx="168931" cy="339253"/>
            <a:chOff x="3984950" y="3213600"/>
            <a:chExt cx="239925" cy="481825"/>
          </a:xfrm>
        </p:grpSpPr>
        <p:sp>
          <p:nvSpPr>
            <p:cNvPr id="5116" name="Google Shape;5116;p60"/>
            <p:cNvSpPr/>
            <p:nvPr/>
          </p:nvSpPr>
          <p:spPr>
            <a:xfrm>
              <a:off x="3984950" y="3213600"/>
              <a:ext cx="239925" cy="481825"/>
            </a:xfrm>
            <a:custGeom>
              <a:avLst/>
              <a:gdLst/>
              <a:ahLst/>
              <a:cxnLst/>
              <a:rect l="l" t="t" r="r" b="b"/>
              <a:pathLst>
                <a:path w="9597" h="19273" extrusionOk="0">
                  <a:moveTo>
                    <a:pt x="4800" y="3355"/>
                  </a:moveTo>
                  <a:cubicBezTo>
                    <a:pt x="5110" y="3355"/>
                    <a:pt x="5363" y="3608"/>
                    <a:pt x="5363" y="3918"/>
                  </a:cubicBezTo>
                  <a:lnTo>
                    <a:pt x="5363" y="12121"/>
                  </a:lnTo>
                  <a:cubicBezTo>
                    <a:pt x="6556" y="12407"/>
                    <a:pt x="7345" y="13542"/>
                    <a:pt x="7203" y="14759"/>
                  </a:cubicBezTo>
                  <a:cubicBezTo>
                    <a:pt x="7059" y="15978"/>
                    <a:pt x="6026" y="16897"/>
                    <a:pt x="4800" y="16897"/>
                  </a:cubicBezTo>
                  <a:cubicBezTo>
                    <a:pt x="3571" y="16897"/>
                    <a:pt x="2539" y="15978"/>
                    <a:pt x="2394" y="14759"/>
                  </a:cubicBezTo>
                  <a:cubicBezTo>
                    <a:pt x="2253" y="13542"/>
                    <a:pt x="3042" y="12407"/>
                    <a:pt x="4234" y="12121"/>
                  </a:cubicBezTo>
                  <a:lnTo>
                    <a:pt x="4234" y="3918"/>
                  </a:lnTo>
                  <a:cubicBezTo>
                    <a:pt x="4234" y="3608"/>
                    <a:pt x="4487" y="3355"/>
                    <a:pt x="4800" y="3355"/>
                  </a:cubicBezTo>
                  <a:close/>
                  <a:moveTo>
                    <a:pt x="4800" y="1"/>
                  </a:moveTo>
                  <a:cubicBezTo>
                    <a:pt x="3219" y="1"/>
                    <a:pt x="1939" y="1281"/>
                    <a:pt x="1939" y="2861"/>
                  </a:cubicBezTo>
                  <a:lnTo>
                    <a:pt x="1939" y="10567"/>
                  </a:lnTo>
                  <a:cubicBezTo>
                    <a:pt x="723" y="11501"/>
                    <a:pt x="9" y="12943"/>
                    <a:pt x="0" y="14476"/>
                  </a:cubicBezTo>
                  <a:cubicBezTo>
                    <a:pt x="0" y="17123"/>
                    <a:pt x="2150" y="19273"/>
                    <a:pt x="4800" y="19273"/>
                  </a:cubicBezTo>
                  <a:cubicBezTo>
                    <a:pt x="7450" y="19273"/>
                    <a:pt x="9597" y="17123"/>
                    <a:pt x="9597" y="14476"/>
                  </a:cubicBezTo>
                  <a:cubicBezTo>
                    <a:pt x="9597" y="13651"/>
                    <a:pt x="9395" y="12844"/>
                    <a:pt x="9007" y="12118"/>
                  </a:cubicBezTo>
                  <a:cubicBezTo>
                    <a:pt x="8679" y="11510"/>
                    <a:pt x="8221" y="10980"/>
                    <a:pt x="7664" y="10567"/>
                  </a:cubicBezTo>
                  <a:lnTo>
                    <a:pt x="7661" y="2861"/>
                  </a:lnTo>
                  <a:cubicBezTo>
                    <a:pt x="7661" y="1281"/>
                    <a:pt x="6378" y="1"/>
                    <a:pt x="48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117" name="Google Shape;5117;p60"/>
            <p:cNvSpPr/>
            <p:nvPr/>
          </p:nvSpPr>
          <p:spPr>
            <a:xfrm>
              <a:off x="4072650" y="3543175"/>
              <a:ext cx="64525" cy="64625"/>
            </a:xfrm>
            <a:custGeom>
              <a:avLst/>
              <a:gdLst/>
              <a:ahLst/>
              <a:cxnLst/>
              <a:rect l="l" t="t" r="r" b="b"/>
              <a:pathLst>
                <a:path w="2581" h="2585" extrusionOk="0">
                  <a:moveTo>
                    <a:pt x="1292" y="1"/>
                  </a:moveTo>
                  <a:cubicBezTo>
                    <a:pt x="578" y="1"/>
                    <a:pt x="0" y="579"/>
                    <a:pt x="0" y="1293"/>
                  </a:cubicBezTo>
                  <a:cubicBezTo>
                    <a:pt x="0" y="2006"/>
                    <a:pt x="578" y="2585"/>
                    <a:pt x="1292" y="2585"/>
                  </a:cubicBezTo>
                  <a:cubicBezTo>
                    <a:pt x="2003" y="2585"/>
                    <a:pt x="2581" y="2006"/>
                    <a:pt x="2581" y="1293"/>
                  </a:cubicBezTo>
                  <a:cubicBezTo>
                    <a:pt x="2581" y="579"/>
                    <a:pt x="2003" y="1"/>
                    <a:pt x="12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5118" name="Google Shape;5118;p60"/>
          <p:cNvSpPr/>
          <p:nvPr/>
        </p:nvSpPr>
        <p:spPr>
          <a:xfrm>
            <a:off x="7542004" y="2711214"/>
            <a:ext cx="339306" cy="339253"/>
          </a:xfrm>
          <a:custGeom>
            <a:avLst/>
            <a:gdLst/>
            <a:ahLst/>
            <a:cxnLst/>
            <a:rect l="l" t="t" r="r" b="b"/>
            <a:pathLst>
              <a:path w="19276" h="19273" extrusionOk="0">
                <a:moveTo>
                  <a:pt x="9640" y="5686"/>
                </a:moveTo>
                <a:cubicBezTo>
                  <a:pt x="11236" y="5686"/>
                  <a:pt x="12678" y="6647"/>
                  <a:pt x="13289" y="8125"/>
                </a:cubicBezTo>
                <a:cubicBezTo>
                  <a:pt x="13901" y="9601"/>
                  <a:pt x="13563" y="11302"/>
                  <a:pt x="12434" y="12431"/>
                </a:cubicBezTo>
                <a:cubicBezTo>
                  <a:pt x="11676" y="13187"/>
                  <a:pt x="10664" y="13590"/>
                  <a:pt x="9635" y="13590"/>
                </a:cubicBezTo>
                <a:cubicBezTo>
                  <a:pt x="9126" y="13590"/>
                  <a:pt x="8614" y="13491"/>
                  <a:pt x="8125" y="13289"/>
                </a:cubicBezTo>
                <a:cubicBezTo>
                  <a:pt x="6649" y="12675"/>
                  <a:pt x="5686" y="11236"/>
                  <a:pt x="5686" y="9637"/>
                </a:cubicBezTo>
                <a:cubicBezTo>
                  <a:pt x="5689" y="7454"/>
                  <a:pt x="7457" y="5686"/>
                  <a:pt x="9640" y="5686"/>
                </a:cubicBezTo>
                <a:close/>
                <a:moveTo>
                  <a:pt x="9640" y="1"/>
                </a:moveTo>
                <a:cubicBezTo>
                  <a:pt x="8297" y="1"/>
                  <a:pt x="7068" y="748"/>
                  <a:pt x="6451" y="1940"/>
                </a:cubicBezTo>
                <a:cubicBezTo>
                  <a:pt x="6093" y="1826"/>
                  <a:pt x="5726" y="1771"/>
                  <a:pt x="5363" y="1771"/>
                </a:cubicBezTo>
                <a:cubicBezTo>
                  <a:pt x="4425" y="1771"/>
                  <a:pt x="3509" y="2139"/>
                  <a:pt x="2825" y="2822"/>
                </a:cubicBezTo>
                <a:cubicBezTo>
                  <a:pt x="1877" y="3771"/>
                  <a:pt x="1536" y="5168"/>
                  <a:pt x="1940" y="6448"/>
                </a:cubicBezTo>
                <a:cubicBezTo>
                  <a:pt x="750" y="7065"/>
                  <a:pt x="1" y="8297"/>
                  <a:pt x="1" y="9637"/>
                </a:cubicBezTo>
                <a:cubicBezTo>
                  <a:pt x="1" y="10977"/>
                  <a:pt x="750" y="12208"/>
                  <a:pt x="1940" y="12826"/>
                </a:cubicBezTo>
                <a:cubicBezTo>
                  <a:pt x="1536" y="14105"/>
                  <a:pt x="1877" y="15503"/>
                  <a:pt x="2825" y="16451"/>
                </a:cubicBezTo>
                <a:cubicBezTo>
                  <a:pt x="3510" y="17136"/>
                  <a:pt x="4428" y="17504"/>
                  <a:pt x="5367" y="17504"/>
                </a:cubicBezTo>
                <a:cubicBezTo>
                  <a:pt x="5729" y="17504"/>
                  <a:pt x="6095" y="17449"/>
                  <a:pt x="6451" y="17337"/>
                </a:cubicBezTo>
                <a:cubicBezTo>
                  <a:pt x="7068" y="18526"/>
                  <a:pt x="8297" y="19273"/>
                  <a:pt x="9640" y="19273"/>
                </a:cubicBezTo>
                <a:cubicBezTo>
                  <a:pt x="10980" y="19273"/>
                  <a:pt x="12208" y="18526"/>
                  <a:pt x="12826" y="17337"/>
                </a:cubicBezTo>
                <a:cubicBezTo>
                  <a:pt x="13182" y="17449"/>
                  <a:pt x="13547" y="17504"/>
                  <a:pt x="13909" y="17504"/>
                </a:cubicBezTo>
                <a:cubicBezTo>
                  <a:pt x="14848" y="17504"/>
                  <a:pt x="15767" y="17136"/>
                  <a:pt x="16451" y="16451"/>
                </a:cubicBezTo>
                <a:cubicBezTo>
                  <a:pt x="17400" y="15503"/>
                  <a:pt x="17740" y="14105"/>
                  <a:pt x="17336" y="12826"/>
                </a:cubicBezTo>
                <a:cubicBezTo>
                  <a:pt x="18526" y="12208"/>
                  <a:pt x="19276" y="10977"/>
                  <a:pt x="19276" y="9637"/>
                </a:cubicBezTo>
                <a:cubicBezTo>
                  <a:pt x="19276" y="8297"/>
                  <a:pt x="18526" y="7065"/>
                  <a:pt x="17336" y="6448"/>
                </a:cubicBezTo>
                <a:cubicBezTo>
                  <a:pt x="17740" y="5168"/>
                  <a:pt x="17400" y="3771"/>
                  <a:pt x="16451" y="2822"/>
                </a:cubicBezTo>
                <a:cubicBezTo>
                  <a:pt x="15768" y="2139"/>
                  <a:pt x="14851" y="1771"/>
                  <a:pt x="13914" y="1771"/>
                </a:cubicBezTo>
                <a:cubicBezTo>
                  <a:pt x="13550" y="1771"/>
                  <a:pt x="13183" y="1826"/>
                  <a:pt x="12826" y="1940"/>
                </a:cubicBezTo>
                <a:cubicBezTo>
                  <a:pt x="12208" y="748"/>
                  <a:pt x="10980" y="1"/>
                  <a:pt x="964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sp>
        <p:nvSpPr>
          <p:cNvPr id="5119" name="Google Shape;5119;p60"/>
          <p:cNvSpPr/>
          <p:nvPr/>
        </p:nvSpPr>
        <p:spPr>
          <a:xfrm>
            <a:off x="7966934" y="2731069"/>
            <a:ext cx="339253" cy="299542"/>
          </a:xfrm>
          <a:custGeom>
            <a:avLst/>
            <a:gdLst/>
            <a:ahLst/>
            <a:cxnLst/>
            <a:rect l="l" t="t" r="r" b="b"/>
            <a:pathLst>
              <a:path w="19273" h="17017" extrusionOk="0">
                <a:moveTo>
                  <a:pt x="5119" y="1"/>
                </a:moveTo>
                <a:cubicBezTo>
                  <a:pt x="2198" y="1"/>
                  <a:pt x="0" y="2389"/>
                  <a:pt x="0" y="5554"/>
                </a:cubicBezTo>
                <a:cubicBezTo>
                  <a:pt x="0" y="8974"/>
                  <a:pt x="2744" y="11311"/>
                  <a:pt x="6902" y="14855"/>
                </a:cubicBezTo>
                <a:cubicBezTo>
                  <a:pt x="7607" y="15458"/>
                  <a:pt x="8408" y="16138"/>
                  <a:pt x="9239" y="16867"/>
                </a:cubicBezTo>
                <a:cubicBezTo>
                  <a:pt x="9352" y="16966"/>
                  <a:pt x="9493" y="17016"/>
                  <a:pt x="9635" y="17016"/>
                </a:cubicBezTo>
                <a:cubicBezTo>
                  <a:pt x="9776" y="17016"/>
                  <a:pt x="9918" y="16966"/>
                  <a:pt x="10031" y="16867"/>
                </a:cubicBezTo>
                <a:cubicBezTo>
                  <a:pt x="10862" y="16138"/>
                  <a:pt x="11663" y="15458"/>
                  <a:pt x="12370" y="14855"/>
                </a:cubicBezTo>
                <a:cubicBezTo>
                  <a:pt x="16526" y="11314"/>
                  <a:pt x="19272" y="8974"/>
                  <a:pt x="19272" y="5554"/>
                </a:cubicBezTo>
                <a:cubicBezTo>
                  <a:pt x="19272" y="2389"/>
                  <a:pt x="17071" y="1"/>
                  <a:pt x="14153" y="1"/>
                </a:cubicBezTo>
                <a:cubicBezTo>
                  <a:pt x="13105" y="1"/>
                  <a:pt x="12148" y="332"/>
                  <a:pt x="11301" y="986"/>
                </a:cubicBezTo>
                <a:cubicBezTo>
                  <a:pt x="10491" y="1612"/>
                  <a:pt x="9952" y="2410"/>
                  <a:pt x="9636" y="2991"/>
                </a:cubicBezTo>
                <a:cubicBezTo>
                  <a:pt x="9317" y="2410"/>
                  <a:pt x="8778" y="1612"/>
                  <a:pt x="7968" y="986"/>
                </a:cubicBezTo>
                <a:cubicBezTo>
                  <a:pt x="7122" y="332"/>
                  <a:pt x="6164" y="1"/>
                  <a:pt x="511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grpSp>
        <p:nvGrpSpPr>
          <p:cNvPr id="5120" name="Google Shape;5120;p60"/>
          <p:cNvGrpSpPr/>
          <p:nvPr/>
        </p:nvGrpSpPr>
        <p:grpSpPr>
          <a:xfrm>
            <a:off x="1736111" y="3981487"/>
            <a:ext cx="355218" cy="279880"/>
            <a:chOff x="5629975" y="3255775"/>
            <a:chExt cx="504500" cy="397500"/>
          </a:xfrm>
        </p:grpSpPr>
        <p:sp>
          <p:nvSpPr>
            <p:cNvPr id="5121" name="Google Shape;5121;p60"/>
            <p:cNvSpPr/>
            <p:nvPr/>
          </p:nvSpPr>
          <p:spPr>
            <a:xfrm>
              <a:off x="5756375" y="3255775"/>
              <a:ext cx="112950" cy="143425"/>
            </a:xfrm>
            <a:custGeom>
              <a:avLst/>
              <a:gdLst/>
              <a:ahLst/>
              <a:cxnLst/>
              <a:rect l="l" t="t" r="r" b="b"/>
              <a:pathLst>
                <a:path w="4518" h="5737" extrusionOk="0">
                  <a:moveTo>
                    <a:pt x="2259" y="0"/>
                  </a:moveTo>
                  <a:cubicBezTo>
                    <a:pt x="793" y="0"/>
                    <a:pt x="1" y="2469"/>
                    <a:pt x="1" y="3478"/>
                  </a:cubicBezTo>
                  <a:cubicBezTo>
                    <a:pt x="1" y="4725"/>
                    <a:pt x="1013" y="5733"/>
                    <a:pt x="2259" y="5736"/>
                  </a:cubicBezTo>
                  <a:cubicBezTo>
                    <a:pt x="3506" y="5733"/>
                    <a:pt x="4518" y="4725"/>
                    <a:pt x="4518" y="3478"/>
                  </a:cubicBezTo>
                  <a:cubicBezTo>
                    <a:pt x="4518" y="2469"/>
                    <a:pt x="3729" y="0"/>
                    <a:pt x="22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122" name="Google Shape;5122;p60"/>
            <p:cNvSpPr/>
            <p:nvPr/>
          </p:nvSpPr>
          <p:spPr>
            <a:xfrm>
              <a:off x="5629975" y="3374400"/>
              <a:ext cx="140575" cy="136175"/>
            </a:xfrm>
            <a:custGeom>
              <a:avLst/>
              <a:gdLst/>
              <a:ahLst/>
              <a:cxnLst/>
              <a:rect l="l" t="t" r="r" b="b"/>
              <a:pathLst>
                <a:path w="5623" h="5447" extrusionOk="0">
                  <a:moveTo>
                    <a:pt x="1951" y="0"/>
                  </a:moveTo>
                  <a:cubicBezTo>
                    <a:pt x="1711" y="0"/>
                    <a:pt x="1480" y="53"/>
                    <a:pt x="1269" y="175"/>
                  </a:cubicBezTo>
                  <a:cubicBezTo>
                    <a:pt x="1" y="907"/>
                    <a:pt x="582" y="3443"/>
                    <a:pt x="1088" y="4316"/>
                  </a:cubicBezTo>
                  <a:cubicBezTo>
                    <a:pt x="1506" y="5041"/>
                    <a:pt x="2265" y="5447"/>
                    <a:pt x="3045" y="5447"/>
                  </a:cubicBezTo>
                  <a:cubicBezTo>
                    <a:pt x="3428" y="5447"/>
                    <a:pt x="3816" y="5349"/>
                    <a:pt x="4172" y="5144"/>
                  </a:cubicBezTo>
                  <a:cubicBezTo>
                    <a:pt x="5253" y="4521"/>
                    <a:pt x="5623" y="3138"/>
                    <a:pt x="5000" y="2057"/>
                  </a:cubicBezTo>
                  <a:cubicBezTo>
                    <a:pt x="4578" y="1330"/>
                    <a:pt x="3149" y="0"/>
                    <a:pt x="195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123" name="Google Shape;5123;p60"/>
            <p:cNvSpPr/>
            <p:nvPr/>
          </p:nvSpPr>
          <p:spPr>
            <a:xfrm>
              <a:off x="5897525" y="3255775"/>
              <a:ext cx="112950" cy="143425"/>
            </a:xfrm>
            <a:custGeom>
              <a:avLst/>
              <a:gdLst/>
              <a:ahLst/>
              <a:cxnLst/>
              <a:rect l="l" t="t" r="r" b="b"/>
              <a:pathLst>
                <a:path w="4518" h="5737" extrusionOk="0">
                  <a:moveTo>
                    <a:pt x="2259" y="0"/>
                  </a:moveTo>
                  <a:cubicBezTo>
                    <a:pt x="793" y="0"/>
                    <a:pt x="1" y="2469"/>
                    <a:pt x="1" y="3478"/>
                  </a:cubicBezTo>
                  <a:cubicBezTo>
                    <a:pt x="1" y="4725"/>
                    <a:pt x="1013" y="5736"/>
                    <a:pt x="2259" y="5736"/>
                  </a:cubicBezTo>
                  <a:cubicBezTo>
                    <a:pt x="3506" y="5736"/>
                    <a:pt x="4518" y="4725"/>
                    <a:pt x="4518" y="3478"/>
                  </a:cubicBezTo>
                  <a:cubicBezTo>
                    <a:pt x="4518" y="2469"/>
                    <a:pt x="3729" y="0"/>
                    <a:pt x="22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124" name="Google Shape;5124;p60"/>
            <p:cNvSpPr/>
            <p:nvPr/>
          </p:nvSpPr>
          <p:spPr>
            <a:xfrm>
              <a:off x="5996075" y="3373900"/>
              <a:ext cx="138400" cy="136200"/>
            </a:xfrm>
            <a:custGeom>
              <a:avLst/>
              <a:gdLst/>
              <a:ahLst/>
              <a:cxnLst/>
              <a:rect l="l" t="t" r="r" b="b"/>
              <a:pathLst>
                <a:path w="5536" h="5448" extrusionOk="0">
                  <a:moveTo>
                    <a:pt x="3670" y="1"/>
                  </a:moveTo>
                  <a:cubicBezTo>
                    <a:pt x="2471" y="1"/>
                    <a:pt x="1045" y="1330"/>
                    <a:pt x="624" y="2059"/>
                  </a:cubicBezTo>
                  <a:cubicBezTo>
                    <a:pt x="1" y="3137"/>
                    <a:pt x="371" y="4523"/>
                    <a:pt x="1452" y="5146"/>
                  </a:cubicBezTo>
                  <a:cubicBezTo>
                    <a:pt x="1808" y="5351"/>
                    <a:pt x="2199" y="5448"/>
                    <a:pt x="2586" y="5448"/>
                  </a:cubicBezTo>
                  <a:cubicBezTo>
                    <a:pt x="3381" y="5448"/>
                    <a:pt x="4158" y="5039"/>
                    <a:pt x="4575" y="4318"/>
                  </a:cubicBezTo>
                  <a:cubicBezTo>
                    <a:pt x="5168" y="3288"/>
                    <a:pt x="5535" y="858"/>
                    <a:pt x="4355" y="177"/>
                  </a:cubicBezTo>
                  <a:cubicBezTo>
                    <a:pt x="4142" y="54"/>
                    <a:pt x="3911" y="1"/>
                    <a:pt x="36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125" name="Google Shape;5125;p60"/>
            <p:cNvSpPr/>
            <p:nvPr/>
          </p:nvSpPr>
          <p:spPr>
            <a:xfrm>
              <a:off x="5728150" y="3427400"/>
              <a:ext cx="310575" cy="225875"/>
            </a:xfrm>
            <a:custGeom>
              <a:avLst/>
              <a:gdLst/>
              <a:ahLst/>
              <a:cxnLst/>
              <a:rect l="l" t="t" r="r" b="b"/>
              <a:pathLst>
                <a:path w="12423" h="9035" extrusionOk="0">
                  <a:moveTo>
                    <a:pt x="6213" y="1"/>
                  </a:moveTo>
                  <a:cubicBezTo>
                    <a:pt x="5234" y="1"/>
                    <a:pt x="2259" y="1"/>
                    <a:pt x="2259" y="2822"/>
                  </a:cubicBezTo>
                  <a:lnTo>
                    <a:pt x="2259" y="3147"/>
                  </a:lnTo>
                  <a:cubicBezTo>
                    <a:pt x="2259" y="3376"/>
                    <a:pt x="2121" y="3584"/>
                    <a:pt x="1907" y="3671"/>
                  </a:cubicBezTo>
                  <a:cubicBezTo>
                    <a:pt x="750" y="4144"/>
                    <a:pt x="1" y="5141"/>
                    <a:pt x="1" y="6210"/>
                  </a:cubicBezTo>
                  <a:cubicBezTo>
                    <a:pt x="1" y="7767"/>
                    <a:pt x="1521" y="9034"/>
                    <a:pt x="3388" y="9034"/>
                  </a:cubicBezTo>
                  <a:cubicBezTo>
                    <a:pt x="3400" y="9035"/>
                    <a:pt x="3413" y="9035"/>
                    <a:pt x="3425" y="9035"/>
                  </a:cubicBezTo>
                  <a:cubicBezTo>
                    <a:pt x="3753" y="9035"/>
                    <a:pt x="4081" y="8995"/>
                    <a:pt x="4400" y="8917"/>
                  </a:cubicBezTo>
                  <a:cubicBezTo>
                    <a:pt x="4995" y="8766"/>
                    <a:pt x="5604" y="8691"/>
                    <a:pt x="6213" y="8691"/>
                  </a:cubicBezTo>
                  <a:cubicBezTo>
                    <a:pt x="6823" y="8691"/>
                    <a:pt x="7432" y="8766"/>
                    <a:pt x="8029" y="8917"/>
                  </a:cubicBezTo>
                  <a:cubicBezTo>
                    <a:pt x="8345" y="8995"/>
                    <a:pt x="8670" y="9035"/>
                    <a:pt x="8998" y="9035"/>
                  </a:cubicBezTo>
                  <a:cubicBezTo>
                    <a:pt x="9010" y="9035"/>
                    <a:pt x="9022" y="9035"/>
                    <a:pt x="9034" y="9034"/>
                  </a:cubicBezTo>
                  <a:cubicBezTo>
                    <a:pt x="10901" y="9034"/>
                    <a:pt x="12422" y="7767"/>
                    <a:pt x="12422" y="6210"/>
                  </a:cubicBezTo>
                  <a:cubicBezTo>
                    <a:pt x="12422" y="5138"/>
                    <a:pt x="11675" y="4141"/>
                    <a:pt x="10516" y="3671"/>
                  </a:cubicBezTo>
                  <a:cubicBezTo>
                    <a:pt x="10302" y="3584"/>
                    <a:pt x="10164" y="3376"/>
                    <a:pt x="10164" y="3147"/>
                  </a:cubicBezTo>
                  <a:lnTo>
                    <a:pt x="10164" y="2822"/>
                  </a:lnTo>
                  <a:cubicBezTo>
                    <a:pt x="10164" y="1"/>
                    <a:pt x="7191" y="1"/>
                    <a:pt x="62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5126" name="Google Shape;5126;p60"/>
          <p:cNvGrpSpPr/>
          <p:nvPr/>
        </p:nvGrpSpPr>
        <p:grpSpPr>
          <a:xfrm>
            <a:off x="3572294" y="3981593"/>
            <a:ext cx="340256" cy="279669"/>
            <a:chOff x="6234950" y="3255925"/>
            <a:chExt cx="483250" cy="397200"/>
          </a:xfrm>
        </p:grpSpPr>
        <p:sp>
          <p:nvSpPr>
            <p:cNvPr id="5127" name="Google Shape;5127;p60"/>
            <p:cNvSpPr/>
            <p:nvPr/>
          </p:nvSpPr>
          <p:spPr>
            <a:xfrm>
              <a:off x="6444675" y="3255925"/>
              <a:ext cx="128300" cy="90200"/>
            </a:xfrm>
            <a:custGeom>
              <a:avLst/>
              <a:gdLst/>
              <a:ahLst/>
              <a:cxnLst/>
              <a:rect l="l" t="t" r="r" b="b"/>
              <a:pathLst>
                <a:path w="5132" h="3608" extrusionOk="0">
                  <a:moveTo>
                    <a:pt x="567" y="0"/>
                  </a:moveTo>
                  <a:cubicBezTo>
                    <a:pt x="254" y="0"/>
                    <a:pt x="1" y="253"/>
                    <a:pt x="1" y="563"/>
                  </a:cubicBezTo>
                  <a:cubicBezTo>
                    <a:pt x="7" y="1662"/>
                    <a:pt x="368" y="2731"/>
                    <a:pt x="1034" y="3608"/>
                  </a:cubicBezTo>
                  <a:cubicBezTo>
                    <a:pt x="2097" y="3138"/>
                    <a:pt x="3325" y="2864"/>
                    <a:pt x="5014" y="2864"/>
                  </a:cubicBezTo>
                  <a:cubicBezTo>
                    <a:pt x="5054" y="2864"/>
                    <a:pt x="5093" y="2873"/>
                    <a:pt x="5132" y="2873"/>
                  </a:cubicBezTo>
                  <a:cubicBezTo>
                    <a:pt x="4289" y="1117"/>
                    <a:pt x="2515" y="0"/>
                    <a:pt x="5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128" name="Google Shape;5128;p60"/>
            <p:cNvSpPr/>
            <p:nvPr/>
          </p:nvSpPr>
          <p:spPr>
            <a:xfrm>
              <a:off x="6444750" y="3563200"/>
              <a:ext cx="128225" cy="89925"/>
            </a:xfrm>
            <a:custGeom>
              <a:avLst/>
              <a:gdLst/>
              <a:ahLst/>
              <a:cxnLst/>
              <a:rect l="l" t="t" r="r" b="b"/>
              <a:pathLst>
                <a:path w="5129" h="3597" extrusionOk="0">
                  <a:moveTo>
                    <a:pt x="1022" y="1"/>
                  </a:moveTo>
                  <a:cubicBezTo>
                    <a:pt x="362" y="874"/>
                    <a:pt x="4" y="1937"/>
                    <a:pt x="1" y="3033"/>
                  </a:cubicBezTo>
                  <a:cubicBezTo>
                    <a:pt x="1" y="3343"/>
                    <a:pt x="251" y="3596"/>
                    <a:pt x="564" y="3596"/>
                  </a:cubicBezTo>
                  <a:cubicBezTo>
                    <a:pt x="2512" y="3596"/>
                    <a:pt x="4286" y="2479"/>
                    <a:pt x="5129" y="724"/>
                  </a:cubicBezTo>
                  <a:cubicBezTo>
                    <a:pt x="5093" y="724"/>
                    <a:pt x="5051" y="736"/>
                    <a:pt x="5011" y="736"/>
                  </a:cubicBezTo>
                  <a:cubicBezTo>
                    <a:pt x="3319" y="736"/>
                    <a:pt x="2088" y="462"/>
                    <a:pt x="10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129" name="Google Shape;5129;p60"/>
            <p:cNvSpPr/>
            <p:nvPr/>
          </p:nvSpPr>
          <p:spPr>
            <a:xfrm>
              <a:off x="6375350" y="3355650"/>
              <a:ext cx="244750" cy="197650"/>
            </a:xfrm>
            <a:custGeom>
              <a:avLst/>
              <a:gdLst/>
              <a:ahLst/>
              <a:cxnLst/>
              <a:rect l="l" t="t" r="r" b="b"/>
              <a:pathLst>
                <a:path w="9790" h="7906" extrusionOk="0">
                  <a:moveTo>
                    <a:pt x="6045" y="2610"/>
                  </a:moveTo>
                  <a:cubicBezTo>
                    <a:pt x="6190" y="2610"/>
                    <a:pt x="6335" y="2666"/>
                    <a:pt x="6444" y="2777"/>
                  </a:cubicBezTo>
                  <a:cubicBezTo>
                    <a:pt x="6664" y="2997"/>
                    <a:pt x="6664" y="3356"/>
                    <a:pt x="6444" y="3575"/>
                  </a:cubicBezTo>
                  <a:cubicBezTo>
                    <a:pt x="6225" y="3795"/>
                    <a:pt x="6225" y="4153"/>
                    <a:pt x="6444" y="4373"/>
                  </a:cubicBezTo>
                  <a:cubicBezTo>
                    <a:pt x="6664" y="4593"/>
                    <a:pt x="6664" y="4951"/>
                    <a:pt x="6444" y="5171"/>
                  </a:cubicBezTo>
                  <a:cubicBezTo>
                    <a:pt x="6335" y="5281"/>
                    <a:pt x="6190" y="5336"/>
                    <a:pt x="6045" y="5336"/>
                  </a:cubicBezTo>
                  <a:cubicBezTo>
                    <a:pt x="5901" y="5336"/>
                    <a:pt x="5756" y="5281"/>
                    <a:pt x="5646" y="5171"/>
                  </a:cubicBezTo>
                  <a:cubicBezTo>
                    <a:pt x="4984" y="4509"/>
                    <a:pt x="4984" y="3440"/>
                    <a:pt x="5646" y="2777"/>
                  </a:cubicBezTo>
                  <a:cubicBezTo>
                    <a:pt x="5756" y="2666"/>
                    <a:pt x="5901" y="2610"/>
                    <a:pt x="6045" y="2610"/>
                  </a:cubicBezTo>
                  <a:close/>
                  <a:moveTo>
                    <a:pt x="7787" y="1"/>
                  </a:moveTo>
                  <a:cubicBezTo>
                    <a:pt x="4463" y="1"/>
                    <a:pt x="3204" y="1064"/>
                    <a:pt x="919" y="2997"/>
                  </a:cubicBezTo>
                  <a:lnTo>
                    <a:pt x="271" y="3542"/>
                  </a:lnTo>
                  <a:cubicBezTo>
                    <a:pt x="0" y="3765"/>
                    <a:pt x="0" y="4181"/>
                    <a:pt x="271" y="4406"/>
                  </a:cubicBezTo>
                  <a:lnTo>
                    <a:pt x="856" y="4897"/>
                  </a:lnTo>
                  <a:cubicBezTo>
                    <a:pt x="3147" y="6837"/>
                    <a:pt x="4412" y="7906"/>
                    <a:pt x="7787" y="7906"/>
                  </a:cubicBezTo>
                  <a:cubicBezTo>
                    <a:pt x="8450" y="7902"/>
                    <a:pt x="9106" y="7788"/>
                    <a:pt x="9730" y="7574"/>
                  </a:cubicBezTo>
                  <a:cubicBezTo>
                    <a:pt x="8357" y="6951"/>
                    <a:pt x="7456" y="5602"/>
                    <a:pt x="7411" y="4093"/>
                  </a:cubicBezTo>
                  <a:cubicBezTo>
                    <a:pt x="7366" y="2588"/>
                    <a:pt x="8179" y="1184"/>
                    <a:pt x="9513" y="480"/>
                  </a:cubicBezTo>
                  <a:cubicBezTo>
                    <a:pt x="9603" y="432"/>
                    <a:pt x="9697" y="398"/>
                    <a:pt x="9790" y="356"/>
                  </a:cubicBezTo>
                  <a:cubicBezTo>
                    <a:pt x="9149" y="124"/>
                    <a:pt x="8471" y="4"/>
                    <a:pt x="77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130" name="Google Shape;5130;p60"/>
            <p:cNvSpPr/>
            <p:nvPr/>
          </p:nvSpPr>
          <p:spPr>
            <a:xfrm>
              <a:off x="6587875" y="3385100"/>
              <a:ext cx="130325" cy="140500"/>
            </a:xfrm>
            <a:custGeom>
              <a:avLst/>
              <a:gdLst/>
              <a:ahLst/>
              <a:cxnLst/>
              <a:rect l="l" t="t" r="r" b="b"/>
              <a:pathLst>
                <a:path w="5213" h="5620" extrusionOk="0">
                  <a:moveTo>
                    <a:pt x="2343" y="1789"/>
                  </a:moveTo>
                  <a:cubicBezTo>
                    <a:pt x="2633" y="1789"/>
                    <a:pt x="2912" y="2015"/>
                    <a:pt x="2912" y="2355"/>
                  </a:cubicBezTo>
                  <a:cubicBezTo>
                    <a:pt x="2912" y="2665"/>
                    <a:pt x="2659" y="2918"/>
                    <a:pt x="2349" y="2918"/>
                  </a:cubicBezTo>
                  <a:cubicBezTo>
                    <a:pt x="1846" y="2918"/>
                    <a:pt x="1593" y="2310"/>
                    <a:pt x="1948" y="1955"/>
                  </a:cubicBezTo>
                  <a:cubicBezTo>
                    <a:pt x="2063" y="1840"/>
                    <a:pt x="2204" y="1789"/>
                    <a:pt x="2343" y="1789"/>
                  </a:cubicBezTo>
                  <a:close/>
                  <a:moveTo>
                    <a:pt x="2846" y="0"/>
                  </a:moveTo>
                  <a:cubicBezTo>
                    <a:pt x="2394" y="0"/>
                    <a:pt x="1947" y="85"/>
                    <a:pt x="1539" y="301"/>
                  </a:cubicBezTo>
                  <a:cubicBezTo>
                    <a:pt x="645" y="774"/>
                    <a:pt x="72" y="1687"/>
                    <a:pt x="36" y="2698"/>
                  </a:cubicBezTo>
                  <a:cubicBezTo>
                    <a:pt x="0" y="3707"/>
                    <a:pt x="506" y="4662"/>
                    <a:pt x="1367" y="5195"/>
                  </a:cubicBezTo>
                  <a:cubicBezTo>
                    <a:pt x="1792" y="5460"/>
                    <a:pt x="2280" y="5607"/>
                    <a:pt x="2782" y="5619"/>
                  </a:cubicBezTo>
                  <a:cubicBezTo>
                    <a:pt x="3752" y="4957"/>
                    <a:pt x="4550" y="4078"/>
                    <a:pt x="5119" y="3051"/>
                  </a:cubicBezTo>
                  <a:cubicBezTo>
                    <a:pt x="5213" y="2882"/>
                    <a:pt x="5213" y="2674"/>
                    <a:pt x="5119" y="2506"/>
                  </a:cubicBezTo>
                  <a:cubicBezTo>
                    <a:pt x="4568" y="1512"/>
                    <a:pt x="3797" y="654"/>
                    <a:pt x="2870" y="0"/>
                  </a:cubicBezTo>
                  <a:cubicBezTo>
                    <a:pt x="2862" y="0"/>
                    <a:pt x="2854" y="0"/>
                    <a:pt x="284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131" name="Google Shape;5131;p60"/>
            <p:cNvSpPr/>
            <p:nvPr/>
          </p:nvSpPr>
          <p:spPr>
            <a:xfrm>
              <a:off x="6234950" y="3469100"/>
              <a:ext cx="165050" cy="141200"/>
            </a:xfrm>
            <a:custGeom>
              <a:avLst/>
              <a:gdLst/>
              <a:ahLst/>
              <a:cxnLst/>
              <a:rect l="l" t="t" r="r" b="b"/>
              <a:pathLst>
                <a:path w="6602" h="5648" extrusionOk="0">
                  <a:moveTo>
                    <a:pt x="3990" y="1"/>
                  </a:moveTo>
                  <a:cubicBezTo>
                    <a:pt x="1807" y="1"/>
                    <a:pt x="0" y="1772"/>
                    <a:pt x="0" y="3955"/>
                  </a:cubicBezTo>
                  <a:lnTo>
                    <a:pt x="0" y="5084"/>
                  </a:lnTo>
                  <a:cubicBezTo>
                    <a:pt x="0" y="5394"/>
                    <a:pt x="253" y="5647"/>
                    <a:pt x="566" y="5647"/>
                  </a:cubicBezTo>
                  <a:lnTo>
                    <a:pt x="1696" y="5647"/>
                  </a:lnTo>
                  <a:cubicBezTo>
                    <a:pt x="4014" y="5647"/>
                    <a:pt x="5996" y="4075"/>
                    <a:pt x="6601" y="1943"/>
                  </a:cubicBezTo>
                  <a:cubicBezTo>
                    <a:pt x="6324" y="1717"/>
                    <a:pt x="6041" y="1476"/>
                    <a:pt x="5740" y="1223"/>
                  </a:cubicBezTo>
                  <a:lnTo>
                    <a:pt x="5481" y="1004"/>
                  </a:lnTo>
                  <a:lnTo>
                    <a:pt x="4391" y="2097"/>
                  </a:lnTo>
                  <a:cubicBezTo>
                    <a:pt x="4281" y="2203"/>
                    <a:pt x="4139" y="2255"/>
                    <a:pt x="3997" y="2255"/>
                  </a:cubicBezTo>
                  <a:cubicBezTo>
                    <a:pt x="3852" y="2255"/>
                    <a:pt x="3708" y="2200"/>
                    <a:pt x="3599" y="2091"/>
                  </a:cubicBezTo>
                  <a:cubicBezTo>
                    <a:pt x="3379" y="1871"/>
                    <a:pt x="3376" y="1519"/>
                    <a:pt x="3593" y="1299"/>
                  </a:cubicBezTo>
                  <a:lnTo>
                    <a:pt x="4611" y="278"/>
                  </a:lnTo>
                  <a:lnTo>
                    <a:pt x="428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132" name="Google Shape;5132;p60"/>
            <p:cNvSpPr/>
            <p:nvPr/>
          </p:nvSpPr>
          <p:spPr>
            <a:xfrm>
              <a:off x="6234950" y="3299725"/>
              <a:ext cx="165050" cy="141175"/>
            </a:xfrm>
            <a:custGeom>
              <a:avLst/>
              <a:gdLst/>
              <a:ahLst/>
              <a:cxnLst/>
              <a:rect l="l" t="t" r="r" b="b"/>
              <a:pathLst>
                <a:path w="6602" h="5647" extrusionOk="0">
                  <a:moveTo>
                    <a:pt x="566" y="1"/>
                  </a:moveTo>
                  <a:cubicBezTo>
                    <a:pt x="253" y="1"/>
                    <a:pt x="3" y="254"/>
                    <a:pt x="3" y="567"/>
                  </a:cubicBezTo>
                  <a:lnTo>
                    <a:pt x="3" y="1699"/>
                  </a:lnTo>
                  <a:cubicBezTo>
                    <a:pt x="0" y="3879"/>
                    <a:pt x="1807" y="5647"/>
                    <a:pt x="3990" y="5647"/>
                  </a:cubicBezTo>
                  <a:lnTo>
                    <a:pt x="4285" y="5647"/>
                  </a:lnTo>
                  <a:lnTo>
                    <a:pt x="4611" y="5373"/>
                  </a:lnTo>
                  <a:lnTo>
                    <a:pt x="3593" y="4352"/>
                  </a:lnTo>
                  <a:cubicBezTo>
                    <a:pt x="3379" y="4132"/>
                    <a:pt x="3382" y="3780"/>
                    <a:pt x="3599" y="3563"/>
                  </a:cubicBezTo>
                  <a:cubicBezTo>
                    <a:pt x="3710" y="3451"/>
                    <a:pt x="3856" y="3396"/>
                    <a:pt x="4001" y="3396"/>
                  </a:cubicBezTo>
                  <a:cubicBezTo>
                    <a:pt x="4142" y="3396"/>
                    <a:pt x="4282" y="3448"/>
                    <a:pt x="4391" y="3554"/>
                  </a:cubicBezTo>
                  <a:lnTo>
                    <a:pt x="5481" y="4644"/>
                  </a:lnTo>
                  <a:lnTo>
                    <a:pt x="5809" y="4370"/>
                  </a:lnTo>
                  <a:cubicBezTo>
                    <a:pt x="6083" y="4138"/>
                    <a:pt x="6345" y="3918"/>
                    <a:pt x="6601" y="3704"/>
                  </a:cubicBezTo>
                  <a:cubicBezTo>
                    <a:pt x="5996" y="1575"/>
                    <a:pt x="4017" y="1"/>
                    <a:pt x="169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5133" name="Google Shape;5133;p60"/>
          <p:cNvGrpSpPr/>
          <p:nvPr/>
        </p:nvGrpSpPr>
        <p:grpSpPr>
          <a:xfrm>
            <a:off x="5043532" y="3125970"/>
            <a:ext cx="318042" cy="339253"/>
            <a:chOff x="914900" y="3806450"/>
            <a:chExt cx="451700" cy="481825"/>
          </a:xfrm>
        </p:grpSpPr>
        <p:sp>
          <p:nvSpPr>
            <p:cNvPr id="5134" name="Google Shape;5134;p60"/>
            <p:cNvSpPr/>
            <p:nvPr/>
          </p:nvSpPr>
          <p:spPr>
            <a:xfrm>
              <a:off x="914900" y="4174425"/>
              <a:ext cx="423400" cy="113850"/>
            </a:xfrm>
            <a:custGeom>
              <a:avLst/>
              <a:gdLst/>
              <a:ahLst/>
              <a:cxnLst/>
              <a:rect l="l" t="t" r="r" b="b"/>
              <a:pathLst>
                <a:path w="16936" h="4554" extrusionOk="0">
                  <a:moveTo>
                    <a:pt x="564" y="0"/>
                  </a:moveTo>
                  <a:cubicBezTo>
                    <a:pt x="250" y="0"/>
                    <a:pt x="0" y="250"/>
                    <a:pt x="0" y="563"/>
                  </a:cubicBezTo>
                  <a:cubicBezTo>
                    <a:pt x="0" y="877"/>
                    <a:pt x="250" y="1130"/>
                    <a:pt x="564" y="1130"/>
                  </a:cubicBezTo>
                  <a:lnTo>
                    <a:pt x="2259" y="1130"/>
                  </a:lnTo>
                  <a:lnTo>
                    <a:pt x="2259" y="2861"/>
                  </a:lnTo>
                  <a:cubicBezTo>
                    <a:pt x="2259" y="3795"/>
                    <a:pt x="3015" y="4553"/>
                    <a:pt x="3951" y="4553"/>
                  </a:cubicBezTo>
                  <a:cubicBezTo>
                    <a:pt x="4264" y="4553"/>
                    <a:pt x="4517" y="4300"/>
                    <a:pt x="4517" y="3990"/>
                  </a:cubicBezTo>
                  <a:lnTo>
                    <a:pt x="4517" y="1130"/>
                  </a:lnTo>
                  <a:lnTo>
                    <a:pt x="5646" y="1130"/>
                  </a:lnTo>
                  <a:lnTo>
                    <a:pt x="5646" y="1693"/>
                  </a:lnTo>
                  <a:cubicBezTo>
                    <a:pt x="5646" y="2629"/>
                    <a:pt x="6402" y="3424"/>
                    <a:pt x="7339" y="3424"/>
                  </a:cubicBezTo>
                  <a:cubicBezTo>
                    <a:pt x="7652" y="3424"/>
                    <a:pt x="7905" y="3171"/>
                    <a:pt x="7905" y="2861"/>
                  </a:cubicBezTo>
                  <a:lnTo>
                    <a:pt x="7905" y="1130"/>
                  </a:lnTo>
                  <a:lnTo>
                    <a:pt x="9034" y="1130"/>
                  </a:lnTo>
                  <a:lnTo>
                    <a:pt x="9034" y="3990"/>
                  </a:lnTo>
                  <a:cubicBezTo>
                    <a:pt x="9034" y="4300"/>
                    <a:pt x="9284" y="4553"/>
                    <a:pt x="9597" y="4553"/>
                  </a:cubicBezTo>
                  <a:cubicBezTo>
                    <a:pt x="9910" y="4553"/>
                    <a:pt x="10163" y="4300"/>
                    <a:pt x="10163" y="3990"/>
                  </a:cubicBezTo>
                  <a:lnTo>
                    <a:pt x="10163" y="1130"/>
                  </a:lnTo>
                  <a:lnTo>
                    <a:pt x="16373" y="1130"/>
                  </a:lnTo>
                  <a:cubicBezTo>
                    <a:pt x="16686" y="1130"/>
                    <a:pt x="16936" y="877"/>
                    <a:pt x="16936" y="563"/>
                  </a:cubicBezTo>
                  <a:cubicBezTo>
                    <a:pt x="16936" y="250"/>
                    <a:pt x="16686" y="0"/>
                    <a:pt x="163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135" name="Google Shape;5135;p60"/>
            <p:cNvSpPr/>
            <p:nvPr/>
          </p:nvSpPr>
          <p:spPr>
            <a:xfrm>
              <a:off x="971350" y="3806450"/>
              <a:ext cx="254100" cy="339775"/>
            </a:xfrm>
            <a:custGeom>
              <a:avLst/>
              <a:gdLst/>
              <a:ahLst/>
              <a:cxnLst/>
              <a:rect l="l" t="t" r="r" b="b"/>
              <a:pathLst>
                <a:path w="10164" h="13591" extrusionOk="0">
                  <a:moveTo>
                    <a:pt x="7563" y="2032"/>
                  </a:moveTo>
                  <a:cubicBezTo>
                    <a:pt x="7853" y="2032"/>
                    <a:pt x="8131" y="2256"/>
                    <a:pt x="8131" y="2596"/>
                  </a:cubicBezTo>
                  <a:cubicBezTo>
                    <a:pt x="8131" y="2937"/>
                    <a:pt x="7852" y="3163"/>
                    <a:pt x="7562" y="3163"/>
                  </a:cubicBezTo>
                  <a:cubicBezTo>
                    <a:pt x="7423" y="3163"/>
                    <a:pt x="7282" y="3111"/>
                    <a:pt x="7168" y="2997"/>
                  </a:cubicBezTo>
                  <a:cubicBezTo>
                    <a:pt x="6945" y="2777"/>
                    <a:pt x="6945" y="2418"/>
                    <a:pt x="7168" y="2199"/>
                  </a:cubicBezTo>
                  <a:cubicBezTo>
                    <a:pt x="7283" y="2083"/>
                    <a:pt x="7425" y="2032"/>
                    <a:pt x="7563" y="2032"/>
                  </a:cubicBezTo>
                  <a:close/>
                  <a:moveTo>
                    <a:pt x="7339" y="0"/>
                  </a:moveTo>
                  <a:cubicBezTo>
                    <a:pt x="5412" y="0"/>
                    <a:pt x="3759" y="1087"/>
                    <a:pt x="2901" y="2668"/>
                  </a:cubicBezTo>
                  <a:cubicBezTo>
                    <a:pt x="2852" y="2674"/>
                    <a:pt x="2804" y="2686"/>
                    <a:pt x="2762" y="2704"/>
                  </a:cubicBezTo>
                  <a:cubicBezTo>
                    <a:pt x="2602" y="2782"/>
                    <a:pt x="2431" y="2819"/>
                    <a:pt x="2260" y="2819"/>
                  </a:cubicBezTo>
                  <a:cubicBezTo>
                    <a:pt x="1967" y="2819"/>
                    <a:pt x="1678" y="2707"/>
                    <a:pt x="1458" y="2494"/>
                  </a:cubicBezTo>
                  <a:cubicBezTo>
                    <a:pt x="1247" y="2280"/>
                    <a:pt x="1127" y="1994"/>
                    <a:pt x="1130" y="1696"/>
                  </a:cubicBezTo>
                  <a:cubicBezTo>
                    <a:pt x="1130" y="1395"/>
                    <a:pt x="1247" y="1178"/>
                    <a:pt x="1458" y="964"/>
                  </a:cubicBezTo>
                  <a:cubicBezTo>
                    <a:pt x="1681" y="744"/>
                    <a:pt x="1681" y="386"/>
                    <a:pt x="1458" y="166"/>
                  </a:cubicBezTo>
                  <a:cubicBezTo>
                    <a:pt x="1348" y="56"/>
                    <a:pt x="1204" y="1"/>
                    <a:pt x="1059" y="1"/>
                  </a:cubicBezTo>
                  <a:cubicBezTo>
                    <a:pt x="915" y="1"/>
                    <a:pt x="770" y="56"/>
                    <a:pt x="660" y="166"/>
                  </a:cubicBezTo>
                  <a:cubicBezTo>
                    <a:pt x="236" y="594"/>
                    <a:pt x="1" y="1093"/>
                    <a:pt x="1" y="1696"/>
                  </a:cubicBezTo>
                  <a:cubicBezTo>
                    <a:pt x="1" y="2942"/>
                    <a:pt x="1010" y="3954"/>
                    <a:pt x="2259" y="3954"/>
                  </a:cubicBezTo>
                  <a:cubicBezTo>
                    <a:pt x="2307" y="3954"/>
                    <a:pt x="2353" y="3939"/>
                    <a:pt x="2401" y="3936"/>
                  </a:cubicBezTo>
                  <a:lnTo>
                    <a:pt x="2401" y="3936"/>
                  </a:lnTo>
                  <a:cubicBezTo>
                    <a:pt x="2319" y="4282"/>
                    <a:pt x="2274" y="4635"/>
                    <a:pt x="2265" y="4990"/>
                  </a:cubicBezTo>
                  <a:cubicBezTo>
                    <a:pt x="2976" y="4680"/>
                    <a:pt x="3741" y="4517"/>
                    <a:pt x="4518" y="4517"/>
                  </a:cubicBezTo>
                  <a:lnTo>
                    <a:pt x="5081" y="4517"/>
                  </a:lnTo>
                  <a:cubicBezTo>
                    <a:pt x="6017" y="4517"/>
                    <a:pt x="6773" y="5276"/>
                    <a:pt x="6776" y="6213"/>
                  </a:cubicBezTo>
                  <a:lnTo>
                    <a:pt x="6776" y="9073"/>
                  </a:lnTo>
                  <a:cubicBezTo>
                    <a:pt x="6776" y="10925"/>
                    <a:pt x="5864" y="12557"/>
                    <a:pt x="4482" y="13590"/>
                  </a:cubicBezTo>
                  <a:lnTo>
                    <a:pt x="6210" y="13590"/>
                  </a:lnTo>
                  <a:cubicBezTo>
                    <a:pt x="8393" y="13590"/>
                    <a:pt x="10164" y="11820"/>
                    <a:pt x="10164" y="9636"/>
                  </a:cubicBezTo>
                  <a:lnTo>
                    <a:pt x="1016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136" name="Google Shape;5136;p60"/>
            <p:cNvSpPr/>
            <p:nvPr/>
          </p:nvSpPr>
          <p:spPr>
            <a:xfrm>
              <a:off x="971350" y="3947600"/>
              <a:ext cx="141175" cy="198625"/>
            </a:xfrm>
            <a:custGeom>
              <a:avLst/>
              <a:gdLst/>
              <a:ahLst/>
              <a:cxnLst/>
              <a:rect l="l" t="t" r="r" b="b"/>
              <a:pathLst>
                <a:path w="5647" h="7945" extrusionOk="0">
                  <a:moveTo>
                    <a:pt x="4518" y="0"/>
                  </a:moveTo>
                  <a:cubicBezTo>
                    <a:pt x="2021" y="0"/>
                    <a:pt x="1" y="2060"/>
                    <a:pt x="1" y="4556"/>
                  </a:cubicBezTo>
                  <a:lnTo>
                    <a:pt x="1" y="6815"/>
                  </a:lnTo>
                  <a:cubicBezTo>
                    <a:pt x="934" y="6812"/>
                    <a:pt x="1693" y="6056"/>
                    <a:pt x="1693" y="5120"/>
                  </a:cubicBezTo>
                  <a:cubicBezTo>
                    <a:pt x="1693" y="4806"/>
                    <a:pt x="1946" y="4556"/>
                    <a:pt x="2259" y="4556"/>
                  </a:cubicBezTo>
                  <a:cubicBezTo>
                    <a:pt x="2569" y="4556"/>
                    <a:pt x="2822" y="4806"/>
                    <a:pt x="2822" y="5120"/>
                  </a:cubicBezTo>
                  <a:cubicBezTo>
                    <a:pt x="2822" y="6547"/>
                    <a:pt x="1753" y="7718"/>
                    <a:pt x="377" y="7905"/>
                  </a:cubicBezTo>
                  <a:cubicBezTo>
                    <a:pt x="434" y="7929"/>
                    <a:pt x="501" y="7941"/>
                    <a:pt x="564" y="7944"/>
                  </a:cubicBezTo>
                  <a:lnTo>
                    <a:pt x="1130" y="7944"/>
                  </a:lnTo>
                  <a:cubicBezTo>
                    <a:pt x="3623" y="7944"/>
                    <a:pt x="5647" y="5921"/>
                    <a:pt x="5647" y="3427"/>
                  </a:cubicBezTo>
                  <a:lnTo>
                    <a:pt x="5647" y="567"/>
                  </a:lnTo>
                  <a:cubicBezTo>
                    <a:pt x="5647" y="253"/>
                    <a:pt x="5394" y="0"/>
                    <a:pt x="508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137" name="Google Shape;5137;p60"/>
            <p:cNvSpPr/>
            <p:nvPr/>
          </p:nvSpPr>
          <p:spPr>
            <a:xfrm>
              <a:off x="1253675" y="3806450"/>
              <a:ext cx="112925" cy="90350"/>
            </a:xfrm>
            <a:custGeom>
              <a:avLst/>
              <a:gdLst/>
              <a:ahLst/>
              <a:cxnLst/>
              <a:rect l="l" t="t" r="r" b="b"/>
              <a:pathLst>
                <a:path w="4517" h="3614" extrusionOk="0">
                  <a:moveTo>
                    <a:pt x="0" y="0"/>
                  </a:moveTo>
                  <a:lnTo>
                    <a:pt x="0" y="1696"/>
                  </a:lnTo>
                  <a:cubicBezTo>
                    <a:pt x="142" y="1685"/>
                    <a:pt x="428" y="1669"/>
                    <a:pt x="771" y="1669"/>
                  </a:cubicBezTo>
                  <a:cubicBezTo>
                    <a:pt x="1415" y="1669"/>
                    <a:pt x="2264" y="1726"/>
                    <a:pt x="2749" y="1988"/>
                  </a:cubicBezTo>
                  <a:cubicBezTo>
                    <a:pt x="3355" y="2313"/>
                    <a:pt x="4062" y="3078"/>
                    <a:pt x="4517" y="3614"/>
                  </a:cubicBezTo>
                  <a:lnTo>
                    <a:pt x="4517" y="2259"/>
                  </a:lnTo>
                  <a:cubicBezTo>
                    <a:pt x="4517" y="1012"/>
                    <a:pt x="3505" y="0"/>
                    <a:pt x="225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138" name="Google Shape;5138;p60"/>
            <p:cNvSpPr/>
            <p:nvPr/>
          </p:nvSpPr>
          <p:spPr>
            <a:xfrm>
              <a:off x="1253600" y="3876425"/>
              <a:ext cx="95025" cy="42975"/>
            </a:xfrm>
            <a:custGeom>
              <a:avLst/>
              <a:gdLst/>
              <a:ahLst/>
              <a:cxnLst/>
              <a:rect l="l" t="t" r="r" b="b"/>
              <a:pathLst>
                <a:path w="3801" h="1719" extrusionOk="0">
                  <a:moveTo>
                    <a:pt x="726" y="0"/>
                  </a:moveTo>
                  <a:cubicBezTo>
                    <a:pt x="478" y="0"/>
                    <a:pt x="239" y="9"/>
                    <a:pt x="42" y="23"/>
                  </a:cubicBezTo>
                  <a:lnTo>
                    <a:pt x="0" y="23"/>
                  </a:lnTo>
                  <a:lnTo>
                    <a:pt x="3" y="1718"/>
                  </a:lnTo>
                  <a:lnTo>
                    <a:pt x="3800" y="1718"/>
                  </a:lnTo>
                  <a:cubicBezTo>
                    <a:pt x="3379" y="1203"/>
                    <a:pt x="2692" y="438"/>
                    <a:pt x="2219" y="182"/>
                  </a:cubicBezTo>
                  <a:cubicBezTo>
                    <a:pt x="1969" y="49"/>
                    <a:pt x="1321" y="0"/>
                    <a:pt x="7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5139" name="Google Shape;5139;p60"/>
          <p:cNvGrpSpPr/>
          <p:nvPr/>
        </p:nvGrpSpPr>
        <p:grpSpPr>
          <a:xfrm>
            <a:off x="5462454" y="3125785"/>
            <a:ext cx="346347" cy="339623"/>
            <a:chOff x="1490050" y="3805975"/>
            <a:chExt cx="491900" cy="482350"/>
          </a:xfrm>
        </p:grpSpPr>
        <p:sp>
          <p:nvSpPr>
            <p:cNvPr id="5140" name="Google Shape;5140;p60"/>
            <p:cNvSpPr/>
            <p:nvPr/>
          </p:nvSpPr>
          <p:spPr>
            <a:xfrm>
              <a:off x="1541775" y="3877050"/>
              <a:ext cx="302500" cy="277225"/>
            </a:xfrm>
            <a:custGeom>
              <a:avLst/>
              <a:gdLst/>
              <a:ahLst/>
              <a:cxnLst/>
              <a:rect l="l" t="t" r="r" b="b"/>
              <a:pathLst>
                <a:path w="12100" h="11089" extrusionOk="0">
                  <a:moveTo>
                    <a:pt x="10512" y="1"/>
                  </a:moveTo>
                  <a:lnTo>
                    <a:pt x="0" y="10513"/>
                  </a:lnTo>
                  <a:cubicBezTo>
                    <a:pt x="207" y="10475"/>
                    <a:pt x="415" y="10456"/>
                    <a:pt x="622" y="10456"/>
                  </a:cubicBezTo>
                  <a:cubicBezTo>
                    <a:pt x="1327" y="10456"/>
                    <a:pt x="2020" y="10674"/>
                    <a:pt x="2602" y="11088"/>
                  </a:cubicBezTo>
                  <a:lnTo>
                    <a:pt x="12099" y="1588"/>
                  </a:lnTo>
                  <a:lnTo>
                    <a:pt x="1051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141" name="Google Shape;5141;p60"/>
            <p:cNvSpPr/>
            <p:nvPr/>
          </p:nvSpPr>
          <p:spPr>
            <a:xfrm>
              <a:off x="1824450" y="3805975"/>
              <a:ext cx="157500" cy="150525"/>
            </a:xfrm>
            <a:custGeom>
              <a:avLst/>
              <a:gdLst/>
              <a:ahLst/>
              <a:cxnLst/>
              <a:rect l="l" t="t" r="r" b="b"/>
              <a:pathLst>
                <a:path w="6300" h="6021" extrusionOk="0">
                  <a:moveTo>
                    <a:pt x="3211" y="0"/>
                  </a:moveTo>
                  <a:cubicBezTo>
                    <a:pt x="2484" y="0"/>
                    <a:pt x="1758" y="281"/>
                    <a:pt x="1208" y="841"/>
                  </a:cubicBezTo>
                  <a:lnTo>
                    <a:pt x="0" y="2049"/>
                  </a:lnTo>
                  <a:lnTo>
                    <a:pt x="3972" y="6021"/>
                  </a:lnTo>
                  <a:lnTo>
                    <a:pt x="5180" y="4813"/>
                  </a:lnTo>
                  <a:cubicBezTo>
                    <a:pt x="6294" y="3717"/>
                    <a:pt x="6300" y="1925"/>
                    <a:pt x="5198" y="823"/>
                  </a:cubicBezTo>
                  <a:cubicBezTo>
                    <a:pt x="4649" y="274"/>
                    <a:pt x="3930" y="0"/>
                    <a:pt x="321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142" name="Google Shape;5142;p60"/>
            <p:cNvSpPr/>
            <p:nvPr/>
          </p:nvSpPr>
          <p:spPr>
            <a:xfrm>
              <a:off x="1626675" y="3936600"/>
              <a:ext cx="277225" cy="302600"/>
            </a:xfrm>
            <a:custGeom>
              <a:avLst/>
              <a:gdLst/>
              <a:ahLst/>
              <a:cxnLst/>
              <a:rect l="l" t="t" r="r" b="b"/>
              <a:pathLst>
                <a:path w="11089" h="12104" extrusionOk="0">
                  <a:moveTo>
                    <a:pt x="9501" y="1"/>
                  </a:moveTo>
                  <a:lnTo>
                    <a:pt x="1" y="9501"/>
                  </a:lnTo>
                  <a:cubicBezTo>
                    <a:pt x="537" y="10254"/>
                    <a:pt x="745" y="11194"/>
                    <a:pt x="576" y="12103"/>
                  </a:cubicBezTo>
                  <a:lnTo>
                    <a:pt x="11088" y="1591"/>
                  </a:lnTo>
                  <a:lnTo>
                    <a:pt x="950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143" name="Google Shape;5143;p60"/>
            <p:cNvSpPr/>
            <p:nvPr/>
          </p:nvSpPr>
          <p:spPr>
            <a:xfrm>
              <a:off x="1490050" y="4166500"/>
              <a:ext cx="129950" cy="121825"/>
            </a:xfrm>
            <a:custGeom>
              <a:avLst/>
              <a:gdLst/>
              <a:ahLst/>
              <a:cxnLst/>
              <a:rect l="l" t="t" r="r" b="b"/>
              <a:pathLst>
                <a:path w="5198" h="4873" extrusionOk="0">
                  <a:moveTo>
                    <a:pt x="2693" y="0"/>
                  </a:moveTo>
                  <a:cubicBezTo>
                    <a:pt x="2243" y="0"/>
                    <a:pt x="1790" y="133"/>
                    <a:pt x="1398" y="405"/>
                  </a:cubicBezTo>
                  <a:lnTo>
                    <a:pt x="1398" y="402"/>
                  </a:lnTo>
                  <a:lnTo>
                    <a:pt x="741" y="2446"/>
                  </a:lnTo>
                  <a:lnTo>
                    <a:pt x="139" y="4118"/>
                  </a:lnTo>
                  <a:cubicBezTo>
                    <a:pt x="0" y="4500"/>
                    <a:pt x="295" y="4872"/>
                    <a:pt x="664" y="4872"/>
                  </a:cubicBezTo>
                  <a:cubicBezTo>
                    <a:pt x="727" y="4872"/>
                    <a:pt x="793" y="4861"/>
                    <a:pt x="859" y="4837"/>
                  </a:cubicBezTo>
                  <a:lnTo>
                    <a:pt x="2530" y="4235"/>
                  </a:lnTo>
                  <a:lnTo>
                    <a:pt x="4574" y="3579"/>
                  </a:lnTo>
                  <a:cubicBezTo>
                    <a:pt x="5198" y="2672"/>
                    <a:pt x="5086" y="1450"/>
                    <a:pt x="4306" y="670"/>
                  </a:cubicBezTo>
                  <a:cubicBezTo>
                    <a:pt x="3866" y="228"/>
                    <a:pt x="3282" y="0"/>
                    <a:pt x="269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5144" name="Google Shape;5144;p60"/>
          <p:cNvGrpSpPr/>
          <p:nvPr/>
        </p:nvGrpSpPr>
        <p:grpSpPr>
          <a:xfrm>
            <a:off x="5886322" y="3125970"/>
            <a:ext cx="311899" cy="339253"/>
            <a:chOff x="2104275" y="3806450"/>
            <a:chExt cx="442975" cy="481825"/>
          </a:xfrm>
        </p:grpSpPr>
        <p:sp>
          <p:nvSpPr>
            <p:cNvPr id="5145" name="Google Shape;5145;p60"/>
            <p:cNvSpPr/>
            <p:nvPr/>
          </p:nvSpPr>
          <p:spPr>
            <a:xfrm>
              <a:off x="2104275" y="3806450"/>
              <a:ext cx="442975" cy="481825"/>
            </a:xfrm>
            <a:custGeom>
              <a:avLst/>
              <a:gdLst/>
              <a:ahLst/>
              <a:cxnLst/>
              <a:rect l="l" t="t" r="r" b="b"/>
              <a:pathLst>
                <a:path w="17719" h="19273" extrusionOk="0">
                  <a:moveTo>
                    <a:pt x="8889" y="1130"/>
                  </a:moveTo>
                  <a:cubicBezTo>
                    <a:pt x="9660" y="1130"/>
                    <a:pt x="10482" y="2382"/>
                    <a:pt x="11039" y="4343"/>
                  </a:cubicBezTo>
                  <a:cubicBezTo>
                    <a:pt x="10308" y="4586"/>
                    <a:pt x="9594" y="4870"/>
                    <a:pt x="8895" y="5192"/>
                  </a:cubicBezTo>
                  <a:cubicBezTo>
                    <a:pt x="8194" y="4864"/>
                    <a:pt x="7474" y="4577"/>
                    <a:pt x="6742" y="4331"/>
                  </a:cubicBezTo>
                  <a:cubicBezTo>
                    <a:pt x="7302" y="2379"/>
                    <a:pt x="8121" y="1130"/>
                    <a:pt x="8889" y="1130"/>
                  </a:cubicBezTo>
                  <a:close/>
                  <a:moveTo>
                    <a:pt x="6471" y="5445"/>
                  </a:moveTo>
                  <a:cubicBezTo>
                    <a:pt x="6830" y="5565"/>
                    <a:pt x="7200" y="5704"/>
                    <a:pt x="7570" y="5854"/>
                  </a:cubicBezTo>
                  <a:cubicBezTo>
                    <a:pt x="6571" y="6393"/>
                    <a:pt x="6878" y="6243"/>
                    <a:pt x="6273" y="6616"/>
                  </a:cubicBezTo>
                  <a:cubicBezTo>
                    <a:pt x="6330" y="6210"/>
                    <a:pt x="6396" y="5815"/>
                    <a:pt x="6471" y="5445"/>
                  </a:cubicBezTo>
                  <a:close/>
                  <a:moveTo>
                    <a:pt x="11307" y="5445"/>
                  </a:moveTo>
                  <a:cubicBezTo>
                    <a:pt x="11386" y="5815"/>
                    <a:pt x="11449" y="6210"/>
                    <a:pt x="11506" y="6616"/>
                  </a:cubicBezTo>
                  <a:cubicBezTo>
                    <a:pt x="10895" y="6240"/>
                    <a:pt x="11220" y="6399"/>
                    <a:pt x="10208" y="5854"/>
                  </a:cubicBezTo>
                  <a:cubicBezTo>
                    <a:pt x="10582" y="5704"/>
                    <a:pt x="10949" y="5565"/>
                    <a:pt x="11307" y="5445"/>
                  </a:cubicBezTo>
                  <a:close/>
                  <a:moveTo>
                    <a:pt x="13999" y="4845"/>
                  </a:moveTo>
                  <a:cubicBezTo>
                    <a:pt x="14142" y="5686"/>
                    <a:pt x="14870" y="6249"/>
                    <a:pt x="15661" y="6249"/>
                  </a:cubicBezTo>
                  <a:cubicBezTo>
                    <a:pt x="15873" y="6249"/>
                    <a:pt x="16089" y="6209"/>
                    <a:pt x="16300" y="6122"/>
                  </a:cubicBezTo>
                  <a:lnTo>
                    <a:pt x="16300" y="6122"/>
                  </a:lnTo>
                  <a:cubicBezTo>
                    <a:pt x="16201" y="6676"/>
                    <a:pt x="15821" y="7384"/>
                    <a:pt x="15183" y="8158"/>
                  </a:cubicBezTo>
                  <a:cubicBezTo>
                    <a:pt x="14993" y="8390"/>
                    <a:pt x="14761" y="8625"/>
                    <a:pt x="14535" y="8856"/>
                  </a:cubicBezTo>
                  <a:cubicBezTo>
                    <a:pt x="13963" y="8345"/>
                    <a:pt x="13361" y="7866"/>
                    <a:pt x="12735" y="7423"/>
                  </a:cubicBezTo>
                  <a:cubicBezTo>
                    <a:pt x="12662" y="6652"/>
                    <a:pt x="12551" y="5884"/>
                    <a:pt x="12394" y="5125"/>
                  </a:cubicBezTo>
                  <a:cubicBezTo>
                    <a:pt x="12921" y="4990"/>
                    <a:pt x="13457" y="4897"/>
                    <a:pt x="13999" y="4845"/>
                  </a:cubicBezTo>
                  <a:close/>
                  <a:moveTo>
                    <a:pt x="3779" y="4845"/>
                  </a:moveTo>
                  <a:cubicBezTo>
                    <a:pt x="4321" y="4897"/>
                    <a:pt x="4857" y="4990"/>
                    <a:pt x="5384" y="5129"/>
                  </a:cubicBezTo>
                  <a:cubicBezTo>
                    <a:pt x="5231" y="5887"/>
                    <a:pt x="5116" y="6652"/>
                    <a:pt x="5047" y="7423"/>
                  </a:cubicBezTo>
                  <a:cubicBezTo>
                    <a:pt x="4421" y="7869"/>
                    <a:pt x="3818" y="8348"/>
                    <a:pt x="3246" y="8859"/>
                  </a:cubicBezTo>
                  <a:cubicBezTo>
                    <a:pt x="3020" y="8625"/>
                    <a:pt x="2789" y="8393"/>
                    <a:pt x="2599" y="8161"/>
                  </a:cubicBezTo>
                  <a:cubicBezTo>
                    <a:pt x="1963" y="7387"/>
                    <a:pt x="1584" y="6685"/>
                    <a:pt x="1485" y="6125"/>
                  </a:cubicBezTo>
                  <a:lnTo>
                    <a:pt x="1485" y="6125"/>
                  </a:lnTo>
                  <a:cubicBezTo>
                    <a:pt x="1683" y="6207"/>
                    <a:pt x="1897" y="6249"/>
                    <a:pt x="2114" y="6249"/>
                  </a:cubicBezTo>
                  <a:cubicBezTo>
                    <a:pt x="2936" y="6246"/>
                    <a:pt x="3638" y="5655"/>
                    <a:pt x="3779" y="4845"/>
                  </a:cubicBezTo>
                  <a:close/>
                  <a:moveTo>
                    <a:pt x="4951" y="8893"/>
                  </a:moveTo>
                  <a:lnTo>
                    <a:pt x="4951" y="8893"/>
                  </a:lnTo>
                  <a:cubicBezTo>
                    <a:pt x="4945" y="9143"/>
                    <a:pt x="4939" y="9389"/>
                    <a:pt x="4939" y="9636"/>
                  </a:cubicBezTo>
                  <a:cubicBezTo>
                    <a:pt x="4939" y="9882"/>
                    <a:pt x="4945" y="10128"/>
                    <a:pt x="4951" y="10377"/>
                  </a:cubicBezTo>
                  <a:lnTo>
                    <a:pt x="4951" y="10377"/>
                  </a:lnTo>
                  <a:cubicBezTo>
                    <a:pt x="4637" y="10133"/>
                    <a:pt x="4348" y="9886"/>
                    <a:pt x="4065" y="9636"/>
                  </a:cubicBezTo>
                  <a:cubicBezTo>
                    <a:pt x="4348" y="9386"/>
                    <a:pt x="4637" y="9139"/>
                    <a:pt x="4951" y="8893"/>
                  </a:cubicBezTo>
                  <a:close/>
                  <a:moveTo>
                    <a:pt x="12828" y="8896"/>
                  </a:moveTo>
                  <a:lnTo>
                    <a:pt x="12828" y="8896"/>
                  </a:lnTo>
                  <a:cubicBezTo>
                    <a:pt x="13144" y="9139"/>
                    <a:pt x="13430" y="9386"/>
                    <a:pt x="13713" y="9636"/>
                  </a:cubicBezTo>
                  <a:cubicBezTo>
                    <a:pt x="13433" y="9886"/>
                    <a:pt x="13144" y="10133"/>
                    <a:pt x="12828" y="10380"/>
                  </a:cubicBezTo>
                  <a:cubicBezTo>
                    <a:pt x="12837" y="10130"/>
                    <a:pt x="12843" y="9883"/>
                    <a:pt x="12843" y="9636"/>
                  </a:cubicBezTo>
                  <a:cubicBezTo>
                    <a:pt x="12843" y="9389"/>
                    <a:pt x="12837" y="9143"/>
                    <a:pt x="12828" y="8896"/>
                  </a:cubicBezTo>
                  <a:close/>
                  <a:moveTo>
                    <a:pt x="8889" y="6447"/>
                  </a:moveTo>
                  <a:cubicBezTo>
                    <a:pt x="9850" y="6908"/>
                    <a:pt x="10774" y="7441"/>
                    <a:pt x="11657" y="8040"/>
                  </a:cubicBezTo>
                  <a:cubicBezTo>
                    <a:pt x="11693" y="8555"/>
                    <a:pt x="11714" y="9088"/>
                    <a:pt x="11714" y="9636"/>
                  </a:cubicBezTo>
                  <a:cubicBezTo>
                    <a:pt x="11714" y="10187"/>
                    <a:pt x="11693" y="10717"/>
                    <a:pt x="11657" y="11232"/>
                  </a:cubicBezTo>
                  <a:cubicBezTo>
                    <a:pt x="10774" y="11832"/>
                    <a:pt x="9853" y="12365"/>
                    <a:pt x="8895" y="12828"/>
                  </a:cubicBezTo>
                  <a:cubicBezTo>
                    <a:pt x="7932" y="12368"/>
                    <a:pt x="7007" y="11832"/>
                    <a:pt x="6125" y="11232"/>
                  </a:cubicBezTo>
                  <a:cubicBezTo>
                    <a:pt x="6086" y="10717"/>
                    <a:pt x="6068" y="10187"/>
                    <a:pt x="6068" y="9636"/>
                  </a:cubicBezTo>
                  <a:cubicBezTo>
                    <a:pt x="6068" y="9088"/>
                    <a:pt x="6089" y="8555"/>
                    <a:pt x="6125" y="8040"/>
                  </a:cubicBezTo>
                  <a:cubicBezTo>
                    <a:pt x="7004" y="7441"/>
                    <a:pt x="7929" y="6908"/>
                    <a:pt x="8889" y="6447"/>
                  </a:cubicBezTo>
                  <a:close/>
                  <a:moveTo>
                    <a:pt x="6273" y="12657"/>
                  </a:moveTo>
                  <a:lnTo>
                    <a:pt x="6273" y="12657"/>
                  </a:lnTo>
                  <a:cubicBezTo>
                    <a:pt x="6878" y="13033"/>
                    <a:pt x="6571" y="12879"/>
                    <a:pt x="7570" y="13418"/>
                  </a:cubicBezTo>
                  <a:cubicBezTo>
                    <a:pt x="7194" y="13569"/>
                    <a:pt x="6827" y="13708"/>
                    <a:pt x="6471" y="13828"/>
                  </a:cubicBezTo>
                  <a:cubicBezTo>
                    <a:pt x="6393" y="13455"/>
                    <a:pt x="6330" y="13063"/>
                    <a:pt x="6273" y="12657"/>
                  </a:cubicBezTo>
                  <a:close/>
                  <a:moveTo>
                    <a:pt x="11506" y="12657"/>
                  </a:moveTo>
                  <a:cubicBezTo>
                    <a:pt x="11449" y="13063"/>
                    <a:pt x="11386" y="13458"/>
                    <a:pt x="11307" y="13828"/>
                  </a:cubicBezTo>
                  <a:cubicBezTo>
                    <a:pt x="10949" y="13711"/>
                    <a:pt x="10582" y="13569"/>
                    <a:pt x="10208" y="13418"/>
                  </a:cubicBezTo>
                  <a:cubicBezTo>
                    <a:pt x="11181" y="12898"/>
                    <a:pt x="10937" y="13009"/>
                    <a:pt x="11506" y="12657"/>
                  </a:cubicBezTo>
                  <a:close/>
                  <a:moveTo>
                    <a:pt x="14535" y="10416"/>
                  </a:moveTo>
                  <a:cubicBezTo>
                    <a:pt x="14761" y="10648"/>
                    <a:pt x="14993" y="10883"/>
                    <a:pt x="15183" y="11115"/>
                  </a:cubicBezTo>
                  <a:cubicBezTo>
                    <a:pt x="15818" y="11886"/>
                    <a:pt x="16198" y="12590"/>
                    <a:pt x="16294" y="13147"/>
                  </a:cubicBezTo>
                  <a:cubicBezTo>
                    <a:pt x="16095" y="13066"/>
                    <a:pt x="15881" y="13024"/>
                    <a:pt x="15665" y="13024"/>
                  </a:cubicBezTo>
                  <a:cubicBezTo>
                    <a:pt x="14843" y="13024"/>
                    <a:pt x="14141" y="13617"/>
                    <a:pt x="13999" y="14424"/>
                  </a:cubicBezTo>
                  <a:cubicBezTo>
                    <a:pt x="13457" y="14376"/>
                    <a:pt x="12921" y="14280"/>
                    <a:pt x="12394" y="14144"/>
                  </a:cubicBezTo>
                  <a:cubicBezTo>
                    <a:pt x="12551" y="13385"/>
                    <a:pt x="12662" y="12620"/>
                    <a:pt x="12735" y="11850"/>
                  </a:cubicBezTo>
                  <a:cubicBezTo>
                    <a:pt x="13361" y="11407"/>
                    <a:pt x="13963" y="10928"/>
                    <a:pt x="14535" y="10416"/>
                  </a:cubicBezTo>
                  <a:close/>
                  <a:moveTo>
                    <a:pt x="3243" y="10416"/>
                  </a:moveTo>
                  <a:cubicBezTo>
                    <a:pt x="3815" y="10928"/>
                    <a:pt x="4418" y="11407"/>
                    <a:pt x="5044" y="11850"/>
                  </a:cubicBezTo>
                  <a:cubicBezTo>
                    <a:pt x="5116" y="12620"/>
                    <a:pt x="5228" y="13385"/>
                    <a:pt x="5384" y="14144"/>
                  </a:cubicBezTo>
                  <a:cubicBezTo>
                    <a:pt x="4554" y="14353"/>
                    <a:pt x="3815" y="14456"/>
                    <a:pt x="3207" y="14456"/>
                  </a:cubicBezTo>
                  <a:cubicBezTo>
                    <a:pt x="2366" y="14456"/>
                    <a:pt x="1778" y="14258"/>
                    <a:pt x="1554" y="13870"/>
                  </a:cubicBezTo>
                  <a:cubicBezTo>
                    <a:pt x="1238" y="13322"/>
                    <a:pt x="1626" y="12292"/>
                    <a:pt x="2596" y="11115"/>
                  </a:cubicBezTo>
                  <a:cubicBezTo>
                    <a:pt x="2786" y="10883"/>
                    <a:pt x="3020" y="10648"/>
                    <a:pt x="3243" y="10416"/>
                  </a:cubicBezTo>
                  <a:close/>
                  <a:moveTo>
                    <a:pt x="8889" y="14081"/>
                  </a:moveTo>
                  <a:cubicBezTo>
                    <a:pt x="9588" y="14403"/>
                    <a:pt x="10308" y="14689"/>
                    <a:pt x="11039" y="14933"/>
                  </a:cubicBezTo>
                  <a:cubicBezTo>
                    <a:pt x="10482" y="16890"/>
                    <a:pt x="9660" y="18143"/>
                    <a:pt x="8889" y="18143"/>
                  </a:cubicBezTo>
                  <a:cubicBezTo>
                    <a:pt x="8118" y="18143"/>
                    <a:pt x="7296" y="16887"/>
                    <a:pt x="6739" y="14924"/>
                  </a:cubicBezTo>
                  <a:cubicBezTo>
                    <a:pt x="7471" y="14683"/>
                    <a:pt x="8188" y="14400"/>
                    <a:pt x="8889" y="14081"/>
                  </a:cubicBezTo>
                  <a:close/>
                  <a:moveTo>
                    <a:pt x="8889" y="0"/>
                  </a:moveTo>
                  <a:cubicBezTo>
                    <a:pt x="7396" y="0"/>
                    <a:pt x="6312" y="1708"/>
                    <a:pt x="5658" y="4014"/>
                  </a:cubicBezTo>
                  <a:cubicBezTo>
                    <a:pt x="4902" y="3825"/>
                    <a:pt x="4201" y="3719"/>
                    <a:pt x="3568" y="3698"/>
                  </a:cubicBezTo>
                  <a:cubicBezTo>
                    <a:pt x="3260" y="3171"/>
                    <a:pt x="2700" y="2861"/>
                    <a:pt x="2111" y="2861"/>
                  </a:cubicBezTo>
                  <a:cubicBezTo>
                    <a:pt x="1963" y="2861"/>
                    <a:pt x="1813" y="2881"/>
                    <a:pt x="1665" y="2921"/>
                  </a:cubicBezTo>
                  <a:cubicBezTo>
                    <a:pt x="928" y="3123"/>
                    <a:pt x="419" y="3792"/>
                    <a:pt x="422" y="4556"/>
                  </a:cubicBezTo>
                  <a:cubicBezTo>
                    <a:pt x="422" y="4716"/>
                    <a:pt x="449" y="4876"/>
                    <a:pt x="497" y="5026"/>
                  </a:cubicBezTo>
                  <a:cubicBezTo>
                    <a:pt x="63" y="6017"/>
                    <a:pt x="485" y="7372"/>
                    <a:pt x="1726" y="8878"/>
                  </a:cubicBezTo>
                  <a:cubicBezTo>
                    <a:pt x="1933" y="9130"/>
                    <a:pt x="2183" y="9383"/>
                    <a:pt x="2430" y="9636"/>
                  </a:cubicBezTo>
                  <a:cubicBezTo>
                    <a:pt x="2183" y="9892"/>
                    <a:pt x="1933" y="10145"/>
                    <a:pt x="1726" y="10398"/>
                  </a:cubicBezTo>
                  <a:cubicBezTo>
                    <a:pt x="407" y="12000"/>
                    <a:pt x="0" y="13434"/>
                    <a:pt x="578" y="14436"/>
                  </a:cubicBezTo>
                  <a:cubicBezTo>
                    <a:pt x="1045" y="15246"/>
                    <a:pt x="2003" y="15593"/>
                    <a:pt x="3225" y="15593"/>
                  </a:cubicBezTo>
                  <a:cubicBezTo>
                    <a:pt x="3954" y="15593"/>
                    <a:pt x="4782" y="15460"/>
                    <a:pt x="5652" y="15240"/>
                  </a:cubicBezTo>
                  <a:cubicBezTo>
                    <a:pt x="6306" y="17556"/>
                    <a:pt x="7396" y="19272"/>
                    <a:pt x="8889" y="19272"/>
                  </a:cubicBezTo>
                  <a:cubicBezTo>
                    <a:pt x="10383" y="19272"/>
                    <a:pt x="11473" y="17559"/>
                    <a:pt x="12126" y="15246"/>
                  </a:cubicBezTo>
                  <a:cubicBezTo>
                    <a:pt x="12810" y="15424"/>
                    <a:pt x="13509" y="15532"/>
                    <a:pt x="14210" y="15572"/>
                  </a:cubicBezTo>
                  <a:cubicBezTo>
                    <a:pt x="14519" y="16101"/>
                    <a:pt x="15083" y="16413"/>
                    <a:pt x="15674" y="16413"/>
                  </a:cubicBezTo>
                  <a:cubicBezTo>
                    <a:pt x="15820" y="16413"/>
                    <a:pt x="15968" y="16394"/>
                    <a:pt x="16113" y="16354"/>
                  </a:cubicBezTo>
                  <a:cubicBezTo>
                    <a:pt x="16851" y="16153"/>
                    <a:pt x="17363" y="15484"/>
                    <a:pt x="17360" y="14719"/>
                  </a:cubicBezTo>
                  <a:cubicBezTo>
                    <a:pt x="17357" y="14560"/>
                    <a:pt x="17333" y="14400"/>
                    <a:pt x="17285" y="14247"/>
                  </a:cubicBezTo>
                  <a:cubicBezTo>
                    <a:pt x="17718" y="13256"/>
                    <a:pt x="17297" y="11904"/>
                    <a:pt x="16056" y="10398"/>
                  </a:cubicBezTo>
                  <a:cubicBezTo>
                    <a:pt x="15848" y="10142"/>
                    <a:pt x="15595" y="9889"/>
                    <a:pt x="15351" y="9636"/>
                  </a:cubicBezTo>
                  <a:cubicBezTo>
                    <a:pt x="15595" y="9383"/>
                    <a:pt x="15848" y="9130"/>
                    <a:pt x="16056" y="8878"/>
                  </a:cubicBezTo>
                  <a:cubicBezTo>
                    <a:pt x="17261" y="7414"/>
                    <a:pt x="17694" y="6095"/>
                    <a:pt x="17279" y="5044"/>
                  </a:cubicBezTo>
                  <a:cubicBezTo>
                    <a:pt x="17330" y="4885"/>
                    <a:pt x="17357" y="4722"/>
                    <a:pt x="17360" y="4556"/>
                  </a:cubicBezTo>
                  <a:cubicBezTo>
                    <a:pt x="17363" y="3792"/>
                    <a:pt x="16851" y="3120"/>
                    <a:pt x="16113" y="2918"/>
                  </a:cubicBezTo>
                  <a:cubicBezTo>
                    <a:pt x="15967" y="2879"/>
                    <a:pt x="15819" y="2860"/>
                    <a:pt x="15673" y="2860"/>
                  </a:cubicBezTo>
                  <a:cubicBezTo>
                    <a:pt x="15080" y="2860"/>
                    <a:pt x="14517" y="3173"/>
                    <a:pt x="14210" y="3704"/>
                  </a:cubicBezTo>
                  <a:cubicBezTo>
                    <a:pt x="13506" y="3743"/>
                    <a:pt x="12810" y="3852"/>
                    <a:pt x="12126" y="4029"/>
                  </a:cubicBezTo>
                  <a:cubicBezTo>
                    <a:pt x="11473" y="1714"/>
                    <a:pt x="10383" y="0"/>
                    <a:pt x="888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146" name="Google Shape;5146;p60"/>
            <p:cNvSpPr/>
            <p:nvPr/>
          </p:nvSpPr>
          <p:spPr>
            <a:xfrm>
              <a:off x="2284200" y="4005050"/>
              <a:ext cx="84700" cy="84700"/>
            </a:xfrm>
            <a:custGeom>
              <a:avLst/>
              <a:gdLst/>
              <a:ahLst/>
              <a:cxnLst/>
              <a:rect l="l" t="t" r="r" b="b"/>
              <a:pathLst>
                <a:path w="3388" h="3388" extrusionOk="0">
                  <a:moveTo>
                    <a:pt x="1692" y="0"/>
                  </a:moveTo>
                  <a:cubicBezTo>
                    <a:pt x="756" y="0"/>
                    <a:pt x="0" y="756"/>
                    <a:pt x="0" y="1692"/>
                  </a:cubicBezTo>
                  <a:cubicBezTo>
                    <a:pt x="0" y="2629"/>
                    <a:pt x="756" y="3388"/>
                    <a:pt x="1692" y="3388"/>
                  </a:cubicBezTo>
                  <a:cubicBezTo>
                    <a:pt x="2629" y="3388"/>
                    <a:pt x="3388" y="2629"/>
                    <a:pt x="3388" y="1692"/>
                  </a:cubicBezTo>
                  <a:cubicBezTo>
                    <a:pt x="3388" y="756"/>
                    <a:pt x="2629" y="0"/>
                    <a:pt x="16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5147" name="Google Shape;5147;p60"/>
          <p:cNvGrpSpPr/>
          <p:nvPr/>
        </p:nvGrpSpPr>
        <p:grpSpPr>
          <a:xfrm>
            <a:off x="6309839" y="3125970"/>
            <a:ext cx="293416" cy="339253"/>
            <a:chOff x="2710875" y="3806450"/>
            <a:chExt cx="416725" cy="481825"/>
          </a:xfrm>
        </p:grpSpPr>
        <p:sp>
          <p:nvSpPr>
            <p:cNvPr id="5148" name="Google Shape;5148;p60"/>
            <p:cNvSpPr/>
            <p:nvPr/>
          </p:nvSpPr>
          <p:spPr>
            <a:xfrm>
              <a:off x="2710875" y="4144450"/>
              <a:ext cx="416725" cy="143825"/>
            </a:xfrm>
            <a:custGeom>
              <a:avLst/>
              <a:gdLst/>
              <a:ahLst/>
              <a:cxnLst/>
              <a:rect l="l" t="t" r="r" b="b"/>
              <a:pathLst>
                <a:path w="16669" h="5753" extrusionOk="0">
                  <a:moveTo>
                    <a:pt x="2313" y="1"/>
                  </a:moveTo>
                  <a:lnTo>
                    <a:pt x="260" y="3590"/>
                  </a:lnTo>
                  <a:cubicBezTo>
                    <a:pt x="1" y="4039"/>
                    <a:pt x="1" y="4590"/>
                    <a:pt x="266" y="5036"/>
                  </a:cubicBezTo>
                  <a:cubicBezTo>
                    <a:pt x="517" y="5479"/>
                    <a:pt x="986" y="5752"/>
                    <a:pt x="1495" y="5752"/>
                  </a:cubicBezTo>
                  <a:cubicBezTo>
                    <a:pt x="1498" y="5752"/>
                    <a:pt x="1501" y="5752"/>
                    <a:pt x="1503" y="5752"/>
                  </a:cubicBezTo>
                  <a:lnTo>
                    <a:pt x="15165" y="5752"/>
                  </a:lnTo>
                  <a:cubicBezTo>
                    <a:pt x="15168" y="5752"/>
                    <a:pt x="15171" y="5752"/>
                    <a:pt x="15174" y="5752"/>
                  </a:cubicBezTo>
                  <a:cubicBezTo>
                    <a:pt x="15682" y="5752"/>
                    <a:pt x="16151" y="5479"/>
                    <a:pt x="16403" y="5036"/>
                  </a:cubicBezTo>
                  <a:cubicBezTo>
                    <a:pt x="16668" y="4590"/>
                    <a:pt x="16668" y="4039"/>
                    <a:pt x="16409" y="3590"/>
                  </a:cubicBezTo>
                  <a:lnTo>
                    <a:pt x="1435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149" name="Google Shape;5149;p60"/>
            <p:cNvSpPr/>
            <p:nvPr/>
          </p:nvSpPr>
          <p:spPr>
            <a:xfrm>
              <a:off x="2784800" y="3806450"/>
              <a:ext cx="268850" cy="309800"/>
            </a:xfrm>
            <a:custGeom>
              <a:avLst/>
              <a:gdLst/>
              <a:ahLst/>
              <a:cxnLst/>
              <a:rect l="l" t="t" r="r" b="b"/>
              <a:pathLst>
                <a:path w="10754" h="12392" extrusionOk="0">
                  <a:moveTo>
                    <a:pt x="5379" y="8113"/>
                  </a:moveTo>
                  <a:cubicBezTo>
                    <a:pt x="5882" y="8113"/>
                    <a:pt x="6132" y="8721"/>
                    <a:pt x="5776" y="9076"/>
                  </a:cubicBezTo>
                  <a:cubicBezTo>
                    <a:pt x="5661" y="9192"/>
                    <a:pt x="5519" y="9244"/>
                    <a:pt x="5380" y="9244"/>
                  </a:cubicBezTo>
                  <a:cubicBezTo>
                    <a:pt x="5091" y="9244"/>
                    <a:pt x="4813" y="9019"/>
                    <a:pt x="4813" y="8679"/>
                  </a:cubicBezTo>
                  <a:cubicBezTo>
                    <a:pt x="4813" y="8366"/>
                    <a:pt x="5066" y="8113"/>
                    <a:pt x="5379" y="8113"/>
                  </a:cubicBezTo>
                  <a:close/>
                  <a:moveTo>
                    <a:pt x="4280" y="9989"/>
                  </a:moveTo>
                  <a:cubicBezTo>
                    <a:pt x="4783" y="9989"/>
                    <a:pt x="5036" y="10597"/>
                    <a:pt x="4680" y="10952"/>
                  </a:cubicBezTo>
                  <a:cubicBezTo>
                    <a:pt x="4566" y="11067"/>
                    <a:pt x="4425" y="11118"/>
                    <a:pt x="4286" y="11118"/>
                  </a:cubicBezTo>
                  <a:cubicBezTo>
                    <a:pt x="3996" y="11118"/>
                    <a:pt x="3717" y="10892"/>
                    <a:pt x="3717" y="10552"/>
                  </a:cubicBezTo>
                  <a:cubicBezTo>
                    <a:pt x="3717" y="10242"/>
                    <a:pt x="3970" y="9989"/>
                    <a:pt x="4280" y="9989"/>
                  </a:cubicBezTo>
                  <a:close/>
                  <a:moveTo>
                    <a:pt x="6475" y="9989"/>
                  </a:moveTo>
                  <a:cubicBezTo>
                    <a:pt x="6978" y="9989"/>
                    <a:pt x="7231" y="10597"/>
                    <a:pt x="6875" y="10952"/>
                  </a:cubicBezTo>
                  <a:cubicBezTo>
                    <a:pt x="6761" y="11067"/>
                    <a:pt x="6620" y="11118"/>
                    <a:pt x="6481" y="11118"/>
                  </a:cubicBezTo>
                  <a:cubicBezTo>
                    <a:pt x="6191" y="11118"/>
                    <a:pt x="5912" y="10892"/>
                    <a:pt x="5912" y="10552"/>
                  </a:cubicBezTo>
                  <a:cubicBezTo>
                    <a:pt x="5912" y="10242"/>
                    <a:pt x="6162" y="9989"/>
                    <a:pt x="6475" y="9989"/>
                  </a:cubicBezTo>
                  <a:close/>
                  <a:moveTo>
                    <a:pt x="1744" y="0"/>
                  </a:moveTo>
                  <a:cubicBezTo>
                    <a:pt x="1434" y="0"/>
                    <a:pt x="1181" y="253"/>
                    <a:pt x="1181" y="566"/>
                  </a:cubicBezTo>
                  <a:cubicBezTo>
                    <a:pt x="1181" y="877"/>
                    <a:pt x="1434" y="1130"/>
                    <a:pt x="1744" y="1130"/>
                  </a:cubicBezTo>
                  <a:lnTo>
                    <a:pt x="2259" y="1130"/>
                  </a:lnTo>
                  <a:lnTo>
                    <a:pt x="2259" y="8444"/>
                  </a:lnTo>
                  <a:lnTo>
                    <a:pt x="1" y="12392"/>
                  </a:lnTo>
                  <a:lnTo>
                    <a:pt x="10754" y="12392"/>
                  </a:lnTo>
                  <a:lnTo>
                    <a:pt x="8496" y="8444"/>
                  </a:lnTo>
                  <a:lnTo>
                    <a:pt x="8496" y="1130"/>
                  </a:lnTo>
                  <a:lnTo>
                    <a:pt x="9010" y="1130"/>
                  </a:lnTo>
                  <a:cubicBezTo>
                    <a:pt x="9321" y="1130"/>
                    <a:pt x="9574" y="877"/>
                    <a:pt x="9574" y="566"/>
                  </a:cubicBezTo>
                  <a:cubicBezTo>
                    <a:pt x="9574" y="253"/>
                    <a:pt x="9321" y="0"/>
                    <a:pt x="901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5150" name="Google Shape;5150;p60"/>
          <p:cNvGrpSpPr/>
          <p:nvPr/>
        </p:nvGrpSpPr>
        <p:grpSpPr>
          <a:xfrm>
            <a:off x="6704883" y="3166412"/>
            <a:ext cx="339253" cy="258369"/>
            <a:chOff x="3271200" y="3863875"/>
            <a:chExt cx="481825" cy="366950"/>
          </a:xfrm>
        </p:grpSpPr>
        <p:sp>
          <p:nvSpPr>
            <p:cNvPr id="5151" name="Google Shape;5151;p60"/>
            <p:cNvSpPr/>
            <p:nvPr/>
          </p:nvSpPr>
          <p:spPr>
            <a:xfrm>
              <a:off x="3271200" y="3920350"/>
              <a:ext cx="283225" cy="310475"/>
            </a:xfrm>
            <a:custGeom>
              <a:avLst/>
              <a:gdLst/>
              <a:ahLst/>
              <a:cxnLst/>
              <a:rect l="l" t="t" r="r" b="b"/>
              <a:pathLst>
                <a:path w="11329" h="12419" extrusionOk="0">
                  <a:moveTo>
                    <a:pt x="1693" y="0"/>
                  </a:moveTo>
                  <a:cubicBezTo>
                    <a:pt x="756" y="0"/>
                    <a:pt x="0" y="756"/>
                    <a:pt x="0" y="1693"/>
                  </a:cubicBezTo>
                  <a:lnTo>
                    <a:pt x="0" y="8468"/>
                  </a:lnTo>
                  <a:cubicBezTo>
                    <a:pt x="0" y="9405"/>
                    <a:pt x="756" y="10160"/>
                    <a:pt x="1693" y="10163"/>
                  </a:cubicBezTo>
                  <a:lnTo>
                    <a:pt x="2861" y="10163"/>
                  </a:lnTo>
                  <a:cubicBezTo>
                    <a:pt x="2861" y="11410"/>
                    <a:pt x="3870" y="12419"/>
                    <a:pt x="5120" y="12419"/>
                  </a:cubicBezTo>
                  <a:cubicBezTo>
                    <a:pt x="6366" y="12419"/>
                    <a:pt x="7378" y="11410"/>
                    <a:pt x="7378" y="10163"/>
                  </a:cubicBezTo>
                  <a:lnTo>
                    <a:pt x="9070" y="10163"/>
                  </a:lnTo>
                  <a:lnTo>
                    <a:pt x="9070" y="6679"/>
                  </a:lnTo>
                  <a:cubicBezTo>
                    <a:pt x="9070" y="6356"/>
                    <a:pt x="9350" y="6116"/>
                    <a:pt x="9645" y="6116"/>
                  </a:cubicBezTo>
                  <a:cubicBezTo>
                    <a:pt x="9705" y="6116"/>
                    <a:pt x="9765" y="6126"/>
                    <a:pt x="9823" y="6146"/>
                  </a:cubicBezTo>
                  <a:cubicBezTo>
                    <a:pt x="9938" y="6187"/>
                    <a:pt x="10055" y="6206"/>
                    <a:pt x="10172" y="6206"/>
                  </a:cubicBezTo>
                  <a:cubicBezTo>
                    <a:pt x="10766" y="6206"/>
                    <a:pt x="11329" y="5708"/>
                    <a:pt x="11329" y="5080"/>
                  </a:cubicBezTo>
                  <a:cubicBezTo>
                    <a:pt x="11329" y="4453"/>
                    <a:pt x="10766" y="3954"/>
                    <a:pt x="10172" y="3954"/>
                  </a:cubicBezTo>
                  <a:cubicBezTo>
                    <a:pt x="10055" y="3954"/>
                    <a:pt x="9938" y="3974"/>
                    <a:pt x="9823" y="4014"/>
                  </a:cubicBezTo>
                  <a:cubicBezTo>
                    <a:pt x="9759" y="4037"/>
                    <a:pt x="9695" y="4048"/>
                    <a:pt x="9632" y="4048"/>
                  </a:cubicBezTo>
                  <a:cubicBezTo>
                    <a:pt x="9333" y="4048"/>
                    <a:pt x="9070" y="3805"/>
                    <a:pt x="9070" y="3484"/>
                  </a:cubicBezTo>
                  <a:lnTo>
                    <a:pt x="9070" y="0"/>
                  </a:lnTo>
                  <a:lnTo>
                    <a:pt x="6381" y="0"/>
                  </a:lnTo>
                  <a:cubicBezTo>
                    <a:pt x="5894" y="0"/>
                    <a:pt x="5635" y="576"/>
                    <a:pt x="5960" y="940"/>
                  </a:cubicBezTo>
                  <a:cubicBezTo>
                    <a:pt x="6610" y="1669"/>
                    <a:pt x="6095" y="2822"/>
                    <a:pt x="5120" y="2822"/>
                  </a:cubicBezTo>
                  <a:cubicBezTo>
                    <a:pt x="4141" y="2822"/>
                    <a:pt x="3626" y="1669"/>
                    <a:pt x="4276" y="940"/>
                  </a:cubicBezTo>
                  <a:cubicBezTo>
                    <a:pt x="4602" y="576"/>
                    <a:pt x="4343" y="0"/>
                    <a:pt x="385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152" name="Google Shape;5152;p60"/>
            <p:cNvSpPr/>
            <p:nvPr/>
          </p:nvSpPr>
          <p:spPr>
            <a:xfrm>
              <a:off x="3526175" y="3863875"/>
              <a:ext cx="226850" cy="310575"/>
            </a:xfrm>
            <a:custGeom>
              <a:avLst/>
              <a:gdLst/>
              <a:ahLst/>
              <a:cxnLst/>
              <a:rect l="l" t="t" r="r" b="b"/>
              <a:pathLst>
                <a:path w="9074" h="12423" extrusionOk="0">
                  <a:moveTo>
                    <a:pt x="3954" y="1"/>
                  </a:moveTo>
                  <a:cubicBezTo>
                    <a:pt x="2705" y="1"/>
                    <a:pt x="1696" y="1010"/>
                    <a:pt x="1696" y="2259"/>
                  </a:cubicBezTo>
                  <a:lnTo>
                    <a:pt x="1" y="2259"/>
                  </a:lnTo>
                  <a:lnTo>
                    <a:pt x="1" y="5081"/>
                  </a:lnTo>
                  <a:cubicBezTo>
                    <a:pt x="1247" y="5081"/>
                    <a:pt x="2259" y="6093"/>
                    <a:pt x="2259" y="7339"/>
                  </a:cubicBezTo>
                  <a:cubicBezTo>
                    <a:pt x="2259" y="8586"/>
                    <a:pt x="1247" y="9598"/>
                    <a:pt x="1" y="9598"/>
                  </a:cubicBezTo>
                  <a:lnTo>
                    <a:pt x="1" y="12422"/>
                  </a:lnTo>
                  <a:lnTo>
                    <a:pt x="7378" y="12422"/>
                  </a:lnTo>
                  <a:cubicBezTo>
                    <a:pt x="8315" y="12419"/>
                    <a:pt x="9070" y="11664"/>
                    <a:pt x="9073" y="10727"/>
                  </a:cubicBezTo>
                  <a:lnTo>
                    <a:pt x="9073" y="3952"/>
                  </a:lnTo>
                  <a:cubicBezTo>
                    <a:pt x="9070" y="3015"/>
                    <a:pt x="8315" y="2259"/>
                    <a:pt x="7378" y="2259"/>
                  </a:cubicBezTo>
                  <a:lnTo>
                    <a:pt x="6213" y="2259"/>
                  </a:lnTo>
                  <a:cubicBezTo>
                    <a:pt x="6213" y="1010"/>
                    <a:pt x="5201" y="1"/>
                    <a:pt x="395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5153" name="Google Shape;5153;p60"/>
          <p:cNvGrpSpPr/>
          <p:nvPr/>
        </p:nvGrpSpPr>
        <p:grpSpPr>
          <a:xfrm>
            <a:off x="7140377" y="3126199"/>
            <a:ext cx="295528" cy="338795"/>
            <a:chOff x="3895050" y="3806775"/>
            <a:chExt cx="419725" cy="481175"/>
          </a:xfrm>
        </p:grpSpPr>
        <p:sp>
          <p:nvSpPr>
            <p:cNvPr id="5154" name="Google Shape;5154;p60"/>
            <p:cNvSpPr/>
            <p:nvPr/>
          </p:nvSpPr>
          <p:spPr>
            <a:xfrm>
              <a:off x="3895050" y="3942650"/>
              <a:ext cx="419725" cy="345300"/>
            </a:xfrm>
            <a:custGeom>
              <a:avLst/>
              <a:gdLst/>
              <a:ahLst/>
              <a:cxnLst/>
              <a:rect l="l" t="t" r="r" b="b"/>
              <a:pathLst>
                <a:path w="16789" h="13812" extrusionOk="0">
                  <a:moveTo>
                    <a:pt x="4448" y="1"/>
                  </a:moveTo>
                  <a:cubicBezTo>
                    <a:pt x="4233" y="1"/>
                    <a:pt x="4016" y="18"/>
                    <a:pt x="3801" y="54"/>
                  </a:cubicBezTo>
                  <a:cubicBezTo>
                    <a:pt x="1545" y="418"/>
                    <a:pt x="1" y="2604"/>
                    <a:pt x="356" y="4929"/>
                  </a:cubicBezTo>
                  <a:cubicBezTo>
                    <a:pt x="994" y="9100"/>
                    <a:pt x="2205" y="11942"/>
                    <a:pt x="3858" y="13147"/>
                  </a:cubicBezTo>
                  <a:cubicBezTo>
                    <a:pt x="4470" y="13592"/>
                    <a:pt x="5129" y="13811"/>
                    <a:pt x="5863" y="13811"/>
                  </a:cubicBezTo>
                  <a:cubicBezTo>
                    <a:pt x="6071" y="13811"/>
                    <a:pt x="6286" y="13793"/>
                    <a:pt x="6508" y="13758"/>
                  </a:cubicBezTo>
                  <a:cubicBezTo>
                    <a:pt x="7125" y="13659"/>
                    <a:pt x="7610" y="13406"/>
                    <a:pt x="7999" y="12987"/>
                  </a:cubicBezTo>
                  <a:lnTo>
                    <a:pt x="8396" y="12557"/>
                  </a:lnTo>
                  <a:lnTo>
                    <a:pt x="8791" y="12987"/>
                  </a:lnTo>
                  <a:cubicBezTo>
                    <a:pt x="9179" y="13406"/>
                    <a:pt x="9667" y="13659"/>
                    <a:pt x="10281" y="13758"/>
                  </a:cubicBezTo>
                  <a:cubicBezTo>
                    <a:pt x="10503" y="13793"/>
                    <a:pt x="10718" y="13811"/>
                    <a:pt x="10927" y="13811"/>
                  </a:cubicBezTo>
                  <a:cubicBezTo>
                    <a:pt x="11660" y="13811"/>
                    <a:pt x="12319" y="13592"/>
                    <a:pt x="12931" y="13147"/>
                  </a:cubicBezTo>
                  <a:cubicBezTo>
                    <a:pt x="14587" y="11942"/>
                    <a:pt x="15795" y="9100"/>
                    <a:pt x="16433" y="4929"/>
                  </a:cubicBezTo>
                  <a:cubicBezTo>
                    <a:pt x="16788" y="2604"/>
                    <a:pt x="15244" y="418"/>
                    <a:pt x="12988" y="54"/>
                  </a:cubicBezTo>
                  <a:cubicBezTo>
                    <a:pt x="12773" y="18"/>
                    <a:pt x="12556" y="1"/>
                    <a:pt x="12341" y="1"/>
                  </a:cubicBezTo>
                  <a:cubicBezTo>
                    <a:pt x="11461" y="1"/>
                    <a:pt x="10599" y="293"/>
                    <a:pt x="9893" y="840"/>
                  </a:cubicBezTo>
                  <a:cubicBezTo>
                    <a:pt x="9601" y="1063"/>
                    <a:pt x="9263" y="1216"/>
                    <a:pt x="8905" y="1292"/>
                  </a:cubicBezTo>
                  <a:cubicBezTo>
                    <a:pt x="8736" y="1326"/>
                    <a:pt x="8567" y="1343"/>
                    <a:pt x="8397" y="1343"/>
                  </a:cubicBezTo>
                  <a:cubicBezTo>
                    <a:pt x="8296" y="1343"/>
                    <a:pt x="8196" y="1337"/>
                    <a:pt x="8095" y="1325"/>
                  </a:cubicBezTo>
                  <a:cubicBezTo>
                    <a:pt x="7658" y="1273"/>
                    <a:pt x="7246" y="1105"/>
                    <a:pt x="6896" y="840"/>
                  </a:cubicBezTo>
                  <a:cubicBezTo>
                    <a:pt x="6190" y="293"/>
                    <a:pt x="5328" y="1"/>
                    <a:pt x="444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155" name="Google Shape;5155;p60"/>
            <p:cNvSpPr/>
            <p:nvPr/>
          </p:nvSpPr>
          <p:spPr>
            <a:xfrm>
              <a:off x="4016325" y="3806775"/>
              <a:ext cx="199225" cy="142475"/>
            </a:xfrm>
            <a:custGeom>
              <a:avLst/>
              <a:gdLst/>
              <a:ahLst/>
              <a:cxnLst/>
              <a:rect l="l" t="t" r="r" b="b"/>
              <a:pathLst>
                <a:path w="7969" h="5699" extrusionOk="0">
                  <a:moveTo>
                    <a:pt x="1350" y="0"/>
                  </a:moveTo>
                  <a:cubicBezTo>
                    <a:pt x="1132" y="0"/>
                    <a:pt x="925" y="129"/>
                    <a:pt x="832" y="343"/>
                  </a:cubicBezTo>
                  <a:cubicBezTo>
                    <a:pt x="799" y="424"/>
                    <a:pt x="1" y="2330"/>
                    <a:pt x="678" y="4101"/>
                  </a:cubicBezTo>
                  <a:cubicBezTo>
                    <a:pt x="736" y="4242"/>
                    <a:pt x="796" y="4381"/>
                    <a:pt x="868" y="4516"/>
                  </a:cubicBezTo>
                  <a:cubicBezTo>
                    <a:pt x="1534" y="4691"/>
                    <a:pt x="2157" y="4995"/>
                    <a:pt x="2702" y="5414"/>
                  </a:cubicBezTo>
                  <a:cubicBezTo>
                    <a:pt x="2950" y="5603"/>
                    <a:pt x="3247" y="5698"/>
                    <a:pt x="3544" y="5698"/>
                  </a:cubicBezTo>
                  <a:cubicBezTo>
                    <a:pt x="3840" y="5698"/>
                    <a:pt x="4137" y="5603"/>
                    <a:pt x="4385" y="5414"/>
                  </a:cubicBezTo>
                  <a:cubicBezTo>
                    <a:pt x="4442" y="5368"/>
                    <a:pt x="4503" y="5326"/>
                    <a:pt x="4563" y="5284"/>
                  </a:cubicBezTo>
                  <a:cubicBezTo>
                    <a:pt x="4870" y="4592"/>
                    <a:pt x="5355" y="3968"/>
                    <a:pt x="6020" y="3417"/>
                  </a:cubicBezTo>
                  <a:cubicBezTo>
                    <a:pt x="6478" y="3035"/>
                    <a:pt x="6987" y="2722"/>
                    <a:pt x="7532" y="2484"/>
                  </a:cubicBezTo>
                  <a:cubicBezTo>
                    <a:pt x="7824" y="2372"/>
                    <a:pt x="7969" y="2044"/>
                    <a:pt x="7854" y="1752"/>
                  </a:cubicBezTo>
                  <a:cubicBezTo>
                    <a:pt x="7768" y="1529"/>
                    <a:pt x="7554" y="1392"/>
                    <a:pt x="7327" y="1392"/>
                  </a:cubicBezTo>
                  <a:cubicBezTo>
                    <a:pt x="7260" y="1392"/>
                    <a:pt x="7192" y="1404"/>
                    <a:pt x="7125" y="1430"/>
                  </a:cubicBezTo>
                  <a:lnTo>
                    <a:pt x="7125" y="1433"/>
                  </a:lnTo>
                  <a:cubicBezTo>
                    <a:pt x="7089" y="1445"/>
                    <a:pt x="6243" y="1776"/>
                    <a:pt x="5334" y="2520"/>
                  </a:cubicBezTo>
                  <a:cubicBezTo>
                    <a:pt x="4997" y="2794"/>
                    <a:pt x="4689" y="3098"/>
                    <a:pt x="4412" y="3429"/>
                  </a:cubicBezTo>
                  <a:cubicBezTo>
                    <a:pt x="4367" y="3194"/>
                    <a:pt x="4301" y="2965"/>
                    <a:pt x="4217" y="2743"/>
                  </a:cubicBezTo>
                  <a:cubicBezTo>
                    <a:pt x="3536" y="972"/>
                    <a:pt x="1669" y="90"/>
                    <a:pt x="1588" y="54"/>
                  </a:cubicBezTo>
                  <a:cubicBezTo>
                    <a:pt x="1511" y="17"/>
                    <a:pt x="1430" y="0"/>
                    <a:pt x="135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5156" name="Google Shape;5156;p60"/>
          <p:cNvGrpSpPr/>
          <p:nvPr/>
        </p:nvGrpSpPr>
        <p:grpSpPr>
          <a:xfrm>
            <a:off x="7543659" y="3125979"/>
            <a:ext cx="336296" cy="339235"/>
            <a:chOff x="4464775" y="3806475"/>
            <a:chExt cx="477625" cy="481800"/>
          </a:xfrm>
        </p:grpSpPr>
        <p:sp>
          <p:nvSpPr>
            <p:cNvPr id="5157" name="Google Shape;5157;p60"/>
            <p:cNvSpPr/>
            <p:nvPr/>
          </p:nvSpPr>
          <p:spPr>
            <a:xfrm>
              <a:off x="4726375" y="3806475"/>
              <a:ext cx="56500" cy="141125"/>
            </a:xfrm>
            <a:custGeom>
              <a:avLst/>
              <a:gdLst/>
              <a:ahLst/>
              <a:cxnLst/>
              <a:rect l="l" t="t" r="r" b="b"/>
              <a:pathLst>
                <a:path w="2260" h="5645" extrusionOk="0">
                  <a:moveTo>
                    <a:pt x="1133" y="1"/>
                  </a:moveTo>
                  <a:cubicBezTo>
                    <a:pt x="978" y="1"/>
                    <a:pt x="823" y="64"/>
                    <a:pt x="712" y="189"/>
                  </a:cubicBezTo>
                  <a:cubicBezTo>
                    <a:pt x="504" y="421"/>
                    <a:pt x="522" y="776"/>
                    <a:pt x="754" y="984"/>
                  </a:cubicBezTo>
                  <a:cubicBezTo>
                    <a:pt x="832" y="1056"/>
                    <a:pt x="1130" y="1385"/>
                    <a:pt x="1130" y="1695"/>
                  </a:cubicBezTo>
                  <a:cubicBezTo>
                    <a:pt x="1130" y="1990"/>
                    <a:pt x="850" y="2315"/>
                    <a:pt x="754" y="2402"/>
                  </a:cubicBezTo>
                  <a:cubicBezTo>
                    <a:pt x="678" y="2472"/>
                    <a:pt x="1" y="3101"/>
                    <a:pt x="1" y="3953"/>
                  </a:cubicBezTo>
                  <a:cubicBezTo>
                    <a:pt x="1" y="4802"/>
                    <a:pt x="675" y="5432"/>
                    <a:pt x="754" y="5501"/>
                  </a:cubicBezTo>
                  <a:cubicBezTo>
                    <a:pt x="861" y="5597"/>
                    <a:pt x="995" y="5644"/>
                    <a:pt x="1128" y="5644"/>
                  </a:cubicBezTo>
                  <a:cubicBezTo>
                    <a:pt x="1283" y="5644"/>
                    <a:pt x="1437" y="5580"/>
                    <a:pt x="1549" y="5456"/>
                  </a:cubicBezTo>
                  <a:cubicBezTo>
                    <a:pt x="1757" y="5224"/>
                    <a:pt x="1735" y="4869"/>
                    <a:pt x="1507" y="4661"/>
                  </a:cubicBezTo>
                  <a:cubicBezTo>
                    <a:pt x="1428" y="4588"/>
                    <a:pt x="1130" y="4260"/>
                    <a:pt x="1130" y="3950"/>
                  </a:cubicBezTo>
                  <a:cubicBezTo>
                    <a:pt x="1130" y="3655"/>
                    <a:pt x="1410" y="3330"/>
                    <a:pt x="1507" y="3242"/>
                  </a:cubicBezTo>
                  <a:cubicBezTo>
                    <a:pt x="1585" y="3173"/>
                    <a:pt x="2259" y="2544"/>
                    <a:pt x="2259" y="1692"/>
                  </a:cubicBezTo>
                  <a:cubicBezTo>
                    <a:pt x="2259" y="842"/>
                    <a:pt x="1585" y="213"/>
                    <a:pt x="1507" y="144"/>
                  </a:cubicBezTo>
                  <a:cubicBezTo>
                    <a:pt x="1399" y="48"/>
                    <a:pt x="1266" y="1"/>
                    <a:pt x="113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158" name="Google Shape;5158;p60"/>
            <p:cNvSpPr/>
            <p:nvPr/>
          </p:nvSpPr>
          <p:spPr>
            <a:xfrm>
              <a:off x="4641700" y="3806475"/>
              <a:ext cx="56475" cy="141125"/>
            </a:xfrm>
            <a:custGeom>
              <a:avLst/>
              <a:gdLst/>
              <a:ahLst/>
              <a:cxnLst/>
              <a:rect l="l" t="t" r="r" b="b"/>
              <a:pathLst>
                <a:path w="2259" h="5645" extrusionOk="0">
                  <a:moveTo>
                    <a:pt x="1132" y="1"/>
                  </a:moveTo>
                  <a:cubicBezTo>
                    <a:pt x="977" y="1"/>
                    <a:pt x="823" y="64"/>
                    <a:pt x="711" y="189"/>
                  </a:cubicBezTo>
                  <a:cubicBezTo>
                    <a:pt x="503" y="421"/>
                    <a:pt x="521" y="776"/>
                    <a:pt x="753" y="984"/>
                  </a:cubicBezTo>
                  <a:cubicBezTo>
                    <a:pt x="831" y="1056"/>
                    <a:pt x="1130" y="1385"/>
                    <a:pt x="1130" y="1695"/>
                  </a:cubicBezTo>
                  <a:cubicBezTo>
                    <a:pt x="1130" y="1990"/>
                    <a:pt x="849" y="2315"/>
                    <a:pt x="753" y="2402"/>
                  </a:cubicBezTo>
                  <a:cubicBezTo>
                    <a:pt x="678" y="2472"/>
                    <a:pt x="0" y="3101"/>
                    <a:pt x="0" y="3953"/>
                  </a:cubicBezTo>
                  <a:cubicBezTo>
                    <a:pt x="0" y="4802"/>
                    <a:pt x="675" y="5432"/>
                    <a:pt x="753" y="5501"/>
                  </a:cubicBezTo>
                  <a:cubicBezTo>
                    <a:pt x="860" y="5597"/>
                    <a:pt x="994" y="5644"/>
                    <a:pt x="1127" y="5644"/>
                  </a:cubicBezTo>
                  <a:cubicBezTo>
                    <a:pt x="1282" y="5644"/>
                    <a:pt x="1436" y="5580"/>
                    <a:pt x="1548" y="5456"/>
                  </a:cubicBezTo>
                  <a:cubicBezTo>
                    <a:pt x="1756" y="5224"/>
                    <a:pt x="1735" y="4869"/>
                    <a:pt x="1506" y="4661"/>
                  </a:cubicBezTo>
                  <a:cubicBezTo>
                    <a:pt x="1428" y="4588"/>
                    <a:pt x="1130" y="4260"/>
                    <a:pt x="1130" y="3950"/>
                  </a:cubicBezTo>
                  <a:cubicBezTo>
                    <a:pt x="1130" y="3655"/>
                    <a:pt x="1410" y="3330"/>
                    <a:pt x="1506" y="3242"/>
                  </a:cubicBezTo>
                  <a:cubicBezTo>
                    <a:pt x="1581" y="3173"/>
                    <a:pt x="2259" y="2544"/>
                    <a:pt x="2259" y="1692"/>
                  </a:cubicBezTo>
                  <a:cubicBezTo>
                    <a:pt x="2259" y="842"/>
                    <a:pt x="1581" y="213"/>
                    <a:pt x="1506" y="144"/>
                  </a:cubicBezTo>
                  <a:cubicBezTo>
                    <a:pt x="1399" y="48"/>
                    <a:pt x="1265" y="1"/>
                    <a:pt x="113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159" name="Google Shape;5159;p60"/>
            <p:cNvSpPr/>
            <p:nvPr/>
          </p:nvSpPr>
          <p:spPr>
            <a:xfrm>
              <a:off x="4557000" y="3806475"/>
              <a:ext cx="56500" cy="141125"/>
            </a:xfrm>
            <a:custGeom>
              <a:avLst/>
              <a:gdLst/>
              <a:ahLst/>
              <a:cxnLst/>
              <a:rect l="l" t="t" r="r" b="b"/>
              <a:pathLst>
                <a:path w="2260" h="5645" extrusionOk="0">
                  <a:moveTo>
                    <a:pt x="1132" y="1"/>
                  </a:moveTo>
                  <a:cubicBezTo>
                    <a:pt x="977" y="1"/>
                    <a:pt x="823" y="64"/>
                    <a:pt x="711" y="189"/>
                  </a:cubicBezTo>
                  <a:cubicBezTo>
                    <a:pt x="504" y="421"/>
                    <a:pt x="522" y="776"/>
                    <a:pt x="753" y="984"/>
                  </a:cubicBezTo>
                  <a:cubicBezTo>
                    <a:pt x="832" y="1056"/>
                    <a:pt x="1130" y="1385"/>
                    <a:pt x="1130" y="1695"/>
                  </a:cubicBezTo>
                  <a:cubicBezTo>
                    <a:pt x="1130" y="1990"/>
                    <a:pt x="850" y="2315"/>
                    <a:pt x="753" y="2402"/>
                  </a:cubicBezTo>
                  <a:cubicBezTo>
                    <a:pt x="678" y="2472"/>
                    <a:pt x="1" y="3101"/>
                    <a:pt x="1" y="3953"/>
                  </a:cubicBezTo>
                  <a:cubicBezTo>
                    <a:pt x="1" y="4802"/>
                    <a:pt x="675" y="5432"/>
                    <a:pt x="753" y="5501"/>
                  </a:cubicBezTo>
                  <a:cubicBezTo>
                    <a:pt x="861" y="5597"/>
                    <a:pt x="994" y="5644"/>
                    <a:pt x="1127" y="5644"/>
                  </a:cubicBezTo>
                  <a:cubicBezTo>
                    <a:pt x="1282" y="5644"/>
                    <a:pt x="1437" y="5580"/>
                    <a:pt x="1548" y="5456"/>
                  </a:cubicBezTo>
                  <a:cubicBezTo>
                    <a:pt x="1756" y="5224"/>
                    <a:pt x="1735" y="4869"/>
                    <a:pt x="1506" y="4661"/>
                  </a:cubicBezTo>
                  <a:cubicBezTo>
                    <a:pt x="1428" y="4588"/>
                    <a:pt x="1130" y="4260"/>
                    <a:pt x="1130" y="3950"/>
                  </a:cubicBezTo>
                  <a:cubicBezTo>
                    <a:pt x="1130" y="3655"/>
                    <a:pt x="1410" y="3330"/>
                    <a:pt x="1506" y="3242"/>
                  </a:cubicBezTo>
                  <a:cubicBezTo>
                    <a:pt x="1582" y="3173"/>
                    <a:pt x="2259" y="2544"/>
                    <a:pt x="2259" y="1692"/>
                  </a:cubicBezTo>
                  <a:cubicBezTo>
                    <a:pt x="2259" y="842"/>
                    <a:pt x="1582" y="213"/>
                    <a:pt x="1506" y="144"/>
                  </a:cubicBezTo>
                  <a:cubicBezTo>
                    <a:pt x="1399" y="48"/>
                    <a:pt x="1265" y="1"/>
                    <a:pt x="113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160" name="Google Shape;5160;p60"/>
            <p:cNvSpPr/>
            <p:nvPr/>
          </p:nvSpPr>
          <p:spPr>
            <a:xfrm>
              <a:off x="4464775" y="4230875"/>
              <a:ext cx="395250" cy="57400"/>
            </a:xfrm>
            <a:custGeom>
              <a:avLst/>
              <a:gdLst/>
              <a:ahLst/>
              <a:cxnLst/>
              <a:rect l="l" t="t" r="r" b="b"/>
              <a:pathLst>
                <a:path w="15810" h="2296" extrusionOk="0">
                  <a:moveTo>
                    <a:pt x="567" y="1"/>
                  </a:moveTo>
                  <a:cubicBezTo>
                    <a:pt x="254" y="1"/>
                    <a:pt x="1" y="251"/>
                    <a:pt x="1" y="564"/>
                  </a:cubicBezTo>
                  <a:cubicBezTo>
                    <a:pt x="1" y="877"/>
                    <a:pt x="254" y="1130"/>
                    <a:pt x="567" y="1130"/>
                  </a:cubicBezTo>
                  <a:lnTo>
                    <a:pt x="1910" y="1130"/>
                  </a:lnTo>
                  <a:lnTo>
                    <a:pt x="2006" y="1359"/>
                  </a:lnTo>
                  <a:cubicBezTo>
                    <a:pt x="2291" y="1932"/>
                    <a:pt x="2875" y="2295"/>
                    <a:pt x="3516" y="2295"/>
                  </a:cubicBezTo>
                  <a:cubicBezTo>
                    <a:pt x="3519" y="2295"/>
                    <a:pt x="3521" y="2295"/>
                    <a:pt x="3524" y="2295"/>
                  </a:cubicBezTo>
                  <a:lnTo>
                    <a:pt x="12290" y="2295"/>
                  </a:lnTo>
                  <a:cubicBezTo>
                    <a:pt x="12292" y="2295"/>
                    <a:pt x="12295" y="2295"/>
                    <a:pt x="12298" y="2295"/>
                  </a:cubicBezTo>
                  <a:cubicBezTo>
                    <a:pt x="12936" y="2295"/>
                    <a:pt x="13520" y="1932"/>
                    <a:pt x="13804" y="1359"/>
                  </a:cubicBezTo>
                  <a:lnTo>
                    <a:pt x="13901" y="1130"/>
                  </a:lnTo>
                  <a:lnTo>
                    <a:pt x="15247" y="1130"/>
                  </a:lnTo>
                  <a:cubicBezTo>
                    <a:pt x="15557" y="1130"/>
                    <a:pt x="15810" y="877"/>
                    <a:pt x="15810" y="564"/>
                  </a:cubicBezTo>
                  <a:cubicBezTo>
                    <a:pt x="15810" y="251"/>
                    <a:pt x="15557" y="1"/>
                    <a:pt x="152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161" name="Google Shape;5161;p60"/>
            <p:cNvSpPr/>
            <p:nvPr/>
          </p:nvSpPr>
          <p:spPr>
            <a:xfrm>
              <a:off x="4840675" y="4007300"/>
              <a:ext cx="101725" cy="166025"/>
            </a:xfrm>
            <a:custGeom>
              <a:avLst/>
              <a:gdLst/>
              <a:ahLst/>
              <a:cxnLst/>
              <a:rect l="l" t="t" r="r" b="b"/>
              <a:pathLst>
                <a:path w="4069" h="6641" extrusionOk="0">
                  <a:moveTo>
                    <a:pt x="1870" y="0"/>
                  </a:moveTo>
                  <a:cubicBezTo>
                    <a:pt x="1852" y="380"/>
                    <a:pt x="1837" y="759"/>
                    <a:pt x="1795" y="1130"/>
                  </a:cubicBezTo>
                  <a:cubicBezTo>
                    <a:pt x="1927" y="1181"/>
                    <a:pt x="2048" y="1256"/>
                    <a:pt x="2150" y="1355"/>
                  </a:cubicBezTo>
                  <a:cubicBezTo>
                    <a:pt x="2800" y="2006"/>
                    <a:pt x="2433" y="3469"/>
                    <a:pt x="1352" y="4550"/>
                  </a:cubicBezTo>
                  <a:cubicBezTo>
                    <a:pt x="1177" y="4722"/>
                    <a:pt x="991" y="4879"/>
                    <a:pt x="792" y="5017"/>
                  </a:cubicBezTo>
                  <a:cubicBezTo>
                    <a:pt x="566" y="5577"/>
                    <a:pt x="301" y="6119"/>
                    <a:pt x="0" y="6640"/>
                  </a:cubicBezTo>
                  <a:cubicBezTo>
                    <a:pt x="747" y="6429"/>
                    <a:pt x="1506" y="5993"/>
                    <a:pt x="2150" y="5348"/>
                  </a:cubicBezTo>
                  <a:cubicBezTo>
                    <a:pt x="3716" y="3782"/>
                    <a:pt x="4068" y="1678"/>
                    <a:pt x="2948" y="557"/>
                  </a:cubicBezTo>
                  <a:cubicBezTo>
                    <a:pt x="2656" y="268"/>
                    <a:pt x="2280" y="97"/>
                    <a:pt x="18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162" name="Google Shape;5162;p60"/>
            <p:cNvSpPr/>
            <p:nvPr/>
          </p:nvSpPr>
          <p:spPr>
            <a:xfrm>
              <a:off x="4464775" y="3976800"/>
              <a:ext cx="395250" cy="225875"/>
            </a:xfrm>
            <a:custGeom>
              <a:avLst/>
              <a:gdLst/>
              <a:ahLst/>
              <a:cxnLst/>
              <a:rect l="l" t="t" r="r" b="b"/>
              <a:pathLst>
                <a:path w="15810" h="9035" extrusionOk="0">
                  <a:moveTo>
                    <a:pt x="564" y="1"/>
                  </a:moveTo>
                  <a:cubicBezTo>
                    <a:pt x="254" y="1"/>
                    <a:pt x="1" y="251"/>
                    <a:pt x="1" y="564"/>
                  </a:cubicBezTo>
                  <a:cubicBezTo>
                    <a:pt x="1" y="3930"/>
                    <a:pt x="1157" y="7026"/>
                    <a:pt x="3075" y="9035"/>
                  </a:cubicBezTo>
                  <a:lnTo>
                    <a:pt x="12735" y="9035"/>
                  </a:lnTo>
                  <a:cubicBezTo>
                    <a:pt x="14654" y="7026"/>
                    <a:pt x="15810" y="3930"/>
                    <a:pt x="15810" y="564"/>
                  </a:cubicBezTo>
                  <a:cubicBezTo>
                    <a:pt x="15810" y="251"/>
                    <a:pt x="15557" y="1"/>
                    <a:pt x="152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5163" name="Google Shape;5163;p60"/>
          <p:cNvGrpSpPr/>
          <p:nvPr/>
        </p:nvGrpSpPr>
        <p:grpSpPr>
          <a:xfrm>
            <a:off x="7967105" y="3125970"/>
            <a:ext cx="339253" cy="339253"/>
            <a:chOff x="5049725" y="3806450"/>
            <a:chExt cx="481825" cy="481825"/>
          </a:xfrm>
        </p:grpSpPr>
        <p:sp>
          <p:nvSpPr>
            <p:cNvPr id="5164" name="Google Shape;5164;p60"/>
            <p:cNvSpPr/>
            <p:nvPr/>
          </p:nvSpPr>
          <p:spPr>
            <a:xfrm>
              <a:off x="5361150" y="3976800"/>
              <a:ext cx="28250" cy="28275"/>
            </a:xfrm>
            <a:custGeom>
              <a:avLst/>
              <a:gdLst/>
              <a:ahLst/>
              <a:cxnLst/>
              <a:rect l="l" t="t" r="r" b="b"/>
              <a:pathLst>
                <a:path w="1130" h="1131" extrusionOk="0">
                  <a:moveTo>
                    <a:pt x="567" y="1"/>
                  </a:moveTo>
                  <a:cubicBezTo>
                    <a:pt x="254" y="1"/>
                    <a:pt x="1" y="251"/>
                    <a:pt x="1" y="564"/>
                  </a:cubicBezTo>
                  <a:cubicBezTo>
                    <a:pt x="1" y="877"/>
                    <a:pt x="254" y="1130"/>
                    <a:pt x="567" y="1130"/>
                  </a:cubicBezTo>
                  <a:cubicBezTo>
                    <a:pt x="877" y="1130"/>
                    <a:pt x="1130" y="877"/>
                    <a:pt x="1130" y="564"/>
                  </a:cubicBezTo>
                  <a:cubicBezTo>
                    <a:pt x="1130" y="251"/>
                    <a:pt x="877" y="1"/>
                    <a:pt x="5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165" name="Google Shape;5165;p60"/>
            <p:cNvSpPr/>
            <p:nvPr/>
          </p:nvSpPr>
          <p:spPr>
            <a:xfrm>
              <a:off x="5191775" y="3976800"/>
              <a:ext cx="28250" cy="28275"/>
            </a:xfrm>
            <a:custGeom>
              <a:avLst/>
              <a:gdLst/>
              <a:ahLst/>
              <a:cxnLst/>
              <a:rect l="l" t="t" r="r" b="b"/>
              <a:pathLst>
                <a:path w="1130" h="1131" extrusionOk="0">
                  <a:moveTo>
                    <a:pt x="567" y="1"/>
                  </a:moveTo>
                  <a:cubicBezTo>
                    <a:pt x="253" y="1"/>
                    <a:pt x="0" y="251"/>
                    <a:pt x="0" y="564"/>
                  </a:cubicBezTo>
                  <a:cubicBezTo>
                    <a:pt x="0" y="877"/>
                    <a:pt x="253" y="1130"/>
                    <a:pt x="567" y="1130"/>
                  </a:cubicBezTo>
                  <a:cubicBezTo>
                    <a:pt x="877" y="1130"/>
                    <a:pt x="1130" y="877"/>
                    <a:pt x="1130" y="564"/>
                  </a:cubicBezTo>
                  <a:cubicBezTo>
                    <a:pt x="1130" y="251"/>
                    <a:pt x="877" y="1"/>
                    <a:pt x="5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166" name="Google Shape;5166;p60"/>
            <p:cNvSpPr/>
            <p:nvPr/>
          </p:nvSpPr>
          <p:spPr>
            <a:xfrm>
              <a:off x="5049725" y="3806450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6249" y="5686"/>
                  </a:moveTo>
                  <a:cubicBezTo>
                    <a:pt x="6932" y="5686"/>
                    <a:pt x="7549" y="6098"/>
                    <a:pt x="7811" y="6730"/>
                  </a:cubicBezTo>
                  <a:cubicBezTo>
                    <a:pt x="8073" y="7363"/>
                    <a:pt x="7929" y="8092"/>
                    <a:pt x="7444" y="8576"/>
                  </a:cubicBezTo>
                  <a:cubicBezTo>
                    <a:pt x="7120" y="8901"/>
                    <a:pt x="6686" y="9073"/>
                    <a:pt x="6246" y="9073"/>
                  </a:cubicBezTo>
                  <a:cubicBezTo>
                    <a:pt x="6028" y="9073"/>
                    <a:pt x="5808" y="9031"/>
                    <a:pt x="5598" y="8944"/>
                  </a:cubicBezTo>
                  <a:cubicBezTo>
                    <a:pt x="4966" y="8682"/>
                    <a:pt x="4553" y="8064"/>
                    <a:pt x="4553" y="7378"/>
                  </a:cubicBezTo>
                  <a:cubicBezTo>
                    <a:pt x="4553" y="6441"/>
                    <a:pt x="5312" y="5686"/>
                    <a:pt x="6249" y="5686"/>
                  </a:cubicBezTo>
                  <a:close/>
                  <a:moveTo>
                    <a:pt x="13024" y="5683"/>
                  </a:moveTo>
                  <a:cubicBezTo>
                    <a:pt x="13242" y="5683"/>
                    <a:pt x="13462" y="5725"/>
                    <a:pt x="13671" y="5812"/>
                  </a:cubicBezTo>
                  <a:cubicBezTo>
                    <a:pt x="14304" y="6074"/>
                    <a:pt x="14716" y="6691"/>
                    <a:pt x="14716" y="7378"/>
                  </a:cubicBezTo>
                  <a:cubicBezTo>
                    <a:pt x="14716" y="8314"/>
                    <a:pt x="13957" y="9070"/>
                    <a:pt x="13024" y="9073"/>
                  </a:cubicBezTo>
                  <a:cubicBezTo>
                    <a:pt x="12337" y="9073"/>
                    <a:pt x="11720" y="8658"/>
                    <a:pt x="11458" y="8025"/>
                  </a:cubicBezTo>
                  <a:cubicBezTo>
                    <a:pt x="11196" y="7393"/>
                    <a:pt x="11341" y="6664"/>
                    <a:pt x="11825" y="6179"/>
                  </a:cubicBezTo>
                  <a:cubicBezTo>
                    <a:pt x="12150" y="5855"/>
                    <a:pt x="12583" y="5683"/>
                    <a:pt x="13024" y="5683"/>
                  </a:cubicBezTo>
                  <a:close/>
                  <a:moveTo>
                    <a:pt x="9636" y="10196"/>
                  </a:moveTo>
                  <a:cubicBezTo>
                    <a:pt x="11955" y="10196"/>
                    <a:pt x="13981" y="11765"/>
                    <a:pt x="14557" y="14012"/>
                  </a:cubicBezTo>
                  <a:cubicBezTo>
                    <a:pt x="14635" y="14316"/>
                    <a:pt x="14454" y="14623"/>
                    <a:pt x="14153" y="14701"/>
                  </a:cubicBezTo>
                  <a:cubicBezTo>
                    <a:pt x="14107" y="14713"/>
                    <a:pt x="14060" y="14718"/>
                    <a:pt x="14014" y="14718"/>
                  </a:cubicBezTo>
                  <a:cubicBezTo>
                    <a:pt x="13760" y="14718"/>
                    <a:pt x="13530" y="14550"/>
                    <a:pt x="13464" y="14295"/>
                  </a:cubicBezTo>
                  <a:cubicBezTo>
                    <a:pt x="13015" y="12548"/>
                    <a:pt x="11440" y="11326"/>
                    <a:pt x="9636" y="11326"/>
                  </a:cubicBezTo>
                  <a:cubicBezTo>
                    <a:pt x="7833" y="11326"/>
                    <a:pt x="6258" y="12548"/>
                    <a:pt x="5809" y="14295"/>
                  </a:cubicBezTo>
                  <a:cubicBezTo>
                    <a:pt x="5743" y="14550"/>
                    <a:pt x="5512" y="14718"/>
                    <a:pt x="5260" y="14718"/>
                  </a:cubicBezTo>
                  <a:cubicBezTo>
                    <a:pt x="5215" y="14718"/>
                    <a:pt x="5169" y="14713"/>
                    <a:pt x="5122" y="14701"/>
                  </a:cubicBezTo>
                  <a:cubicBezTo>
                    <a:pt x="4818" y="14623"/>
                    <a:pt x="4638" y="14316"/>
                    <a:pt x="4716" y="14012"/>
                  </a:cubicBezTo>
                  <a:cubicBezTo>
                    <a:pt x="5291" y="11765"/>
                    <a:pt x="7318" y="10196"/>
                    <a:pt x="9636" y="10196"/>
                  </a:cubicBezTo>
                  <a:close/>
                  <a:moveTo>
                    <a:pt x="9636" y="0"/>
                  </a:moveTo>
                  <a:cubicBezTo>
                    <a:pt x="4342" y="0"/>
                    <a:pt x="0" y="4343"/>
                    <a:pt x="0" y="9636"/>
                  </a:cubicBezTo>
                  <a:cubicBezTo>
                    <a:pt x="0" y="14930"/>
                    <a:pt x="4342" y="19272"/>
                    <a:pt x="9636" y="19272"/>
                  </a:cubicBezTo>
                  <a:cubicBezTo>
                    <a:pt x="14927" y="19272"/>
                    <a:pt x="19272" y="14930"/>
                    <a:pt x="19272" y="9636"/>
                  </a:cubicBezTo>
                  <a:cubicBezTo>
                    <a:pt x="19272" y="4343"/>
                    <a:pt x="14927" y="0"/>
                    <a:pt x="96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5167" name="Google Shape;5167;p60"/>
          <p:cNvGrpSpPr/>
          <p:nvPr/>
        </p:nvGrpSpPr>
        <p:grpSpPr>
          <a:xfrm>
            <a:off x="1276714" y="3951798"/>
            <a:ext cx="339253" cy="339253"/>
            <a:chOff x="5651375" y="3806450"/>
            <a:chExt cx="481825" cy="481825"/>
          </a:xfrm>
        </p:grpSpPr>
        <p:sp>
          <p:nvSpPr>
            <p:cNvPr id="5168" name="Google Shape;5168;p60"/>
            <p:cNvSpPr/>
            <p:nvPr/>
          </p:nvSpPr>
          <p:spPr>
            <a:xfrm>
              <a:off x="5793425" y="3976800"/>
              <a:ext cx="28250" cy="28275"/>
            </a:xfrm>
            <a:custGeom>
              <a:avLst/>
              <a:gdLst/>
              <a:ahLst/>
              <a:cxnLst/>
              <a:rect l="l" t="t" r="r" b="b"/>
              <a:pathLst>
                <a:path w="1130" h="1131" extrusionOk="0">
                  <a:moveTo>
                    <a:pt x="567" y="1"/>
                  </a:moveTo>
                  <a:cubicBezTo>
                    <a:pt x="253" y="1"/>
                    <a:pt x="0" y="251"/>
                    <a:pt x="0" y="564"/>
                  </a:cubicBezTo>
                  <a:cubicBezTo>
                    <a:pt x="0" y="877"/>
                    <a:pt x="253" y="1130"/>
                    <a:pt x="567" y="1130"/>
                  </a:cubicBezTo>
                  <a:cubicBezTo>
                    <a:pt x="877" y="1130"/>
                    <a:pt x="1130" y="877"/>
                    <a:pt x="1130" y="564"/>
                  </a:cubicBezTo>
                  <a:cubicBezTo>
                    <a:pt x="1130" y="251"/>
                    <a:pt x="877" y="1"/>
                    <a:pt x="5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169" name="Google Shape;5169;p60"/>
            <p:cNvSpPr/>
            <p:nvPr/>
          </p:nvSpPr>
          <p:spPr>
            <a:xfrm>
              <a:off x="5794475" y="4089725"/>
              <a:ext cx="195600" cy="84725"/>
            </a:xfrm>
            <a:custGeom>
              <a:avLst/>
              <a:gdLst/>
              <a:ahLst/>
              <a:cxnLst/>
              <a:rect l="l" t="t" r="r" b="b"/>
              <a:pathLst>
                <a:path w="7824" h="3389" extrusionOk="0">
                  <a:moveTo>
                    <a:pt x="1" y="1"/>
                  </a:moveTo>
                  <a:cubicBezTo>
                    <a:pt x="284" y="1943"/>
                    <a:pt x="1949" y="3385"/>
                    <a:pt x="3912" y="3388"/>
                  </a:cubicBezTo>
                  <a:cubicBezTo>
                    <a:pt x="5875" y="3385"/>
                    <a:pt x="7541" y="1943"/>
                    <a:pt x="782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170" name="Google Shape;5170;p60"/>
            <p:cNvSpPr/>
            <p:nvPr/>
          </p:nvSpPr>
          <p:spPr>
            <a:xfrm>
              <a:off x="5651375" y="3806450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6249" y="5686"/>
                  </a:moveTo>
                  <a:cubicBezTo>
                    <a:pt x="6932" y="5686"/>
                    <a:pt x="7549" y="6098"/>
                    <a:pt x="7811" y="6730"/>
                  </a:cubicBezTo>
                  <a:cubicBezTo>
                    <a:pt x="8073" y="7363"/>
                    <a:pt x="7929" y="8092"/>
                    <a:pt x="7444" y="8576"/>
                  </a:cubicBezTo>
                  <a:cubicBezTo>
                    <a:pt x="7122" y="8901"/>
                    <a:pt x="6689" y="9073"/>
                    <a:pt x="6248" y="9073"/>
                  </a:cubicBezTo>
                  <a:cubicBezTo>
                    <a:pt x="6029" y="9073"/>
                    <a:pt x="5808" y="9031"/>
                    <a:pt x="5598" y="8944"/>
                  </a:cubicBezTo>
                  <a:cubicBezTo>
                    <a:pt x="4966" y="8682"/>
                    <a:pt x="4553" y="8064"/>
                    <a:pt x="4553" y="7378"/>
                  </a:cubicBezTo>
                  <a:cubicBezTo>
                    <a:pt x="4556" y="6441"/>
                    <a:pt x="5312" y="5686"/>
                    <a:pt x="6249" y="5686"/>
                  </a:cubicBezTo>
                  <a:close/>
                  <a:moveTo>
                    <a:pt x="13024" y="5683"/>
                  </a:moveTo>
                  <a:cubicBezTo>
                    <a:pt x="13242" y="5683"/>
                    <a:pt x="13462" y="5725"/>
                    <a:pt x="13671" y="5812"/>
                  </a:cubicBezTo>
                  <a:cubicBezTo>
                    <a:pt x="14304" y="6074"/>
                    <a:pt x="14716" y="6691"/>
                    <a:pt x="14716" y="7378"/>
                  </a:cubicBezTo>
                  <a:cubicBezTo>
                    <a:pt x="14716" y="8314"/>
                    <a:pt x="13957" y="9073"/>
                    <a:pt x="13024" y="9073"/>
                  </a:cubicBezTo>
                  <a:cubicBezTo>
                    <a:pt x="12337" y="9073"/>
                    <a:pt x="11720" y="8658"/>
                    <a:pt x="11458" y="8025"/>
                  </a:cubicBezTo>
                  <a:cubicBezTo>
                    <a:pt x="11196" y="7393"/>
                    <a:pt x="11341" y="6664"/>
                    <a:pt x="11825" y="6179"/>
                  </a:cubicBezTo>
                  <a:cubicBezTo>
                    <a:pt x="12150" y="5855"/>
                    <a:pt x="12583" y="5683"/>
                    <a:pt x="13024" y="5683"/>
                  </a:cubicBezTo>
                  <a:close/>
                  <a:moveTo>
                    <a:pt x="14153" y="10202"/>
                  </a:moveTo>
                  <a:cubicBezTo>
                    <a:pt x="14463" y="10202"/>
                    <a:pt x="14716" y="10452"/>
                    <a:pt x="14716" y="10766"/>
                  </a:cubicBezTo>
                  <a:cubicBezTo>
                    <a:pt x="14716" y="13566"/>
                    <a:pt x="12437" y="15849"/>
                    <a:pt x="9636" y="15849"/>
                  </a:cubicBezTo>
                  <a:cubicBezTo>
                    <a:pt x="6833" y="15849"/>
                    <a:pt x="4553" y="13566"/>
                    <a:pt x="4553" y="10766"/>
                  </a:cubicBezTo>
                  <a:cubicBezTo>
                    <a:pt x="4553" y="10452"/>
                    <a:pt x="4806" y="10202"/>
                    <a:pt x="5119" y="10202"/>
                  </a:cubicBezTo>
                  <a:close/>
                  <a:moveTo>
                    <a:pt x="9636" y="0"/>
                  </a:moveTo>
                  <a:cubicBezTo>
                    <a:pt x="4342" y="0"/>
                    <a:pt x="0" y="4343"/>
                    <a:pt x="0" y="9636"/>
                  </a:cubicBezTo>
                  <a:cubicBezTo>
                    <a:pt x="0" y="14930"/>
                    <a:pt x="4342" y="19272"/>
                    <a:pt x="9636" y="19272"/>
                  </a:cubicBezTo>
                  <a:cubicBezTo>
                    <a:pt x="14927" y="19272"/>
                    <a:pt x="19272" y="14930"/>
                    <a:pt x="19272" y="9636"/>
                  </a:cubicBezTo>
                  <a:cubicBezTo>
                    <a:pt x="19272" y="4343"/>
                    <a:pt x="14930" y="0"/>
                    <a:pt x="96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171" name="Google Shape;5171;p60"/>
            <p:cNvSpPr/>
            <p:nvPr/>
          </p:nvSpPr>
          <p:spPr>
            <a:xfrm>
              <a:off x="5962800" y="3976800"/>
              <a:ext cx="28250" cy="28275"/>
            </a:xfrm>
            <a:custGeom>
              <a:avLst/>
              <a:gdLst/>
              <a:ahLst/>
              <a:cxnLst/>
              <a:rect l="l" t="t" r="r" b="b"/>
              <a:pathLst>
                <a:path w="1130" h="1131" extrusionOk="0">
                  <a:moveTo>
                    <a:pt x="567" y="1"/>
                  </a:moveTo>
                  <a:cubicBezTo>
                    <a:pt x="254" y="1"/>
                    <a:pt x="1" y="251"/>
                    <a:pt x="1" y="564"/>
                  </a:cubicBezTo>
                  <a:cubicBezTo>
                    <a:pt x="1" y="877"/>
                    <a:pt x="254" y="1130"/>
                    <a:pt x="567" y="1130"/>
                  </a:cubicBezTo>
                  <a:cubicBezTo>
                    <a:pt x="877" y="1130"/>
                    <a:pt x="1130" y="877"/>
                    <a:pt x="1130" y="564"/>
                  </a:cubicBezTo>
                  <a:cubicBezTo>
                    <a:pt x="1130" y="251"/>
                    <a:pt x="877" y="1"/>
                    <a:pt x="5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5172" name="Google Shape;5172;p60"/>
          <p:cNvGrpSpPr/>
          <p:nvPr/>
        </p:nvGrpSpPr>
        <p:grpSpPr>
          <a:xfrm>
            <a:off x="3153646" y="3953787"/>
            <a:ext cx="298503" cy="335275"/>
            <a:chOff x="6264300" y="3809300"/>
            <a:chExt cx="423950" cy="476175"/>
          </a:xfrm>
        </p:grpSpPr>
        <p:sp>
          <p:nvSpPr>
            <p:cNvPr id="5173" name="Google Shape;5173;p60"/>
            <p:cNvSpPr/>
            <p:nvPr/>
          </p:nvSpPr>
          <p:spPr>
            <a:xfrm>
              <a:off x="6346200" y="4002825"/>
              <a:ext cx="66950" cy="63225"/>
            </a:xfrm>
            <a:custGeom>
              <a:avLst/>
              <a:gdLst/>
              <a:ahLst/>
              <a:cxnLst/>
              <a:rect l="l" t="t" r="r" b="b"/>
              <a:pathLst>
                <a:path w="2678" h="2529" extrusionOk="0">
                  <a:moveTo>
                    <a:pt x="1365" y="1"/>
                  </a:moveTo>
                  <a:cubicBezTo>
                    <a:pt x="1058" y="1"/>
                    <a:pt x="751" y="118"/>
                    <a:pt x="516" y="351"/>
                  </a:cubicBezTo>
                  <a:cubicBezTo>
                    <a:pt x="272" y="598"/>
                    <a:pt x="88" y="992"/>
                    <a:pt x="46" y="1381"/>
                  </a:cubicBezTo>
                  <a:cubicBezTo>
                    <a:pt x="1" y="1757"/>
                    <a:pt x="88" y="2085"/>
                    <a:pt x="281" y="2281"/>
                  </a:cubicBezTo>
                  <a:cubicBezTo>
                    <a:pt x="454" y="2453"/>
                    <a:pt x="709" y="2528"/>
                    <a:pt x="985" y="2528"/>
                  </a:cubicBezTo>
                  <a:cubicBezTo>
                    <a:pt x="1425" y="2528"/>
                    <a:pt x="1917" y="2337"/>
                    <a:pt x="2211" y="2043"/>
                  </a:cubicBezTo>
                  <a:cubicBezTo>
                    <a:pt x="2678" y="1577"/>
                    <a:pt x="2678" y="818"/>
                    <a:pt x="2211" y="351"/>
                  </a:cubicBezTo>
                  <a:cubicBezTo>
                    <a:pt x="1978" y="118"/>
                    <a:pt x="1671" y="1"/>
                    <a:pt x="13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174" name="Google Shape;5174;p60"/>
            <p:cNvSpPr/>
            <p:nvPr/>
          </p:nvSpPr>
          <p:spPr>
            <a:xfrm>
              <a:off x="6539375" y="4002825"/>
              <a:ext cx="66950" cy="63200"/>
            </a:xfrm>
            <a:custGeom>
              <a:avLst/>
              <a:gdLst/>
              <a:ahLst/>
              <a:cxnLst/>
              <a:rect l="l" t="t" r="r" b="b"/>
              <a:pathLst>
                <a:path w="2678" h="2528" extrusionOk="0">
                  <a:moveTo>
                    <a:pt x="1314" y="1"/>
                  </a:moveTo>
                  <a:cubicBezTo>
                    <a:pt x="1007" y="1"/>
                    <a:pt x="701" y="118"/>
                    <a:pt x="468" y="351"/>
                  </a:cubicBezTo>
                  <a:cubicBezTo>
                    <a:pt x="1" y="818"/>
                    <a:pt x="1" y="1577"/>
                    <a:pt x="468" y="2043"/>
                  </a:cubicBezTo>
                  <a:cubicBezTo>
                    <a:pt x="761" y="2337"/>
                    <a:pt x="1252" y="2528"/>
                    <a:pt x="1691" y="2528"/>
                  </a:cubicBezTo>
                  <a:cubicBezTo>
                    <a:pt x="1968" y="2528"/>
                    <a:pt x="2224" y="2452"/>
                    <a:pt x="2398" y="2278"/>
                  </a:cubicBezTo>
                  <a:cubicBezTo>
                    <a:pt x="2591" y="2085"/>
                    <a:pt x="2678" y="1757"/>
                    <a:pt x="2633" y="1381"/>
                  </a:cubicBezTo>
                  <a:cubicBezTo>
                    <a:pt x="2588" y="992"/>
                    <a:pt x="2407" y="598"/>
                    <a:pt x="2160" y="351"/>
                  </a:cubicBezTo>
                  <a:cubicBezTo>
                    <a:pt x="1927" y="118"/>
                    <a:pt x="1620" y="1"/>
                    <a:pt x="131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175" name="Google Shape;5175;p60"/>
            <p:cNvSpPr/>
            <p:nvPr/>
          </p:nvSpPr>
          <p:spPr>
            <a:xfrm>
              <a:off x="6264300" y="3809300"/>
              <a:ext cx="423950" cy="476175"/>
            </a:xfrm>
            <a:custGeom>
              <a:avLst/>
              <a:gdLst/>
              <a:ahLst/>
              <a:cxnLst/>
              <a:rect l="l" t="t" r="r" b="b"/>
              <a:pathLst>
                <a:path w="16958" h="19047" extrusionOk="0">
                  <a:moveTo>
                    <a:pt x="4662" y="6571"/>
                  </a:moveTo>
                  <a:cubicBezTo>
                    <a:pt x="5263" y="6571"/>
                    <a:pt x="5864" y="6799"/>
                    <a:pt x="6324" y="7258"/>
                  </a:cubicBezTo>
                  <a:cubicBezTo>
                    <a:pt x="7249" y="8182"/>
                    <a:pt x="7240" y="9685"/>
                    <a:pt x="6303" y="10600"/>
                  </a:cubicBezTo>
                  <a:lnTo>
                    <a:pt x="6300" y="10600"/>
                  </a:lnTo>
                  <a:cubicBezTo>
                    <a:pt x="5791" y="11109"/>
                    <a:pt x="5014" y="11422"/>
                    <a:pt x="4268" y="11422"/>
                  </a:cubicBezTo>
                  <a:cubicBezTo>
                    <a:pt x="3705" y="11422"/>
                    <a:pt x="3154" y="11245"/>
                    <a:pt x="2744" y="10835"/>
                  </a:cubicBezTo>
                  <a:cubicBezTo>
                    <a:pt x="2301" y="10393"/>
                    <a:pt x="2094" y="9718"/>
                    <a:pt x="2181" y="8992"/>
                  </a:cubicBezTo>
                  <a:cubicBezTo>
                    <a:pt x="2256" y="8336"/>
                    <a:pt x="2548" y="7713"/>
                    <a:pt x="2982" y="7279"/>
                  </a:cubicBezTo>
                  <a:cubicBezTo>
                    <a:pt x="3442" y="6807"/>
                    <a:pt x="4052" y="6571"/>
                    <a:pt x="4662" y="6571"/>
                  </a:cubicBezTo>
                  <a:close/>
                  <a:moveTo>
                    <a:pt x="12317" y="6589"/>
                  </a:moveTo>
                  <a:cubicBezTo>
                    <a:pt x="12918" y="6589"/>
                    <a:pt x="13520" y="6818"/>
                    <a:pt x="13979" y="7276"/>
                  </a:cubicBezTo>
                  <a:cubicBezTo>
                    <a:pt x="14873" y="8173"/>
                    <a:pt x="15165" y="9884"/>
                    <a:pt x="14214" y="10835"/>
                  </a:cubicBezTo>
                  <a:cubicBezTo>
                    <a:pt x="13804" y="11245"/>
                    <a:pt x="13256" y="11422"/>
                    <a:pt x="12690" y="11422"/>
                  </a:cubicBezTo>
                  <a:cubicBezTo>
                    <a:pt x="11943" y="11422"/>
                    <a:pt x="11166" y="11109"/>
                    <a:pt x="10658" y="10600"/>
                  </a:cubicBezTo>
                  <a:cubicBezTo>
                    <a:pt x="9739" y="9682"/>
                    <a:pt x="9739" y="8194"/>
                    <a:pt x="10658" y="7276"/>
                  </a:cubicBezTo>
                  <a:cubicBezTo>
                    <a:pt x="11115" y="6818"/>
                    <a:pt x="11716" y="6589"/>
                    <a:pt x="12317" y="6589"/>
                  </a:cubicBezTo>
                  <a:close/>
                  <a:moveTo>
                    <a:pt x="8479" y="10841"/>
                  </a:moveTo>
                  <a:cubicBezTo>
                    <a:pt x="8669" y="10841"/>
                    <a:pt x="8858" y="10933"/>
                    <a:pt x="8971" y="11118"/>
                  </a:cubicBezTo>
                  <a:lnTo>
                    <a:pt x="10266" y="13238"/>
                  </a:lnTo>
                  <a:cubicBezTo>
                    <a:pt x="10435" y="13509"/>
                    <a:pt x="10347" y="13865"/>
                    <a:pt x="10076" y="14030"/>
                  </a:cubicBezTo>
                  <a:lnTo>
                    <a:pt x="10073" y="14030"/>
                  </a:lnTo>
                  <a:cubicBezTo>
                    <a:pt x="9980" y="14087"/>
                    <a:pt x="9877" y="14114"/>
                    <a:pt x="9775" y="14114"/>
                  </a:cubicBezTo>
                  <a:cubicBezTo>
                    <a:pt x="9582" y="14114"/>
                    <a:pt x="9393" y="14016"/>
                    <a:pt x="9284" y="13840"/>
                  </a:cubicBezTo>
                  <a:lnTo>
                    <a:pt x="8480" y="12522"/>
                  </a:lnTo>
                  <a:lnTo>
                    <a:pt x="7673" y="13840"/>
                  </a:lnTo>
                  <a:cubicBezTo>
                    <a:pt x="7565" y="14018"/>
                    <a:pt x="7376" y="14115"/>
                    <a:pt x="7182" y="14115"/>
                  </a:cubicBezTo>
                  <a:cubicBezTo>
                    <a:pt x="7079" y="14115"/>
                    <a:pt x="6975" y="14088"/>
                    <a:pt x="6881" y="14030"/>
                  </a:cubicBezTo>
                  <a:cubicBezTo>
                    <a:pt x="6610" y="13862"/>
                    <a:pt x="6526" y="13509"/>
                    <a:pt x="6692" y="13238"/>
                  </a:cubicBezTo>
                  <a:lnTo>
                    <a:pt x="7987" y="11118"/>
                  </a:lnTo>
                  <a:cubicBezTo>
                    <a:pt x="8100" y="10933"/>
                    <a:pt x="8289" y="10841"/>
                    <a:pt x="8479" y="10841"/>
                  </a:cubicBezTo>
                  <a:close/>
                  <a:moveTo>
                    <a:pt x="8474" y="1"/>
                  </a:moveTo>
                  <a:cubicBezTo>
                    <a:pt x="3801" y="1"/>
                    <a:pt x="1" y="3840"/>
                    <a:pt x="1" y="8553"/>
                  </a:cubicBezTo>
                  <a:lnTo>
                    <a:pt x="1" y="11856"/>
                  </a:lnTo>
                  <a:cubicBezTo>
                    <a:pt x="1" y="12883"/>
                    <a:pt x="449" y="13862"/>
                    <a:pt x="1229" y="14530"/>
                  </a:cubicBezTo>
                  <a:lnTo>
                    <a:pt x="2934" y="16000"/>
                  </a:lnTo>
                  <a:lnTo>
                    <a:pt x="2934" y="18472"/>
                  </a:lnTo>
                  <a:cubicBezTo>
                    <a:pt x="2934" y="18788"/>
                    <a:pt x="3193" y="19047"/>
                    <a:pt x="3512" y="19047"/>
                  </a:cubicBezTo>
                  <a:lnTo>
                    <a:pt x="5183" y="19047"/>
                  </a:lnTo>
                  <a:lnTo>
                    <a:pt x="5183" y="16536"/>
                  </a:lnTo>
                  <a:cubicBezTo>
                    <a:pt x="5192" y="16222"/>
                    <a:pt x="5448" y="15975"/>
                    <a:pt x="5761" y="15975"/>
                  </a:cubicBezTo>
                  <a:cubicBezTo>
                    <a:pt x="6071" y="15975"/>
                    <a:pt x="6327" y="16222"/>
                    <a:pt x="6336" y="16536"/>
                  </a:cubicBezTo>
                  <a:lnTo>
                    <a:pt x="6336" y="19047"/>
                  </a:lnTo>
                  <a:lnTo>
                    <a:pt x="7905" y="19047"/>
                  </a:lnTo>
                  <a:lnTo>
                    <a:pt x="7905" y="16536"/>
                  </a:lnTo>
                  <a:cubicBezTo>
                    <a:pt x="7905" y="16219"/>
                    <a:pt x="8161" y="15960"/>
                    <a:pt x="8480" y="15960"/>
                  </a:cubicBezTo>
                  <a:cubicBezTo>
                    <a:pt x="8797" y="15960"/>
                    <a:pt x="9056" y="16219"/>
                    <a:pt x="9056" y="16536"/>
                  </a:cubicBezTo>
                  <a:lnTo>
                    <a:pt x="9056" y="19047"/>
                  </a:lnTo>
                  <a:lnTo>
                    <a:pt x="10624" y="19047"/>
                  </a:lnTo>
                  <a:lnTo>
                    <a:pt x="10624" y="16536"/>
                  </a:lnTo>
                  <a:cubicBezTo>
                    <a:pt x="10630" y="16222"/>
                    <a:pt x="10886" y="15975"/>
                    <a:pt x="11200" y="15975"/>
                  </a:cubicBezTo>
                  <a:cubicBezTo>
                    <a:pt x="11513" y="15975"/>
                    <a:pt x="11766" y="16222"/>
                    <a:pt x="11775" y="16536"/>
                  </a:cubicBezTo>
                  <a:lnTo>
                    <a:pt x="11775" y="19047"/>
                  </a:lnTo>
                  <a:lnTo>
                    <a:pt x="13449" y="19047"/>
                  </a:lnTo>
                  <a:cubicBezTo>
                    <a:pt x="13765" y="19044"/>
                    <a:pt x="14024" y="18788"/>
                    <a:pt x="14024" y="18469"/>
                  </a:cubicBezTo>
                  <a:lnTo>
                    <a:pt x="14024" y="15997"/>
                  </a:lnTo>
                  <a:lnTo>
                    <a:pt x="15729" y="14530"/>
                  </a:lnTo>
                  <a:cubicBezTo>
                    <a:pt x="16508" y="13859"/>
                    <a:pt x="16957" y="12883"/>
                    <a:pt x="16957" y="11853"/>
                  </a:cubicBezTo>
                  <a:lnTo>
                    <a:pt x="16957" y="8462"/>
                  </a:lnTo>
                  <a:cubicBezTo>
                    <a:pt x="16948" y="3786"/>
                    <a:pt x="13154" y="1"/>
                    <a:pt x="848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5176" name="Google Shape;5176;p60"/>
          <p:cNvGrpSpPr/>
          <p:nvPr/>
        </p:nvGrpSpPr>
        <p:grpSpPr>
          <a:xfrm>
            <a:off x="5032267" y="3538881"/>
            <a:ext cx="340573" cy="339271"/>
            <a:chOff x="898875" y="4399275"/>
            <a:chExt cx="483700" cy="481850"/>
          </a:xfrm>
        </p:grpSpPr>
        <p:sp>
          <p:nvSpPr>
            <p:cNvPr id="5177" name="Google Shape;5177;p60"/>
            <p:cNvSpPr/>
            <p:nvPr/>
          </p:nvSpPr>
          <p:spPr>
            <a:xfrm>
              <a:off x="992750" y="4642900"/>
              <a:ext cx="145300" cy="144100"/>
            </a:xfrm>
            <a:custGeom>
              <a:avLst/>
              <a:gdLst/>
              <a:ahLst/>
              <a:cxnLst/>
              <a:rect l="l" t="t" r="r" b="b"/>
              <a:pathLst>
                <a:path w="5812" h="5764" extrusionOk="0">
                  <a:moveTo>
                    <a:pt x="994" y="0"/>
                  </a:moveTo>
                  <a:lnTo>
                    <a:pt x="988" y="12"/>
                  </a:lnTo>
                  <a:cubicBezTo>
                    <a:pt x="988" y="9"/>
                    <a:pt x="991" y="6"/>
                    <a:pt x="991" y="3"/>
                  </a:cubicBezTo>
                  <a:lnTo>
                    <a:pt x="991" y="3"/>
                  </a:lnTo>
                  <a:lnTo>
                    <a:pt x="979" y="27"/>
                  </a:lnTo>
                  <a:lnTo>
                    <a:pt x="108" y="1759"/>
                  </a:lnTo>
                  <a:cubicBezTo>
                    <a:pt x="0" y="1976"/>
                    <a:pt x="42" y="2241"/>
                    <a:pt x="214" y="2415"/>
                  </a:cubicBezTo>
                  <a:lnTo>
                    <a:pt x="3397" y="5598"/>
                  </a:lnTo>
                  <a:cubicBezTo>
                    <a:pt x="3506" y="5707"/>
                    <a:pt x="3649" y="5763"/>
                    <a:pt x="3795" y="5763"/>
                  </a:cubicBezTo>
                  <a:cubicBezTo>
                    <a:pt x="3883" y="5763"/>
                    <a:pt x="3971" y="5743"/>
                    <a:pt x="4053" y="5701"/>
                  </a:cubicBezTo>
                  <a:lnTo>
                    <a:pt x="5797" y="4827"/>
                  </a:lnTo>
                  <a:lnTo>
                    <a:pt x="5800" y="4824"/>
                  </a:lnTo>
                  <a:lnTo>
                    <a:pt x="5812" y="4818"/>
                  </a:lnTo>
                  <a:lnTo>
                    <a:pt x="99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178" name="Google Shape;5178;p60"/>
            <p:cNvSpPr/>
            <p:nvPr/>
          </p:nvSpPr>
          <p:spPr>
            <a:xfrm>
              <a:off x="1138025" y="47633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179" name="Google Shape;5179;p60"/>
            <p:cNvSpPr/>
            <p:nvPr/>
          </p:nvSpPr>
          <p:spPr>
            <a:xfrm>
              <a:off x="1269550" y="4399275"/>
              <a:ext cx="113025" cy="112125"/>
            </a:xfrm>
            <a:custGeom>
              <a:avLst/>
              <a:gdLst/>
              <a:ahLst/>
              <a:cxnLst/>
              <a:rect l="l" t="t" r="r" b="b"/>
              <a:pathLst>
                <a:path w="4521" h="4485" extrusionOk="0">
                  <a:moveTo>
                    <a:pt x="3066" y="1"/>
                  </a:moveTo>
                  <a:cubicBezTo>
                    <a:pt x="1947" y="1"/>
                    <a:pt x="938" y="82"/>
                    <a:pt x="0" y="239"/>
                  </a:cubicBezTo>
                  <a:lnTo>
                    <a:pt x="9" y="895"/>
                  </a:lnTo>
                  <a:cubicBezTo>
                    <a:pt x="34" y="2862"/>
                    <a:pt x="1623" y="4452"/>
                    <a:pt x="3590" y="4476"/>
                  </a:cubicBezTo>
                  <a:lnTo>
                    <a:pt x="4243" y="4485"/>
                  </a:lnTo>
                  <a:cubicBezTo>
                    <a:pt x="4439" y="3313"/>
                    <a:pt x="4520" y="2028"/>
                    <a:pt x="4469" y="561"/>
                  </a:cubicBezTo>
                  <a:cubicBezTo>
                    <a:pt x="4457" y="266"/>
                    <a:pt x="4219" y="28"/>
                    <a:pt x="3924" y="16"/>
                  </a:cubicBezTo>
                  <a:cubicBezTo>
                    <a:pt x="3631" y="6"/>
                    <a:pt x="3345" y="1"/>
                    <a:pt x="3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180" name="Google Shape;5180;p60"/>
            <p:cNvSpPr/>
            <p:nvPr/>
          </p:nvSpPr>
          <p:spPr>
            <a:xfrm>
              <a:off x="1161975" y="4531175"/>
              <a:ext cx="91400" cy="84350"/>
            </a:xfrm>
            <a:custGeom>
              <a:avLst/>
              <a:gdLst/>
              <a:ahLst/>
              <a:cxnLst/>
              <a:rect l="l" t="t" r="r" b="b"/>
              <a:pathLst>
                <a:path w="3656" h="3374" extrusionOk="0">
                  <a:moveTo>
                    <a:pt x="1821" y="1"/>
                  </a:moveTo>
                  <a:cubicBezTo>
                    <a:pt x="1137" y="1"/>
                    <a:pt x="523" y="415"/>
                    <a:pt x="262" y="1046"/>
                  </a:cubicBezTo>
                  <a:cubicBezTo>
                    <a:pt x="0" y="1678"/>
                    <a:pt x="145" y="2410"/>
                    <a:pt x="633" y="2894"/>
                  </a:cubicBezTo>
                  <a:cubicBezTo>
                    <a:pt x="952" y="3214"/>
                    <a:pt x="1391" y="3373"/>
                    <a:pt x="1830" y="3373"/>
                  </a:cubicBezTo>
                  <a:cubicBezTo>
                    <a:pt x="2269" y="3373"/>
                    <a:pt x="2707" y="3214"/>
                    <a:pt x="3027" y="2894"/>
                  </a:cubicBezTo>
                  <a:cubicBezTo>
                    <a:pt x="3511" y="2410"/>
                    <a:pt x="3656" y="1681"/>
                    <a:pt x="3394" y="1046"/>
                  </a:cubicBezTo>
                  <a:cubicBezTo>
                    <a:pt x="3132" y="413"/>
                    <a:pt x="2515" y="1"/>
                    <a:pt x="1828" y="1"/>
                  </a:cubicBezTo>
                  <a:cubicBezTo>
                    <a:pt x="1826" y="1"/>
                    <a:pt x="1823" y="1"/>
                    <a:pt x="182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181" name="Google Shape;5181;p60"/>
            <p:cNvSpPr/>
            <p:nvPr/>
          </p:nvSpPr>
          <p:spPr>
            <a:xfrm>
              <a:off x="1031050" y="4411100"/>
              <a:ext cx="338650" cy="338725"/>
            </a:xfrm>
            <a:custGeom>
              <a:avLst/>
              <a:gdLst/>
              <a:ahLst/>
              <a:cxnLst/>
              <a:rect l="l" t="t" r="r" b="b"/>
              <a:pathLst>
                <a:path w="13546" h="13549" extrusionOk="0">
                  <a:moveTo>
                    <a:pt x="7066" y="3673"/>
                  </a:moveTo>
                  <a:cubicBezTo>
                    <a:pt x="7800" y="3673"/>
                    <a:pt x="8522" y="3960"/>
                    <a:pt x="9062" y="4500"/>
                  </a:cubicBezTo>
                  <a:cubicBezTo>
                    <a:pt x="10170" y="5602"/>
                    <a:pt x="10170" y="7393"/>
                    <a:pt x="9062" y="8492"/>
                  </a:cubicBezTo>
                  <a:cubicBezTo>
                    <a:pt x="8522" y="9032"/>
                    <a:pt x="7800" y="9319"/>
                    <a:pt x="7066" y="9319"/>
                  </a:cubicBezTo>
                  <a:cubicBezTo>
                    <a:pt x="6702" y="9319"/>
                    <a:pt x="6334" y="9248"/>
                    <a:pt x="5984" y="9104"/>
                  </a:cubicBezTo>
                  <a:cubicBezTo>
                    <a:pt x="4930" y="8667"/>
                    <a:pt x="4244" y="7637"/>
                    <a:pt x="4244" y="6496"/>
                  </a:cubicBezTo>
                  <a:cubicBezTo>
                    <a:pt x="4244" y="5355"/>
                    <a:pt x="4930" y="4325"/>
                    <a:pt x="5984" y="3888"/>
                  </a:cubicBezTo>
                  <a:cubicBezTo>
                    <a:pt x="6334" y="3744"/>
                    <a:pt x="6702" y="3673"/>
                    <a:pt x="7066" y="3673"/>
                  </a:cubicBezTo>
                  <a:close/>
                  <a:moveTo>
                    <a:pt x="3868" y="9124"/>
                  </a:moveTo>
                  <a:cubicBezTo>
                    <a:pt x="4006" y="9124"/>
                    <a:pt x="4147" y="9176"/>
                    <a:pt x="4262" y="9290"/>
                  </a:cubicBezTo>
                  <a:cubicBezTo>
                    <a:pt x="4481" y="9510"/>
                    <a:pt x="4481" y="9869"/>
                    <a:pt x="4262" y="10088"/>
                  </a:cubicBezTo>
                  <a:cubicBezTo>
                    <a:pt x="4147" y="10204"/>
                    <a:pt x="4005" y="10255"/>
                    <a:pt x="3866" y="10255"/>
                  </a:cubicBezTo>
                  <a:cubicBezTo>
                    <a:pt x="3576" y="10255"/>
                    <a:pt x="3298" y="10031"/>
                    <a:pt x="3298" y="9691"/>
                  </a:cubicBezTo>
                  <a:cubicBezTo>
                    <a:pt x="3298" y="9350"/>
                    <a:pt x="3577" y="9124"/>
                    <a:pt x="3868" y="9124"/>
                  </a:cubicBezTo>
                  <a:close/>
                  <a:moveTo>
                    <a:pt x="8414" y="1"/>
                  </a:moveTo>
                  <a:cubicBezTo>
                    <a:pt x="6466" y="507"/>
                    <a:pt x="4888" y="1425"/>
                    <a:pt x="3518" y="2846"/>
                  </a:cubicBezTo>
                  <a:cubicBezTo>
                    <a:pt x="2169" y="4244"/>
                    <a:pt x="1000" y="6282"/>
                    <a:pt x="1" y="8212"/>
                  </a:cubicBezTo>
                  <a:lnTo>
                    <a:pt x="5337" y="13548"/>
                  </a:lnTo>
                  <a:cubicBezTo>
                    <a:pt x="7267" y="12549"/>
                    <a:pt x="9309" y="11380"/>
                    <a:pt x="10706" y="10031"/>
                  </a:cubicBezTo>
                  <a:cubicBezTo>
                    <a:pt x="12124" y="8664"/>
                    <a:pt x="13039" y="7086"/>
                    <a:pt x="13545" y="5138"/>
                  </a:cubicBezTo>
                  <a:lnTo>
                    <a:pt x="13112" y="5129"/>
                  </a:lnTo>
                  <a:cubicBezTo>
                    <a:pt x="10534" y="5099"/>
                    <a:pt x="8453" y="3015"/>
                    <a:pt x="8420" y="440"/>
                  </a:cubicBezTo>
                  <a:lnTo>
                    <a:pt x="84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182" name="Google Shape;5182;p60"/>
            <p:cNvSpPr/>
            <p:nvPr/>
          </p:nvSpPr>
          <p:spPr>
            <a:xfrm>
              <a:off x="1130500" y="4740450"/>
              <a:ext cx="108950" cy="111250"/>
            </a:xfrm>
            <a:custGeom>
              <a:avLst/>
              <a:gdLst/>
              <a:ahLst/>
              <a:cxnLst/>
              <a:rect l="l" t="t" r="r" b="b"/>
              <a:pathLst>
                <a:path w="4358" h="4450" extrusionOk="0">
                  <a:moveTo>
                    <a:pt x="4358" y="1"/>
                  </a:moveTo>
                  <a:lnTo>
                    <a:pt x="4358" y="1"/>
                  </a:lnTo>
                  <a:cubicBezTo>
                    <a:pt x="2906" y="877"/>
                    <a:pt x="1437" y="1609"/>
                    <a:pt x="1" y="2332"/>
                  </a:cubicBezTo>
                  <a:cubicBezTo>
                    <a:pt x="58" y="3090"/>
                    <a:pt x="112" y="3789"/>
                    <a:pt x="118" y="3882"/>
                  </a:cubicBezTo>
                  <a:cubicBezTo>
                    <a:pt x="118" y="4211"/>
                    <a:pt x="387" y="4450"/>
                    <a:pt x="683" y="4450"/>
                  </a:cubicBezTo>
                  <a:cubicBezTo>
                    <a:pt x="767" y="4450"/>
                    <a:pt x="854" y="4430"/>
                    <a:pt x="937" y="4388"/>
                  </a:cubicBezTo>
                  <a:cubicBezTo>
                    <a:pt x="1039" y="4295"/>
                    <a:pt x="3858" y="3208"/>
                    <a:pt x="43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183" name="Google Shape;5183;p60"/>
            <p:cNvSpPr/>
            <p:nvPr/>
          </p:nvSpPr>
          <p:spPr>
            <a:xfrm>
              <a:off x="927325" y="4539825"/>
              <a:ext cx="114150" cy="109800"/>
            </a:xfrm>
            <a:custGeom>
              <a:avLst/>
              <a:gdLst/>
              <a:ahLst/>
              <a:cxnLst/>
              <a:rect l="l" t="t" r="r" b="b"/>
              <a:pathLst>
                <a:path w="4566" h="4392" extrusionOk="0">
                  <a:moveTo>
                    <a:pt x="4565" y="1"/>
                  </a:moveTo>
                  <a:lnTo>
                    <a:pt x="4565" y="1"/>
                  </a:lnTo>
                  <a:cubicBezTo>
                    <a:pt x="1268" y="459"/>
                    <a:pt x="184" y="3334"/>
                    <a:pt x="91" y="3437"/>
                  </a:cubicBezTo>
                  <a:cubicBezTo>
                    <a:pt x="0" y="3611"/>
                    <a:pt x="9" y="3822"/>
                    <a:pt x="112" y="3988"/>
                  </a:cubicBezTo>
                  <a:cubicBezTo>
                    <a:pt x="295" y="4286"/>
                    <a:pt x="606" y="4232"/>
                    <a:pt x="723" y="4256"/>
                  </a:cubicBezTo>
                  <a:lnTo>
                    <a:pt x="2214" y="4391"/>
                  </a:lnTo>
                  <a:cubicBezTo>
                    <a:pt x="2945" y="2928"/>
                    <a:pt x="3680" y="1458"/>
                    <a:pt x="45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184" name="Google Shape;5184;p60"/>
            <p:cNvSpPr/>
            <p:nvPr/>
          </p:nvSpPr>
          <p:spPr>
            <a:xfrm>
              <a:off x="898875" y="4711550"/>
              <a:ext cx="170825" cy="169575"/>
            </a:xfrm>
            <a:custGeom>
              <a:avLst/>
              <a:gdLst/>
              <a:ahLst/>
              <a:cxnLst/>
              <a:rect l="l" t="t" r="r" b="b"/>
              <a:pathLst>
                <a:path w="6833" h="6783" extrusionOk="0">
                  <a:moveTo>
                    <a:pt x="2846" y="1"/>
                  </a:moveTo>
                  <a:cubicBezTo>
                    <a:pt x="1747" y="1052"/>
                    <a:pt x="503" y="4602"/>
                    <a:pt x="63" y="6050"/>
                  </a:cubicBezTo>
                  <a:cubicBezTo>
                    <a:pt x="0" y="6252"/>
                    <a:pt x="54" y="6469"/>
                    <a:pt x="202" y="6616"/>
                  </a:cubicBezTo>
                  <a:cubicBezTo>
                    <a:pt x="309" y="6724"/>
                    <a:pt x="454" y="6782"/>
                    <a:pt x="602" y="6782"/>
                  </a:cubicBezTo>
                  <a:cubicBezTo>
                    <a:pt x="656" y="6782"/>
                    <a:pt x="711" y="6774"/>
                    <a:pt x="765" y="6758"/>
                  </a:cubicBezTo>
                  <a:cubicBezTo>
                    <a:pt x="2225" y="6318"/>
                    <a:pt x="5782" y="5084"/>
                    <a:pt x="6833" y="3981"/>
                  </a:cubicBezTo>
                  <a:cubicBezTo>
                    <a:pt x="6655" y="3900"/>
                    <a:pt x="6492" y="3789"/>
                    <a:pt x="6354" y="3650"/>
                  </a:cubicBezTo>
                  <a:lnTo>
                    <a:pt x="5167" y="2464"/>
                  </a:lnTo>
                  <a:lnTo>
                    <a:pt x="4767" y="2861"/>
                  </a:lnTo>
                  <a:cubicBezTo>
                    <a:pt x="4658" y="2967"/>
                    <a:pt x="4517" y="3020"/>
                    <a:pt x="4375" y="3020"/>
                  </a:cubicBezTo>
                  <a:cubicBezTo>
                    <a:pt x="4231" y="3020"/>
                    <a:pt x="4086" y="2965"/>
                    <a:pt x="3975" y="2855"/>
                  </a:cubicBezTo>
                  <a:cubicBezTo>
                    <a:pt x="3758" y="2638"/>
                    <a:pt x="3755" y="2286"/>
                    <a:pt x="3969" y="2063"/>
                  </a:cubicBezTo>
                  <a:lnTo>
                    <a:pt x="4369" y="1663"/>
                  </a:lnTo>
                  <a:lnTo>
                    <a:pt x="3171" y="464"/>
                  </a:lnTo>
                  <a:cubicBezTo>
                    <a:pt x="3035" y="329"/>
                    <a:pt x="2927" y="172"/>
                    <a:pt x="28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5185" name="Google Shape;5185;p60"/>
          <p:cNvGrpSpPr/>
          <p:nvPr/>
        </p:nvGrpSpPr>
        <p:grpSpPr>
          <a:xfrm>
            <a:off x="5466000" y="3554133"/>
            <a:ext cx="339253" cy="308765"/>
            <a:chOff x="1492675" y="4420975"/>
            <a:chExt cx="481825" cy="438525"/>
          </a:xfrm>
        </p:grpSpPr>
        <p:sp>
          <p:nvSpPr>
            <p:cNvPr id="5186" name="Google Shape;5186;p60"/>
            <p:cNvSpPr/>
            <p:nvPr/>
          </p:nvSpPr>
          <p:spPr>
            <a:xfrm>
              <a:off x="1841375" y="4649825"/>
              <a:ext cx="43325" cy="43300"/>
            </a:xfrm>
            <a:custGeom>
              <a:avLst/>
              <a:gdLst/>
              <a:ahLst/>
              <a:cxnLst/>
              <a:rect l="l" t="t" r="r" b="b"/>
              <a:pathLst>
                <a:path w="1733" h="1732" extrusionOk="0">
                  <a:moveTo>
                    <a:pt x="868" y="0"/>
                  </a:moveTo>
                  <a:cubicBezTo>
                    <a:pt x="389" y="0"/>
                    <a:pt x="1" y="386"/>
                    <a:pt x="1" y="865"/>
                  </a:cubicBezTo>
                  <a:cubicBezTo>
                    <a:pt x="1" y="1343"/>
                    <a:pt x="389" y="1732"/>
                    <a:pt x="868" y="1732"/>
                  </a:cubicBezTo>
                  <a:cubicBezTo>
                    <a:pt x="1347" y="1732"/>
                    <a:pt x="1732" y="1343"/>
                    <a:pt x="1732" y="865"/>
                  </a:cubicBezTo>
                  <a:cubicBezTo>
                    <a:pt x="1732" y="386"/>
                    <a:pt x="1347" y="0"/>
                    <a:pt x="86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187" name="Google Shape;5187;p60"/>
            <p:cNvSpPr/>
            <p:nvPr/>
          </p:nvSpPr>
          <p:spPr>
            <a:xfrm>
              <a:off x="1582425" y="4649825"/>
              <a:ext cx="43300" cy="43300"/>
            </a:xfrm>
            <a:custGeom>
              <a:avLst/>
              <a:gdLst/>
              <a:ahLst/>
              <a:cxnLst/>
              <a:rect l="l" t="t" r="r" b="b"/>
              <a:pathLst>
                <a:path w="1732" h="1732" extrusionOk="0">
                  <a:moveTo>
                    <a:pt x="864" y="0"/>
                  </a:moveTo>
                  <a:cubicBezTo>
                    <a:pt x="386" y="0"/>
                    <a:pt x="0" y="386"/>
                    <a:pt x="0" y="865"/>
                  </a:cubicBezTo>
                  <a:cubicBezTo>
                    <a:pt x="0" y="1343"/>
                    <a:pt x="386" y="1732"/>
                    <a:pt x="864" y="1732"/>
                  </a:cubicBezTo>
                  <a:cubicBezTo>
                    <a:pt x="1343" y="1732"/>
                    <a:pt x="1732" y="1343"/>
                    <a:pt x="1732" y="865"/>
                  </a:cubicBezTo>
                  <a:cubicBezTo>
                    <a:pt x="1732" y="386"/>
                    <a:pt x="1343" y="0"/>
                    <a:pt x="8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188" name="Google Shape;5188;p60"/>
            <p:cNvSpPr/>
            <p:nvPr/>
          </p:nvSpPr>
          <p:spPr>
            <a:xfrm>
              <a:off x="1492675" y="4420975"/>
              <a:ext cx="481825" cy="356475"/>
            </a:xfrm>
            <a:custGeom>
              <a:avLst/>
              <a:gdLst/>
              <a:ahLst/>
              <a:cxnLst/>
              <a:rect l="l" t="t" r="r" b="b"/>
              <a:pathLst>
                <a:path w="19273" h="14259" extrusionOk="0">
                  <a:moveTo>
                    <a:pt x="12783" y="1126"/>
                  </a:moveTo>
                  <a:cubicBezTo>
                    <a:pt x="14322" y="1126"/>
                    <a:pt x="15629" y="2382"/>
                    <a:pt x="15822" y="4047"/>
                  </a:cubicBezTo>
                  <a:cubicBezTo>
                    <a:pt x="15825" y="4065"/>
                    <a:pt x="15828" y="4083"/>
                    <a:pt x="15831" y="4099"/>
                  </a:cubicBezTo>
                  <a:lnTo>
                    <a:pt x="16198" y="5854"/>
                  </a:lnTo>
                  <a:lnTo>
                    <a:pt x="9381" y="5854"/>
                  </a:lnTo>
                  <a:lnTo>
                    <a:pt x="11672" y="4099"/>
                  </a:lnTo>
                  <a:cubicBezTo>
                    <a:pt x="11925" y="3909"/>
                    <a:pt x="11973" y="3550"/>
                    <a:pt x="11784" y="3301"/>
                  </a:cubicBezTo>
                  <a:cubicBezTo>
                    <a:pt x="11672" y="3157"/>
                    <a:pt x="11504" y="3082"/>
                    <a:pt x="11334" y="3082"/>
                  </a:cubicBezTo>
                  <a:cubicBezTo>
                    <a:pt x="11212" y="3082"/>
                    <a:pt x="11089" y="3121"/>
                    <a:pt x="10986" y="3201"/>
                  </a:cubicBezTo>
                  <a:lnTo>
                    <a:pt x="7598" y="5800"/>
                  </a:lnTo>
                  <a:cubicBezTo>
                    <a:pt x="7577" y="5818"/>
                    <a:pt x="7556" y="5836"/>
                    <a:pt x="7535" y="5854"/>
                  </a:cubicBezTo>
                  <a:lnTo>
                    <a:pt x="3072" y="5854"/>
                  </a:lnTo>
                  <a:lnTo>
                    <a:pt x="3440" y="4099"/>
                  </a:lnTo>
                  <a:cubicBezTo>
                    <a:pt x="3446" y="4083"/>
                    <a:pt x="3446" y="4065"/>
                    <a:pt x="3449" y="4047"/>
                  </a:cubicBezTo>
                  <a:cubicBezTo>
                    <a:pt x="3641" y="2382"/>
                    <a:pt x="4948" y="1126"/>
                    <a:pt x="6490" y="1126"/>
                  </a:cubicBezTo>
                  <a:close/>
                  <a:moveTo>
                    <a:pt x="11404" y="9606"/>
                  </a:moveTo>
                  <a:cubicBezTo>
                    <a:pt x="11718" y="9606"/>
                    <a:pt x="11967" y="9856"/>
                    <a:pt x="11967" y="10169"/>
                  </a:cubicBezTo>
                  <a:cubicBezTo>
                    <a:pt x="11967" y="10482"/>
                    <a:pt x="11718" y="10735"/>
                    <a:pt x="11404" y="10735"/>
                  </a:cubicBezTo>
                  <a:lnTo>
                    <a:pt x="7755" y="10735"/>
                  </a:lnTo>
                  <a:cubicBezTo>
                    <a:pt x="7442" y="10735"/>
                    <a:pt x="7189" y="10482"/>
                    <a:pt x="7189" y="10169"/>
                  </a:cubicBezTo>
                  <a:cubicBezTo>
                    <a:pt x="7189" y="9856"/>
                    <a:pt x="7442" y="9606"/>
                    <a:pt x="7755" y="9606"/>
                  </a:cubicBezTo>
                  <a:close/>
                  <a:moveTo>
                    <a:pt x="4457" y="8025"/>
                  </a:moveTo>
                  <a:cubicBezTo>
                    <a:pt x="5264" y="8025"/>
                    <a:pt x="5990" y="8510"/>
                    <a:pt x="6300" y="9254"/>
                  </a:cubicBezTo>
                  <a:cubicBezTo>
                    <a:pt x="6607" y="10001"/>
                    <a:pt x="6439" y="10859"/>
                    <a:pt x="5867" y="11428"/>
                  </a:cubicBezTo>
                  <a:cubicBezTo>
                    <a:pt x="5486" y="11811"/>
                    <a:pt x="4976" y="12014"/>
                    <a:pt x="4456" y="12014"/>
                  </a:cubicBezTo>
                  <a:cubicBezTo>
                    <a:pt x="4199" y="12014"/>
                    <a:pt x="3940" y="11964"/>
                    <a:pt x="3693" y="11862"/>
                  </a:cubicBezTo>
                  <a:cubicBezTo>
                    <a:pt x="2949" y="11554"/>
                    <a:pt x="2461" y="10826"/>
                    <a:pt x="2461" y="10019"/>
                  </a:cubicBezTo>
                  <a:cubicBezTo>
                    <a:pt x="2464" y="8920"/>
                    <a:pt x="3355" y="8025"/>
                    <a:pt x="4454" y="8025"/>
                  </a:cubicBezTo>
                  <a:close/>
                  <a:moveTo>
                    <a:pt x="14816" y="8025"/>
                  </a:moveTo>
                  <a:cubicBezTo>
                    <a:pt x="15915" y="8025"/>
                    <a:pt x="16810" y="8917"/>
                    <a:pt x="16810" y="10019"/>
                  </a:cubicBezTo>
                  <a:cubicBezTo>
                    <a:pt x="16810" y="10826"/>
                    <a:pt x="16325" y="11554"/>
                    <a:pt x="15578" y="11862"/>
                  </a:cubicBezTo>
                  <a:cubicBezTo>
                    <a:pt x="15332" y="11964"/>
                    <a:pt x="15073" y="12014"/>
                    <a:pt x="14816" y="12014"/>
                  </a:cubicBezTo>
                  <a:cubicBezTo>
                    <a:pt x="14297" y="12014"/>
                    <a:pt x="13786" y="11811"/>
                    <a:pt x="13404" y="11428"/>
                  </a:cubicBezTo>
                  <a:cubicBezTo>
                    <a:pt x="12835" y="10859"/>
                    <a:pt x="12663" y="10001"/>
                    <a:pt x="12973" y="9254"/>
                  </a:cubicBezTo>
                  <a:cubicBezTo>
                    <a:pt x="13280" y="8510"/>
                    <a:pt x="14009" y="8025"/>
                    <a:pt x="14816" y="8025"/>
                  </a:cubicBezTo>
                  <a:close/>
                  <a:moveTo>
                    <a:pt x="6490" y="0"/>
                  </a:moveTo>
                  <a:cubicBezTo>
                    <a:pt x="4385" y="0"/>
                    <a:pt x="2599" y="1671"/>
                    <a:pt x="2331" y="3894"/>
                  </a:cubicBezTo>
                  <a:lnTo>
                    <a:pt x="1907" y="5917"/>
                  </a:lnTo>
                  <a:cubicBezTo>
                    <a:pt x="799" y="6143"/>
                    <a:pt x="1" y="7119"/>
                    <a:pt x="1" y="8251"/>
                  </a:cubicBezTo>
                  <a:lnTo>
                    <a:pt x="1" y="11877"/>
                  </a:lnTo>
                  <a:cubicBezTo>
                    <a:pt x="1" y="13192"/>
                    <a:pt x="1064" y="14255"/>
                    <a:pt x="2380" y="14258"/>
                  </a:cubicBezTo>
                  <a:lnTo>
                    <a:pt x="16894" y="14258"/>
                  </a:lnTo>
                  <a:cubicBezTo>
                    <a:pt x="18207" y="14255"/>
                    <a:pt x="19270" y="13192"/>
                    <a:pt x="19273" y="11880"/>
                  </a:cubicBezTo>
                  <a:lnTo>
                    <a:pt x="19273" y="8251"/>
                  </a:lnTo>
                  <a:cubicBezTo>
                    <a:pt x="19270" y="7119"/>
                    <a:pt x="18472" y="6143"/>
                    <a:pt x="17364" y="5917"/>
                  </a:cubicBezTo>
                  <a:lnTo>
                    <a:pt x="16939" y="3894"/>
                  </a:lnTo>
                  <a:cubicBezTo>
                    <a:pt x="16671" y="1671"/>
                    <a:pt x="14885" y="0"/>
                    <a:pt x="127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189" name="Google Shape;5189;p60"/>
            <p:cNvSpPr/>
            <p:nvPr/>
          </p:nvSpPr>
          <p:spPr>
            <a:xfrm>
              <a:off x="1546875" y="4805650"/>
              <a:ext cx="118975" cy="53850"/>
            </a:xfrm>
            <a:custGeom>
              <a:avLst/>
              <a:gdLst/>
              <a:ahLst/>
              <a:cxnLst/>
              <a:rect l="l" t="t" r="r" b="b"/>
              <a:pathLst>
                <a:path w="4759" h="2154" extrusionOk="0">
                  <a:moveTo>
                    <a:pt x="1" y="1"/>
                  </a:moveTo>
                  <a:lnTo>
                    <a:pt x="1" y="458"/>
                  </a:lnTo>
                  <a:cubicBezTo>
                    <a:pt x="1" y="1395"/>
                    <a:pt x="757" y="2151"/>
                    <a:pt x="1693" y="2154"/>
                  </a:cubicBezTo>
                  <a:lnTo>
                    <a:pt x="3063" y="2154"/>
                  </a:lnTo>
                  <a:cubicBezTo>
                    <a:pt x="4000" y="2151"/>
                    <a:pt x="4756" y="1395"/>
                    <a:pt x="4759" y="458"/>
                  </a:cubicBezTo>
                  <a:lnTo>
                    <a:pt x="475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190" name="Google Shape;5190;p60"/>
            <p:cNvSpPr/>
            <p:nvPr/>
          </p:nvSpPr>
          <p:spPr>
            <a:xfrm>
              <a:off x="1801325" y="4805650"/>
              <a:ext cx="118975" cy="53850"/>
            </a:xfrm>
            <a:custGeom>
              <a:avLst/>
              <a:gdLst/>
              <a:ahLst/>
              <a:cxnLst/>
              <a:rect l="l" t="t" r="r" b="b"/>
              <a:pathLst>
                <a:path w="4759" h="2154" extrusionOk="0">
                  <a:moveTo>
                    <a:pt x="1" y="1"/>
                  </a:moveTo>
                  <a:lnTo>
                    <a:pt x="1" y="458"/>
                  </a:lnTo>
                  <a:cubicBezTo>
                    <a:pt x="1" y="1395"/>
                    <a:pt x="757" y="2151"/>
                    <a:pt x="1693" y="2154"/>
                  </a:cubicBezTo>
                  <a:lnTo>
                    <a:pt x="3063" y="2154"/>
                  </a:lnTo>
                  <a:cubicBezTo>
                    <a:pt x="4000" y="2151"/>
                    <a:pt x="4756" y="1395"/>
                    <a:pt x="4759" y="458"/>
                  </a:cubicBezTo>
                  <a:lnTo>
                    <a:pt x="475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5191" name="Google Shape;5191;p60"/>
          <p:cNvGrpSpPr/>
          <p:nvPr/>
        </p:nvGrpSpPr>
        <p:grpSpPr>
          <a:xfrm>
            <a:off x="5870982" y="3539558"/>
            <a:ext cx="342580" cy="337915"/>
            <a:chOff x="2084100" y="4400250"/>
            <a:chExt cx="486550" cy="479925"/>
          </a:xfrm>
        </p:grpSpPr>
        <p:sp>
          <p:nvSpPr>
            <p:cNvPr id="5192" name="Google Shape;5192;p60"/>
            <p:cNvSpPr/>
            <p:nvPr/>
          </p:nvSpPr>
          <p:spPr>
            <a:xfrm>
              <a:off x="2084100" y="4652250"/>
              <a:ext cx="105325" cy="90050"/>
            </a:xfrm>
            <a:custGeom>
              <a:avLst/>
              <a:gdLst/>
              <a:ahLst/>
              <a:cxnLst/>
              <a:rect l="l" t="t" r="r" b="b"/>
              <a:pathLst>
                <a:path w="4213" h="3602" extrusionOk="0">
                  <a:moveTo>
                    <a:pt x="2260" y="1"/>
                  </a:moveTo>
                  <a:cubicBezTo>
                    <a:pt x="2109" y="1"/>
                    <a:pt x="1966" y="60"/>
                    <a:pt x="1858" y="168"/>
                  </a:cubicBezTo>
                  <a:lnTo>
                    <a:pt x="259" y="1764"/>
                  </a:lnTo>
                  <a:cubicBezTo>
                    <a:pt x="0" y="2023"/>
                    <a:pt x="54" y="2457"/>
                    <a:pt x="367" y="2647"/>
                  </a:cubicBezTo>
                  <a:lnTo>
                    <a:pt x="1957" y="3601"/>
                  </a:lnTo>
                  <a:cubicBezTo>
                    <a:pt x="2078" y="3228"/>
                    <a:pt x="2274" y="2885"/>
                    <a:pt x="2533" y="2592"/>
                  </a:cubicBezTo>
                  <a:lnTo>
                    <a:pt x="4213" y="274"/>
                  </a:lnTo>
                  <a:lnTo>
                    <a:pt x="2337" y="6"/>
                  </a:lnTo>
                  <a:cubicBezTo>
                    <a:pt x="2311" y="2"/>
                    <a:pt x="2285" y="1"/>
                    <a:pt x="226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193" name="Google Shape;5193;p60"/>
            <p:cNvSpPr/>
            <p:nvPr/>
          </p:nvSpPr>
          <p:spPr>
            <a:xfrm>
              <a:off x="2372575" y="4644175"/>
              <a:ext cx="175875" cy="226275"/>
            </a:xfrm>
            <a:custGeom>
              <a:avLst/>
              <a:gdLst/>
              <a:ahLst/>
              <a:cxnLst/>
              <a:rect l="l" t="t" r="r" b="b"/>
              <a:pathLst>
                <a:path w="7035" h="9051" extrusionOk="0">
                  <a:moveTo>
                    <a:pt x="4469" y="1"/>
                  </a:moveTo>
                  <a:cubicBezTo>
                    <a:pt x="3981" y="467"/>
                    <a:pt x="3466" y="901"/>
                    <a:pt x="2927" y="1304"/>
                  </a:cubicBezTo>
                  <a:lnTo>
                    <a:pt x="0" y="3436"/>
                  </a:lnTo>
                  <a:lnTo>
                    <a:pt x="3406" y="8787"/>
                  </a:lnTo>
                  <a:cubicBezTo>
                    <a:pt x="3514" y="8960"/>
                    <a:pt x="3697" y="9050"/>
                    <a:pt x="3882" y="9050"/>
                  </a:cubicBezTo>
                  <a:cubicBezTo>
                    <a:pt x="4025" y="9050"/>
                    <a:pt x="4170" y="8996"/>
                    <a:pt x="4282" y="8884"/>
                  </a:cubicBezTo>
                  <a:cubicBezTo>
                    <a:pt x="5818" y="7348"/>
                    <a:pt x="5990" y="7173"/>
                    <a:pt x="6821" y="6345"/>
                  </a:cubicBezTo>
                  <a:cubicBezTo>
                    <a:pt x="7034" y="6125"/>
                    <a:pt x="7031" y="5773"/>
                    <a:pt x="6812" y="5553"/>
                  </a:cubicBezTo>
                  <a:cubicBezTo>
                    <a:pt x="6702" y="5444"/>
                    <a:pt x="6558" y="5389"/>
                    <a:pt x="6413" y="5389"/>
                  </a:cubicBezTo>
                  <a:cubicBezTo>
                    <a:pt x="6272" y="5389"/>
                    <a:pt x="6130" y="5441"/>
                    <a:pt x="6020" y="5547"/>
                  </a:cubicBezTo>
                  <a:lnTo>
                    <a:pt x="5800" y="5767"/>
                  </a:lnTo>
                  <a:lnTo>
                    <a:pt x="5201" y="3174"/>
                  </a:lnTo>
                  <a:lnTo>
                    <a:pt x="5920" y="2455"/>
                  </a:lnTo>
                  <a:cubicBezTo>
                    <a:pt x="6134" y="2232"/>
                    <a:pt x="6131" y="1880"/>
                    <a:pt x="5914" y="1663"/>
                  </a:cubicBezTo>
                  <a:cubicBezTo>
                    <a:pt x="5804" y="1551"/>
                    <a:pt x="5660" y="1496"/>
                    <a:pt x="5515" y="1496"/>
                  </a:cubicBezTo>
                  <a:cubicBezTo>
                    <a:pt x="5374" y="1496"/>
                    <a:pt x="5232" y="1548"/>
                    <a:pt x="5122" y="1654"/>
                  </a:cubicBezTo>
                  <a:lnTo>
                    <a:pt x="4903" y="1877"/>
                  </a:lnTo>
                  <a:lnTo>
                    <a:pt x="446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194" name="Google Shape;5194;p60"/>
            <p:cNvSpPr/>
            <p:nvPr/>
          </p:nvSpPr>
          <p:spPr>
            <a:xfrm>
              <a:off x="2093950" y="4419400"/>
              <a:ext cx="228500" cy="174750"/>
            </a:xfrm>
            <a:custGeom>
              <a:avLst/>
              <a:gdLst/>
              <a:ahLst/>
              <a:cxnLst/>
              <a:rect l="l" t="t" r="r" b="b"/>
              <a:pathLst>
                <a:path w="9140" h="6990" extrusionOk="0">
                  <a:moveTo>
                    <a:pt x="3194" y="1"/>
                  </a:moveTo>
                  <a:cubicBezTo>
                    <a:pt x="3049" y="1"/>
                    <a:pt x="2905" y="56"/>
                    <a:pt x="2795" y="166"/>
                  </a:cubicBezTo>
                  <a:lnTo>
                    <a:pt x="257" y="2704"/>
                  </a:lnTo>
                  <a:cubicBezTo>
                    <a:pt x="1" y="2960"/>
                    <a:pt x="46" y="3385"/>
                    <a:pt x="350" y="3580"/>
                  </a:cubicBezTo>
                  <a:lnTo>
                    <a:pt x="5707" y="6989"/>
                  </a:lnTo>
                  <a:lnTo>
                    <a:pt x="7824" y="4071"/>
                  </a:lnTo>
                  <a:cubicBezTo>
                    <a:pt x="8230" y="3526"/>
                    <a:pt x="8670" y="3008"/>
                    <a:pt x="9140" y="2517"/>
                  </a:cubicBezTo>
                  <a:lnTo>
                    <a:pt x="7264" y="2084"/>
                  </a:lnTo>
                  <a:lnTo>
                    <a:pt x="7484" y="1864"/>
                  </a:lnTo>
                  <a:cubicBezTo>
                    <a:pt x="7697" y="1641"/>
                    <a:pt x="7694" y="1289"/>
                    <a:pt x="7478" y="1072"/>
                  </a:cubicBezTo>
                  <a:cubicBezTo>
                    <a:pt x="7368" y="961"/>
                    <a:pt x="7223" y="905"/>
                    <a:pt x="7078" y="905"/>
                  </a:cubicBezTo>
                  <a:cubicBezTo>
                    <a:pt x="6937" y="905"/>
                    <a:pt x="6795" y="958"/>
                    <a:pt x="6686" y="1063"/>
                  </a:cubicBezTo>
                  <a:lnTo>
                    <a:pt x="5966" y="1786"/>
                  </a:lnTo>
                  <a:lnTo>
                    <a:pt x="3370" y="1186"/>
                  </a:lnTo>
                  <a:lnTo>
                    <a:pt x="3593" y="964"/>
                  </a:lnTo>
                  <a:cubicBezTo>
                    <a:pt x="3813" y="744"/>
                    <a:pt x="3813" y="385"/>
                    <a:pt x="3593" y="166"/>
                  </a:cubicBezTo>
                  <a:cubicBezTo>
                    <a:pt x="3483" y="56"/>
                    <a:pt x="3339" y="1"/>
                    <a:pt x="319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195" name="Google Shape;5195;p60"/>
            <p:cNvSpPr/>
            <p:nvPr/>
          </p:nvSpPr>
          <p:spPr>
            <a:xfrm>
              <a:off x="2224425" y="4777500"/>
              <a:ext cx="90425" cy="102675"/>
            </a:xfrm>
            <a:custGeom>
              <a:avLst/>
              <a:gdLst/>
              <a:ahLst/>
              <a:cxnLst/>
              <a:rect l="l" t="t" r="r" b="b"/>
              <a:pathLst>
                <a:path w="3617" h="4107" extrusionOk="0">
                  <a:moveTo>
                    <a:pt x="3324" y="0"/>
                  </a:moveTo>
                  <a:lnTo>
                    <a:pt x="846" y="1804"/>
                  </a:lnTo>
                  <a:cubicBezTo>
                    <a:pt x="638" y="1994"/>
                    <a:pt x="340" y="2144"/>
                    <a:pt x="0" y="2250"/>
                  </a:cubicBezTo>
                  <a:lnTo>
                    <a:pt x="949" y="3831"/>
                  </a:lnTo>
                  <a:cubicBezTo>
                    <a:pt x="1057" y="4011"/>
                    <a:pt x="1245" y="4106"/>
                    <a:pt x="1435" y="4106"/>
                  </a:cubicBezTo>
                  <a:cubicBezTo>
                    <a:pt x="1578" y="4106"/>
                    <a:pt x="1723" y="4052"/>
                    <a:pt x="1834" y="3939"/>
                  </a:cubicBezTo>
                  <a:lnTo>
                    <a:pt x="3430" y="2343"/>
                  </a:lnTo>
                  <a:cubicBezTo>
                    <a:pt x="3556" y="2217"/>
                    <a:pt x="3617" y="2039"/>
                    <a:pt x="3589" y="1864"/>
                  </a:cubicBezTo>
                  <a:lnTo>
                    <a:pt x="332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196" name="Google Shape;5196;p60"/>
            <p:cNvSpPr/>
            <p:nvPr/>
          </p:nvSpPr>
          <p:spPr>
            <a:xfrm>
              <a:off x="2454100" y="4400250"/>
              <a:ext cx="116550" cy="107300"/>
            </a:xfrm>
            <a:custGeom>
              <a:avLst/>
              <a:gdLst/>
              <a:ahLst/>
              <a:cxnLst/>
              <a:rect l="l" t="t" r="r" b="b"/>
              <a:pathLst>
                <a:path w="4662" h="4292" extrusionOk="0">
                  <a:moveTo>
                    <a:pt x="2188" y="0"/>
                  </a:moveTo>
                  <a:cubicBezTo>
                    <a:pt x="1911" y="0"/>
                    <a:pt x="1630" y="51"/>
                    <a:pt x="1361" y="155"/>
                  </a:cubicBezTo>
                  <a:cubicBezTo>
                    <a:pt x="1015" y="287"/>
                    <a:pt x="675" y="432"/>
                    <a:pt x="341" y="588"/>
                  </a:cubicBezTo>
                  <a:cubicBezTo>
                    <a:pt x="0" y="1600"/>
                    <a:pt x="265" y="2717"/>
                    <a:pt x="1021" y="3470"/>
                  </a:cubicBezTo>
                  <a:cubicBezTo>
                    <a:pt x="1558" y="4004"/>
                    <a:pt x="2275" y="4291"/>
                    <a:pt x="3007" y="4291"/>
                  </a:cubicBezTo>
                  <a:cubicBezTo>
                    <a:pt x="3307" y="4291"/>
                    <a:pt x="3609" y="4243"/>
                    <a:pt x="3903" y="4145"/>
                  </a:cubicBezTo>
                  <a:cubicBezTo>
                    <a:pt x="4060" y="3813"/>
                    <a:pt x="4204" y="3473"/>
                    <a:pt x="4337" y="3130"/>
                  </a:cubicBezTo>
                  <a:cubicBezTo>
                    <a:pt x="4662" y="2281"/>
                    <a:pt x="4457" y="1320"/>
                    <a:pt x="3816" y="676"/>
                  </a:cubicBezTo>
                  <a:cubicBezTo>
                    <a:pt x="3375" y="235"/>
                    <a:pt x="2787" y="0"/>
                    <a:pt x="21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197" name="Google Shape;5197;p60"/>
            <p:cNvSpPr/>
            <p:nvPr/>
          </p:nvSpPr>
          <p:spPr>
            <a:xfrm>
              <a:off x="2152975" y="4431500"/>
              <a:ext cx="381925" cy="377725"/>
            </a:xfrm>
            <a:custGeom>
              <a:avLst/>
              <a:gdLst/>
              <a:ahLst/>
              <a:cxnLst/>
              <a:rect l="l" t="t" r="r" b="b"/>
              <a:pathLst>
                <a:path w="15277" h="15109" extrusionOk="0">
                  <a:moveTo>
                    <a:pt x="11062" y="3658"/>
                  </a:moveTo>
                  <a:cubicBezTo>
                    <a:pt x="11207" y="3658"/>
                    <a:pt x="11353" y="3714"/>
                    <a:pt x="11464" y="3825"/>
                  </a:cubicBezTo>
                  <a:cubicBezTo>
                    <a:pt x="11681" y="4042"/>
                    <a:pt x="11684" y="4394"/>
                    <a:pt x="11470" y="4617"/>
                  </a:cubicBezTo>
                  <a:lnTo>
                    <a:pt x="9076" y="7011"/>
                  </a:lnTo>
                  <a:cubicBezTo>
                    <a:pt x="8965" y="7122"/>
                    <a:pt x="8820" y="7178"/>
                    <a:pt x="8675" y="7178"/>
                  </a:cubicBezTo>
                  <a:cubicBezTo>
                    <a:pt x="8530" y="7178"/>
                    <a:pt x="8385" y="7122"/>
                    <a:pt x="8275" y="7011"/>
                  </a:cubicBezTo>
                  <a:cubicBezTo>
                    <a:pt x="8055" y="6791"/>
                    <a:pt x="8055" y="6433"/>
                    <a:pt x="8275" y="6213"/>
                  </a:cubicBezTo>
                  <a:lnTo>
                    <a:pt x="10672" y="3816"/>
                  </a:lnTo>
                  <a:cubicBezTo>
                    <a:pt x="10781" y="3711"/>
                    <a:pt x="10921" y="3658"/>
                    <a:pt x="11062" y="3658"/>
                  </a:cubicBezTo>
                  <a:close/>
                  <a:moveTo>
                    <a:pt x="11136" y="1"/>
                  </a:moveTo>
                  <a:lnTo>
                    <a:pt x="11136" y="1"/>
                  </a:lnTo>
                  <a:cubicBezTo>
                    <a:pt x="9278" y="1079"/>
                    <a:pt x="7658" y="2524"/>
                    <a:pt x="6378" y="4253"/>
                  </a:cubicBezTo>
                  <a:lnTo>
                    <a:pt x="624" y="12169"/>
                  </a:lnTo>
                  <a:cubicBezTo>
                    <a:pt x="0" y="12877"/>
                    <a:pt x="15" y="13979"/>
                    <a:pt x="660" y="14623"/>
                  </a:cubicBezTo>
                  <a:cubicBezTo>
                    <a:pt x="992" y="14957"/>
                    <a:pt x="1464" y="15108"/>
                    <a:pt x="1921" y="15108"/>
                  </a:cubicBezTo>
                  <a:cubicBezTo>
                    <a:pt x="2351" y="15108"/>
                    <a:pt x="2767" y="14974"/>
                    <a:pt x="3039" y="14732"/>
                  </a:cubicBezTo>
                  <a:lnTo>
                    <a:pt x="11037" y="8905"/>
                  </a:lnTo>
                  <a:cubicBezTo>
                    <a:pt x="12759" y="7628"/>
                    <a:pt x="14201" y="6014"/>
                    <a:pt x="15276" y="4162"/>
                  </a:cubicBezTo>
                  <a:lnTo>
                    <a:pt x="15276" y="4162"/>
                  </a:lnTo>
                  <a:cubicBezTo>
                    <a:pt x="15201" y="4166"/>
                    <a:pt x="15126" y="4168"/>
                    <a:pt x="15052" y="4168"/>
                  </a:cubicBezTo>
                  <a:cubicBezTo>
                    <a:pt x="13942" y="4168"/>
                    <a:pt x="12979" y="3729"/>
                    <a:pt x="12265" y="3018"/>
                  </a:cubicBezTo>
                  <a:cubicBezTo>
                    <a:pt x="11446" y="2199"/>
                    <a:pt x="11076" y="1091"/>
                    <a:pt x="111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5198" name="Google Shape;5198;p60"/>
          <p:cNvGrpSpPr/>
          <p:nvPr/>
        </p:nvGrpSpPr>
        <p:grpSpPr>
          <a:xfrm>
            <a:off x="6307462" y="3538907"/>
            <a:ext cx="298169" cy="339218"/>
            <a:chOff x="2707950" y="4399325"/>
            <a:chExt cx="423475" cy="481775"/>
          </a:xfrm>
        </p:grpSpPr>
        <p:sp>
          <p:nvSpPr>
            <p:cNvPr id="5199" name="Google Shape;5199;p60"/>
            <p:cNvSpPr/>
            <p:nvPr/>
          </p:nvSpPr>
          <p:spPr>
            <a:xfrm>
              <a:off x="2905550" y="4515000"/>
              <a:ext cx="28275" cy="366100"/>
            </a:xfrm>
            <a:custGeom>
              <a:avLst/>
              <a:gdLst/>
              <a:ahLst/>
              <a:cxnLst/>
              <a:rect l="l" t="t" r="r" b="b"/>
              <a:pathLst>
                <a:path w="1131" h="14644" extrusionOk="0">
                  <a:moveTo>
                    <a:pt x="1" y="0"/>
                  </a:moveTo>
                  <a:lnTo>
                    <a:pt x="1" y="14644"/>
                  </a:lnTo>
                  <a:lnTo>
                    <a:pt x="1130" y="14644"/>
                  </a:lnTo>
                  <a:lnTo>
                    <a:pt x="113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200" name="Google Shape;5200;p60"/>
            <p:cNvSpPr/>
            <p:nvPr/>
          </p:nvSpPr>
          <p:spPr>
            <a:xfrm>
              <a:off x="2962025" y="4710725"/>
              <a:ext cx="141175" cy="29225"/>
            </a:xfrm>
            <a:custGeom>
              <a:avLst/>
              <a:gdLst/>
              <a:ahLst/>
              <a:cxnLst/>
              <a:rect l="l" t="t" r="r" b="b"/>
              <a:pathLst>
                <a:path w="5647" h="1169" extrusionOk="0">
                  <a:moveTo>
                    <a:pt x="0" y="0"/>
                  </a:moveTo>
                  <a:lnTo>
                    <a:pt x="0" y="1169"/>
                  </a:lnTo>
                  <a:lnTo>
                    <a:pt x="5646" y="1169"/>
                  </a:lnTo>
                  <a:lnTo>
                    <a:pt x="564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201" name="Google Shape;5201;p60"/>
            <p:cNvSpPr/>
            <p:nvPr/>
          </p:nvSpPr>
          <p:spPr>
            <a:xfrm>
              <a:off x="2962025" y="4768175"/>
              <a:ext cx="141175" cy="112925"/>
            </a:xfrm>
            <a:custGeom>
              <a:avLst/>
              <a:gdLst/>
              <a:ahLst/>
              <a:cxnLst/>
              <a:rect l="l" t="t" r="r" b="b"/>
              <a:pathLst>
                <a:path w="5647" h="4517" extrusionOk="0">
                  <a:moveTo>
                    <a:pt x="0" y="0"/>
                  </a:moveTo>
                  <a:lnTo>
                    <a:pt x="0" y="4517"/>
                  </a:lnTo>
                  <a:lnTo>
                    <a:pt x="3951" y="4517"/>
                  </a:lnTo>
                  <a:cubicBezTo>
                    <a:pt x="4888" y="4517"/>
                    <a:pt x="5646" y="3758"/>
                    <a:pt x="5646" y="2825"/>
                  </a:cubicBezTo>
                  <a:lnTo>
                    <a:pt x="564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202" name="Google Shape;5202;p60"/>
            <p:cNvSpPr/>
            <p:nvPr/>
          </p:nvSpPr>
          <p:spPr>
            <a:xfrm>
              <a:off x="2736175" y="4710725"/>
              <a:ext cx="141175" cy="29225"/>
            </a:xfrm>
            <a:custGeom>
              <a:avLst/>
              <a:gdLst/>
              <a:ahLst/>
              <a:cxnLst/>
              <a:rect l="l" t="t" r="r" b="b"/>
              <a:pathLst>
                <a:path w="5647" h="1169" extrusionOk="0">
                  <a:moveTo>
                    <a:pt x="1" y="0"/>
                  </a:moveTo>
                  <a:lnTo>
                    <a:pt x="1" y="1169"/>
                  </a:lnTo>
                  <a:lnTo>
                    <a:pt x="5647" y="1169"/>
                  </a:lnTo>
                  <a:lnTo>
                    <a:pt x="564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203" name="Google Shape;5203;p60"/>
            <p:cNvSpPr/>
            <p:nvPr/>
          </p:nvSpPr>
          <p:spPr>
            <a:xfrm>
              <a:off x="2736175" y="4768175"/>
              <a:ext cx="141175" cy="112925"/>
            </a:xfrm>
            <a:custGeom>
              <a:avLst/>
              <a:gdLst/>
              <a:ahLst/>
              <a:cxnLst/>
              <a:rect l="l" t="t" r="r" b="b"/>
              <a:pathLst>
                <a:path w="5647" h="4517" extrusionOk="0">
                  <a:moveTo>
                    <a:pt x="1" y="0"/>
                  </a:moveTo>
                  <a:lnTo>
                    <a:pt x="1" y="2825"/>
                  </a:lnTo>
                  <a:cubicBezTo>
                    <a:pt x="1" y="3758"/>
                    <a:pt x="759" y="4517"/>
                    <a:pt x="1693" y="4517"/>
                  </a:cubicBezTo>
                  <a:lnTo>
                    <a:pt x="5647" y="4517"/>
                  </a:lnTo>
                  <a:lnTo>
                    <a:pt x="564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204" name="Google Shape;5204;p60"/>
            <p:cNvSpPr/>
            <p:nvPr/>
          </p:nvSpPr>
          <p:spPr>
            <a:xfrm>
              <a:off x="2707950" y="4515075"/>
              <a:ext cx="169400" cy="82825"/>
            </a:xfrm>
            <a:custGeom>
              <a:avLst/>
              <a:gdLst/>
              <a:ahLst/>
              <a:cxnLst/>
              <a:rect l="l" t="t" r="r" b="b"/>
              <a:pathLst>
                <a:path w="6776" h="3313" extrusionOk="0">
                  <a:moveTo>
                    <a:pt x="1693" y="0"/>
                  </a:moveTo>
                  <a:cubicBezTo>
                    <a:pt x="759" y="0"/>
                    <a:pt x="0" y="756"/>
                    <a:pt x="0" y="1693"/>
                  </a:cubicBezTo>
                  <a:lnTo>
                    <a:pt x="0" y="2747"/>
                  </a:lnTo>
                  <a:cubicBezTo>
                    <a:pt x="0" y="3060"/>
                    <a:pt x="253" y="3313"/>
                    <a:pt x="563" y="3313"/>
                  </a:cubicBezTo>
                  <a:lnTo>
                    <a:pt x="6776" y="3313"/>
                  </a:lnTo>
                  <a:lnTo>
                    <a:pt x="677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205" name="Google Shape;5205;p60"/>
            <p:cNvSpPr/>
            <p:nvPr/>
          </p:nvSpPr>
          <p:spPr>
            <a:xfrm>
              <a:off x="2736175" y="4626025"/>
              <a:ext cx="141175" cy="56500"/>
            </a:xfrm>
            <a:custGeom>
              <a:avLst/>
              <a:gdLst/>
              <a:ahLst/>
              <a:cxnLst/>
              <a:rect l="l" t="t" r="r" b="b"/>
              <a:pathLst>
                <a:path w="5647" h="2260" extrusionOk="0">
                  <a:moveTo>
                    <a:pt x="1" y="1"/>
                  </a:moveTo>
                  <a:lnTo>
                    <a:pt x="1" y="2259"/>
                  </a:lnTo>
                  <a:lnTo>
                    <a:pt x="5647" y="2259"/>
                  </a:lnTo>
                  <a:lnTo>
                    <a:pt x="564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206" name="Google Shape;5206;p60"/>
            <p:cNvSpPr/>
            <p:nvPr/>
          </p:nvSpPr>
          <p:spPr>
            <a:xfrm>
              <a:off x="2850525" y="4430375"/>
              <a:ext cx="138325" cy="56500"/>
            </a:xfrm>
            <a:custGeom>
              <a:avLst/>
              <a:gdLst/>
              <a:ahLst/>
              <a:cxnLst/>
              <a:rect l="l" t="t" r="r" b="b"/>
              <a:pathLst>
                <a:path w="5533" h="2260" extrusionOk="0">
                  <a:moveTo>
                    <a:pt x="2765" y="1"/>
                  </a:moveTo>
                  <a:cubicBezTo>
                    <a:pt x="1500" y="1"/>
                    <a:pt x="275" y="916"/>
                    <a:pt x="1" y="2259"/>
                  </a:cubicBezTo>
                  <a:lnTo>
                    <a:pt x="5532" y="2259"/>
                  </a:lnTo>
                  <a:cubicBezTo>
                    <a:pt x="5258" y="910"/>
                    <a:pt x="4030" y="1"/>
                    <a:pt x="27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207" name="Google Shape;5207;p60"/>
            <p:cNvSpPr/>
            <p:nvPr/>
          </p:nvSpPr>
          <p:spPr>
            <a:xfrm>
              <a:off x="2974300" y="4399350"/>
              <a:ext cx="129650" cy="87525"/>
            </a:xfrm>
            <a:custGeom>
              <a:avLst/>
              <a:gdLst/>
              <a:ahLst/>
              <a:cxnLst/>
              <a:rect l="l" t="t" r="r" b="b"/>
              <a:pathLst>
                <a:path w="5186" h="3501" extrusionOk="0">
                  <a:moveTo>
                    <a:pt x="2058" y="0"/>
                  </a:moveTo>
                  <a:cubicBezTo>
                    <a:pt x="1374" y="0"/>
                    <a:pt x="670" y="239"/>
                    <a:pt x="0" y="775"/>
                  </a:cubicBezTo>
                  <a:cubicBezTo>
                    <a:pt x="931" y="1398"/>
                    <a:pt x="1554" y="2389"/>
                    <a:pt x="1714" y="3500"/>
                  </a:cubicBezTo>
                  <a:lnTo>
                    <a:pt x="4397" y="3500"/>
                  </a:lnTo>
                  <a:cubicBezTo>
                    <a:pt x="4842" y="3497"/>
                    <a:pt x="5185" y="3109"/>
                    <a:pt x="5131" y="2666"/>
                  </a:cubicBezTo>
                  <a:cubicBezTo>
                    <a:pt x="5128" y="2639"/>
                    <a:pt x="5125" y="2609"/>
                    <a:pt x="5119" y="2579"/>
                  </a:cubicBezTo>
                  <a:cubicBezTo>
                    <a:pt x="4936" y="1482"/>
                    <a:pt x="4207" y="609"/>
                    <a:pt x="3171" y="212"/>
                  </a:cubicBezTo>
                  <a:cubicBezTo>
                    <a:pt x="2813" y="74"/>
                    <a:pt x="2438" y="0"/>
                    <a:pt x="205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208" name="Google Shape;5208;p60"/>
            <p:cNvSpPr/>
            <p:nvPr/>
          </p:nvSpPr>
          <p:spPr>
            <a:xfrm>
              <a:off x="2735425" y="4399325"/>
              <a:ext cx="129650" cy="87475"/>
            </a:xfrm>
            <a:custGeom>
              <a:avLst/>
              <a:gdLst/>
              <a:ahLst/>
              <a:cxnLst/>
              <a:rect l="l" t="t" r="r" b="b"/>
              <a:pathLst>
                <a:path w="5186" h="3499" extrusionOk="0">
                  <a:moveTo>
                    <a:pt x="3150" y="0"/>
                  </a:moveTo>
                  <a:cubicBezTo>
                    <a:pt x="2765" y="0"/>
                    <a:pt x="2385" y="77"/>
                    <a:pt x="2015" y="219"/>
                  </a:cubicBezTo>
                  <a:cubicBezTo>
                    <a:pt x="979" y="616"/>
                    <a:pt x="250" y="1483"/>
                    <a:pt x="67" y="2580"/>
                  </a:cubicBezTo>
                  <a:cubicBezTo>
                    <a:pt x="64" y="2610"/>
                    <a:pt x="58" y="2637"/>
                    <a:pt x="55" y="2667"/>
                  </a:cubicBezTo>
                  <a:cubicBezTo>
                    <a:pt x="0" y="3110"/>
                    <a:pt x="344" y="3498"/>
                    <a:pt x="789" y="3498"/>
                  </a:cubicBezTo>
                  <a:lnTo>
                    <a:pt x="3475" y="3498"/>
                  </a:lnTo>
                  <a:cubicBezTo>
                    <a:pt x="3632" y="2390"/>
                    <a:pt x="4255" y="1399"/>
                    <a:pt x="5186" y="776"/>
                  </a:cubicBezTo>
                  <a:cubicBezTo>
                    <a:pt x="4510" y="236"/>
                    <a:pt x="3823" y="0"/>
                    <a:pt x="315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209" name="Google Shape;5209;p60"/>
            <p:cNvSpPr/>
            <p:nvPr/>
          </p:nvSpPr>
          <p:spPr>
            <a:xfrm>
              <a:off x="2962025" y="4515075"/>
              <a:ext cx="169400" cy="82825"/>
            </a:xfrm>
            <a:custGeom>
              <a:avLst/>
              <a:gdLst/>
              <a:ahLst/>
              <a:cxnLst/>
              <a:rect l="l" t="t" r="r" b="b"/>
              <a:pathLst>
                <a:path w="6776" h="3313" extrusionOk="0">
                  <a:moveTo>
                    <a:pt x="0" y="0"/>
                  </a:moveTo>
                  <a:lnTo>
                    <a:pt x="0" y="3313"/>
                  </a:lnTo>
                  <a:lnTo>
                    <a:pt x="6209" y="3313"/>
                  </a:lnTo>
                  <a:cubicBezTo>
                    <a:pt x="6523" y="3313"/>
                    <a:pt x="6776" y="3060"/>
                    <a:pt x="6776" y="2747"/>
                  </a:cubicBezTo>
                  <a:lnTo>
                    <a:pt x="6776" y="1693"/>
                  </a:lnTo>
                  <a:cubicBezTo>
                    <a:pt x="6776" y="756"/>
                    <a:pt x="6017" y="0"/>
                    <a:pt x="508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210" name="Google Shape;5210;p60"/>
            <p:cNvSpPr/>
            <p:nvPr/>
          </p:nvSpPr>
          <p:spPr>
            <a:xfrm>
              <a:off x="2962025" y="4626025"/>
              <a:ext cx="141175" cy="56500"/>
            </a:xfrm>
            <a:custGeom>
              <a:avLst/>
              <a:gdLst/>
              <a:ahLst/>
              <a:cxnLst/>
              <a:rect l="l" t="t" r="r" b="b"/>
              <a:pathLst>
                <a:path w="5647" h="2260" extrusionOk="0">
                  <a:moveTo>
                    <a:pt x="0" y="1"/>
                  </a:moveTo>
                  <a:lnTo>
                    <a:pt x="0" y="2259"/>
                  </a:lnTo>
                  <a:lnTo>
                    <a:pt x="5646" y="2259"/>
                  </a:lnTo>
                  <a:lnTo>
                    <a:pt x="564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5211" name="Google Shape;5211;p60"/>
          <p:cNvGrpSpPr/>
          <p:nvPr/>
        </p:nvGrpSpPr>
        <p:grpSpPr>
          <a:xfrm>
            <a:off x="6736981" y="3538881"/>
            <a:ext cx="275057" cy="339271"/>
            <a:chOff x="3330525" y="4399275"/>
            <a:chExt cx="390650" cy="481850"/>
          </a:xfrm>
        </p:grpSpPr>
        <p:sp>
          <p:nvSpPr>
            <p:cNvPr id="5212" name="Google Shape;5212;p60"/>
            <p:cNvSpPr/>
            <p:nvPr/>
          </p:nvSpPr>
          <p:spPr>
            <a:xfrm>
              <a:off x="3543950" y="4648550"/>
              <a:ext cx="78450" cy="95775"/>
            </a:xfrm>
            <a:custGeom>
              <a:avLst/>
              <a:gdLst/>
              <a:ahLst/>
              <a:cxnLst/>
              <a:rect l="l" t="t" r="r" b="b"/>
              <a:pathLst>
                <a:path w="3138" h="3831" extrusionOk="0">
                  <a:moveTo>
                    <a:pt x="2677" y="0"/>
                  </a:moveTo>
                  <a:cubicBezTo>
                    <a:pt x="2298" y="356"/>
                    <a:pt x="1861" y="648"/>
                    <a:pt x="1388" y="858"/>
                  </a:cubicBezTo>
                  <a:lnTo>
                    <a:pt x="0" y="2948"/>
                  </a:lnTo>
                  <a:lnTo>
                    <a:pt x="880" y="3831"/>
                  </a:lnTo>
                  <a:lnTo>
                    <a:pt x="3138" y="443"/>
                  </a:lnTo>
                  <a:lnTo>
                    <a:pt x="267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213" name="Google Shape;5213;p60"/>
            <p:cNvSpPr/>
            <p:nvPr/>
          </p:nvSpPr>
          <p:spPr>
            <a:xfrm>
              <a:off x="3427250" y="4456050"/>
              <a:ext cx="197650" cy="197175"/>
            </a:xfrm>
            <a:custGeom>
              <a:avLst/>
              <a:gdLst/>
              <a:ahLst/>
              <a:cxnLst/>
              <a:rect l="l" t="t" r="r" b="b"/>
              <a:pathLst>
                <a:path w="7906" h="7887" extrusionOk="0">
                  <a:moveTo>
                    <a:pt x="7520" y="0"/>
                  </a:moveTo>
                  <a:cubicBezTo>
                    <a:pt x="6863" y="1374"/>
                    <a:pt x="5475" y="2247"/>
                    <a:pt x="3952" y="2247"/>
                  </a:cubicBezTo>
                  <a:lnTo>
                    <a:pt x="1" y="2247"/>
                  </a:lnTo>
                  <a:lnTo>
                    <a:pt x="1" y="3942"/>
                  </a:lnTo>
                  <a:cubicBezTo>
                    <a:pt x="1" y="5698"/>
                    <a:pt x="1154" y="7137"/>
                    <a:pt x="2587" y="7643"/>
                  </a:cubicBezTo>
                  <a:lnTo>
                    <a:pt x="2597" y="7643"/>
                  </a:lnTo>
                  <a:cubicBezTo>
                    <a:pt x="3006" y="7806"/>
                    <a:pt x="3480" y="7887"/>
                    <a:pt x="3953" y="7887"/>
                  </a:cubicBezTo>
                  <a:cubicBezTo>
                    <a:pt x="4426" y="7887"/>
                    <a:pt x="4899" y="7806"/>
                    <a:pt x="5307" y="7643"/>
                  </a:cubicBezTo>
                  <a:lnTo>
                    <a:pt x="5319" y="7643"/>
                  </a:lnTo>
                  <a:cubicBezTo>
                    <a:pt x="6451" y="7306"/>
                    <a:pt x="7905" y="5848"/>
                    <a:pt x="7905" y="3942"/>
                  </a:cubicBezTo>
                  <a:lnTo>
                    <a:pt x="7905" y="1684"/>
                  </a:lnTo>
                  <a:cubicBezTo>
                    <a:pt x="7905" y="1100"/>
                    <a:pt x="7776" y="524"/>
                    <a:pt x="75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214" name="Google Shape;5214;p60"/>
            <p:cNvSpPr/>
            <p:nvPr/>
          </p:nvSpPr>
          <p:spPr>
            <a:xfrm>
              <a:off x="3428150" y="4399275"/>
              <a:ext cx="166925" cy="84725"/>
            </a:xfrm>
            <a:custGeom>
              <a:avLst/>
              <a:gdLst/>
              <a:ahLst/>
              <a:cxnLst/>
              <a:rect l="l" t="t" r="r" b="b"/>
              <a:pathLst>
                <a:path w="6677" h="3389" extrusionOk="0">
                  <a:moveTo>
                    <a:pt x="3921" y="1"/>
                  </a:moveTo>
                  <a:cubicBezTo>
                    <a:pt x="3917" y="1"/>
                    <a:pt x="3913" y="1"/>
                    <a:pt x="3910" y="1"/>
                  </a:cubicBezTo>
                  <a:cubicBezTo>
                    <a:pt x="1946" y="4"/>
                    <a:pt x="284" y="1446"/>
                    <a:pt x="1" y="3389"/>
                  </a:cubicBezTo>
                  <a:lnTo>
                    <a:pt x="3910" y="3389"/>
                  </a:lnTo>
                  <a:cubicBezTo>
                    <a:pt x="5247" y="3389"/>
                    <a:pt x="6403" y="2452"/>
                    <a:pt x="6677" y="1142"/>
                  </a:cubicBezTo>
                  <a:cubicBezTo>
                    <a:pt x="5945" y="410"/>
                    <a:pt x="4953" y="1"/>
                    <a:pt x="392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215" name="Google Shape;5215;p60"/>
            <p:cNvSpPr/>
            <p:nvPr/>
          </p:nvSpPr>
          <p:spPr>
            <a:xfrm>
              <a:off x="3330525" y="4674000"/>
              <a:ext cx="181225" cy="207125"/>
            </a:xfrm>
            <a:custGeom>
              <a:avLst/>
              <a:gdLst/>
              <a:ahLst/>
              <a:cxnLst/>
              <a:rect l="l" t="t" r="r" b="b"/>
              <a:pathLst>
                <a:path w="7249" h="8285" extrusionOk="0">
                  <a:moveTo>
                    <a:pt x="2972" y="0"/>
                  </a:moveTo>
                  <a:lnTo>
                    <a:pt x="1455" y="440"/>
                  </a:lnTo>
                  <a:cubicBezTo>
                    <a:pt x="542" y="744"/>
                    <a:pt x="0" y="1716"/>
                    <a:pt x="235" y="2620"/>
                  </a:cubicBezTo>
                  <a:lnTo>
                    <a:pt x="1229" y="7832"/>
                  </a:lnTo>
                  <a:cubicBezTo>
                    <a:pt x="1289" y="8091"/>
                    <a:pt x="1518" y="8278"/>
                    <a:pt x="1783" y="8284"/>
                  </a:cubicBezTo>
                  <a:cubicBezTo>
                    <a:pt x="1787" y="8284"/>
                    <a:pt x="1792" y="8285"/>
                    <a:pt x="1796" y="8285"/>
                  </a:cubicBezTo>
                  <a:cubicBezTo>
                    <a:pt x="1816" y="8285"/>
                    <a:pt x="1835" y="8279"/>
                    <a:pt x="1852" y="8272"/>
                  </a:cubicBezTo>
                  <a:cubicBezTo>
                    <a:pt x="1861" y="8284"/>
                    <a:pt x="1861" y="8284"/>
                    <a:pt x="1873" y="8284"/>
                  </a:cubicBezTo>
                  <a:lnTo>
                    <a:pt x="7248" y="8284"/>
                  </a:lnTo>
                  <a:lnTo>
                    <a:pt x="7248" y="3364"/>
                  </a:lnTo>
                  <a:lnTo>
                    <a:pt x="6514" y="4086"/>
                  </a:lnTo>
                  <a:cubicBezTo>
                    <a:pt x="6410" y="4202"/>
                    <a:pt x="6270" y="4259"/>
                    <a:pt x="6126" y="4259"/>
                  </a:cubicBezTo>
                  <a:cubicBezTo>
                    <a:pt x="5952" y="4259"/>
                    <a:pt x="5772" y="4175"/>
                    <a:pt x="5646" y="4008"/>
                  </a:cubicBezTo>
                  <a:lnTo>
                    <a:pt x="297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216" name="Google Shape;5216;p60"/>
            <p:cNvSpPr/>
            <p:nvPr/>
          </p:nvSpPr>
          <p:spPr>
            <a:xfrm>
              <a:off x="3540175" y="4674000"/>
              <a:ext cx="181000" cy="207100"/>
            </a:xfrm>
            <a:custGeom>
              <a:avLst/>
              <a:gdLst/>
              <a:ahLst/>
              <a:cxnLst/>
              <a:rect l="l" t="t" r="r" b="b"/>
              <a:pathLst>
                <a:path w="7240" h="8284" extrusionOk="0">
                  <a:moveTo>
                    <a:pt x="3951" y="4821"/>
                  </a:moveTo>
                  <a:cubicBezTo>
                    <a:pt x="4701" y="4821"/>
                    <a:pt x="4701" y="5950"/>
                    <a:pt x="3951" y="5950"/>
                  </a:cubicBezTo>
                  <a:lnTo>
                    <a:pt x="2822" y="5950"/>
                  </a:lnTo>
                  <a:cubicBezTo>
                    <a:pt x="2075" y="5950"/>
                    <a:pt x="2075" y="4821"/>
                    <a:pt x="2822" y="4821"/>
                  </a:cubicBezTo>
                  <a:close/>
                  <a:moveTo>
                    <a:pt x="4280" y="0"/>
                  </a:moveTo>
                  <a:lnTo>
                    <a:pt x="1603" y="4008"/>
                  </a:lnTo>
                  <a:cubicBezTo>
                    <a:pt x="1476" y="4178"/>
                    <a:pt x="1297" y="4257"/>
                    <a:pt x="1126" y="4257"/>
                  </a:cubicBezTo>
                  <a:cubicBezTo>
                    <a:pt x="977" y="4257"/>
                    <a:pt x="834" y="4197"/>
                    <a:pt x="735" y="4086"/>
                  </a:cubicBezTo>
                  <a:lnTo>
                    <a:pt x="1" y="3364"/>
                  </a:lnTo>
                  <a:lnTo>
                    <a:pt x="1" y="8284"/>
                  </a:lnTo>
                  <a:lnTo>
                    <a:pt x="5454" y="8284"/>
                  </a:lnTo>
                  <a:cubicBezTo>
                    <a:pt x="5722" y="8284"/>
                    <a:pt x="5954" y="8094"/>
                    <a:pt x="6008" y="7832"/>
                  </a:cubicBezTo>
                  <a:lnTo>
                    <a:pt x="7002" y="2653"/>
                  </a:lnTo>
                  <a:cubicBezTo>
                    <a:pt x="7240" y="1716"/>
                    <a:pt x="6707" y="744"/>
                    <a:pt x="5770" y="428"/>
                  </a:cubicBezTo>
                  <a:lnTo>
                    <a:pt x="428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217" name="Google Shape;5217;p60"/>
            <p:cNvSpPr/>
            <p:nvPr/>
          </p:nvSpPr>
          <p:spPr>
            <a:xfrm>
              <a:off x="3429975" y="4648850"/>
              <a:ext cx="78225" cy="95400"/>
            </a:xfrm>
            <a:custGeom>
              <a:avLst/>
              <a:gdLst/>
              <a:ahLst/>
              <a:cxnLst/>
              <a:rect l="l" t="t" r="r" b="b"/>
              <a:pathLst>
                <a:path w="3129" h="3816" extrusionOk="0">
                  <a:moveTo>
                    <a:pt x="452" y="0"/>
                  </a:moveTo>
                  <a:lnTo>
                    <a:pt x="0" y="440"/>
                  </a:lnTo>
                  <a:lnTo>
                    <a:pt x="2247" y="3816"/>
                  </a:lnTo>
                  <a:lnTo>
                    <a:pt x="3129" y="2936"/>
                  </a:lnTo>
                  <a:lnTo>
                    <a:pt x="1741" y="846"/>
                  </a:lnTo>
                  <a:cubicBezTo>
                    <a:pt x="1268" y="636"/>
                    <a:pt x="834" y="350"/>
                    <a:pt x="4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218" name="Google Shape;5218;p60"/>
            <p:cNvSpPr/>
            <p:nvPr/>
          </p:nvSpPr>
          <p:spPr>
            <a:xfrm>
              <a:off x="3514200" y="4681000"/>
              <a:ext cx="23150" cy="17550"/>
            </a:xfrm>
            <a:custGeom>
              <a:avLst/>
              <a:gdLst/>
              <a:ahLst/>
              <a:cxnLst/>
              <a:rect l="l" t="t" r="r" b="b"/>
              <a:pathLst>
                <a:path w="926" h="702" extrusionOk="0">
                  <a:moveTo>
                    <a:pt x="1" y="0"/>
                  </a:moveTo>
                  <a:lnTo>
                    <a:pt x="465" y="702"/>
                  </a:lnTo>
                  <a:lnTo>
                    <a:pt x="925" y="0"/>
                  </a:lnTo>
                  <a:lnTo>
                    <a:pt x="916" y="0"/>
                  </a:lnTo>
                  <a:cubicBezTo>
                    <a:pt x="769" y="12"/>
                    <a:pt x="609" y="24"/>
                    <a:pt x="465" y="24"/>
                  </a:cubicBezTo>
                  <a:cubicBezTo>
                    <a:pt x="317" y="24"/>
                    <a:pt x="157" y="12"/>
                    <a:pt x="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5219" name="Google Shape;5219;p60"/>
          <p:cNvGrpSpPr/>
          <p:nvPr/>
        </p:nvGrpSpPr>
        <p:grpSpPr>
          <a:xfrm>
            <a:off x="7161510" y="3538890"/>
            <a:ext cx="253265" cy="339253"/>
            <a:chOff x="3938800" y="4399275"/>
            <a:chExt cx="359700" cy="481825"/>
          </a:xfrm>
        </p:grpSpPr>
        <p:sp>
          <p:nvSpPr>
            <p:cNvPr id="5220" name="Google Shape;5220;p60"/>
            <p:cNvSpPr/>
            <p:nvPr/>
          </p:nvSpPr>
          <p:spPr>
            <a:xfrm>
              <a:off x="4022650" y="4427525"/>
              <a:ext cx="166625" cy="84700"/>
            </a:xfrm>
            <a:custGeom>
              <a:avLst/>
              <a:gdLst/>
              <a:ahLst/>
              <a:cxnLst/>
              <a:rect l="l" t="t" r="r" b="b"/>
              <a:pathLst>
                <a:path w="6665" h="3388" extrusionOk="0">
                  <a:moveTo>
                    <a:pt x="3909" y="0"/>
                  </a:moveTo>
                  <a:cubicBezTo>
                    <a:pt x="1946" y="3"/>
                    <a:pt x="284" y="1446"/>
                    <a:pt x="1" y="3388"/>
                  </a:cubicBezTo>
                  <a:lnTo>
                    <a:pt x="3909" y="3388"/>
                  </a:lnTo>
                  <a:cubicBezTo>
                    <a:pt x="4807" y="3385"/>
                    <a:pt x="5647" y="2957"/>
                    <a:pt x="6180" y="2235"/>
                  </a:cubicBezTo>
                  <a:cubicBezTo>
                    <a:pt x="6421" y="1909"/>
                    <a:pt x="6589" y="1530"/>
                    <a:pt x="6665" y="1129"/>
                  </a:cubicBezTo>
                  <a:cubicBezTo>
                    <a:pt x="6135" y="602"/>
                    <a:pt x="5463" y="241"/>
                    <a:pt x="4734" y="91"/>
                  </a:cubicBezTo>
                  <a:cubicBezTo>
                    <a:pt x="4463" y="30"/>
                    <a:pt x="4186" y="0"/>
                    <a:pt x="390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221" name="Google Shape;5221;p60"/>
            <p:cNvSpPr/>
            <p:nvPr/>
          </p:nvSpPr>
          <p:spPr>
            <a:xfrm>
              <a:off x="4021450" y="4484275"/>
              <a:ext cx="197650" cy="199225"/>
            </a:xfrm>
            <a:custGeom>
              <a:avLst/>
              <a:gdLst/>
              <a:ahLst/>
              <a:cxnLst/>
              <a:rect l="l" t="t" r="r" b="b"/>
              <a:pathLst>
                <a:path w="7906" h="7969" extrusionOk="0">
                  <a:moveTo>
                    <a:pt x="7526" y="1"/>
                  </a:moveTo>
                  <a:cubicBezTo>
                    <a:pt x="7420" y="223"/>
                    <a:pt x="7291" y="434"/>
                    <a:pt x="7140" y="633"/>
                  </a:cubicBezTo>
                  <a:cubicBezTo>
                    <a:pt x="6396" y="1648"/>
                    <a:pt x="5216" y="2247"/>
                    <a:pt x="3957" y="2247"/>
                  </a:cubicBezTo>
                  <a:lnTo>
                    <a:pt x="4" y="2247"/>
                  </a:lnTo>
                  <a:lnTo>
                    <a:pt x="4" y="4018"/>
                  </a:lnTo>
                  <a:cubicBezTo>
                    <a:pt x="1" y="4635"/>
                    <a:pt x="148" y="5243"/>
                    <a:pt x="434" y="5788"/>
                  </a:cubicBezTo>
                  <a:lnTo>
                    <a:pt x="434" y="5800"/>
                  </a:lnTo>
                  <a:cubicBezTo>
                    <a:pt x="615" y="6159"/>
                    <a:pt x="850" y="6487"/>
                    <a:pt x="1133" y="6773"/>
                  </a:cubicBezTo>
                  <a:lnTo>
                    <a:pt x="1202" y="6839"/>
                  </a:lnTo>
                  <a:cubicBezTo>
                    <a:pt x="1967" y="7592"/>
                    <a:pt x="2962" y="7968"/>
                    <a:pt x="3958" y="7968"/>
                  </a:cubicBezTo>
                  <a:cubicBezTo>
                    <a:pt x="4959" y="7968"/>
                    <a:pt x="5959" y="7588"/>
                    <a:pt x="6725" y="6827"/>
                  </a:cubicBezTo>
                  <a:lnTo>
                    <a:pt x="6758" y="6794"/>
                  </a:lnTo>
                  <a:cubicBezTo>
                    <a:pt x="6972" y="6583"/>
                    <a:pt x="7158" y="6342"/>
                    <a:pt x="7312" y="6083"/>
                  </a:cubicBezTo>
                  <a:lnTo>
                    <a:pt x="7321" y="6083"/>
                  </a:lnTo>
                  <a:cubicBezTo>
                    <a:pt x="7703" y="5463"/>
                    <a:pt x="7905" y="4746"/>
                    <a:pt x="7902" y="4018"/>
                  </a:cubicBezTo>
                  <a:lnTo>
                    <a:pt x="7902" y="1684"/>
                  </a:lnTo>
                  <a:cubicBezTo>
                    <a:pt x="7902" y="1407"/>
                    <a:pt x="7875" y="1130"/>
                    <a:pt x="7818" y="859"/>
                  </a:cubicBezTo>
                  <a:cubicBezTo>
                    <a:pt x="7764" y="561"/>
                    <a:pt x="7664" y="272"/>
                    <a:pt x="75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222" name="Google Shape;5222;p60"/>
            <p:cNvSpPr/>
            <p:nvPr/>
          </p:nvSpPr>
          <p:spPr>
            <a:xfrm>
              <a:off x="4054050" y="4692500"/>
              <a:ext cx="132975" cy="47450"/>
            </a:xfrm>
            <a:custGeom>
              <a:avLst/>
              <a:gdLst/>
              <a:ahLst/>
              <a:cxnLst/>
              <a:rect l="l" t="t" r="r" b="b"/>
              <a:pathLst>
                <a:path w="5319" h="1898" extrusionOk="0">
                  <a:moveTo>
                    <a:pt x="5318" y="1"/>
                  </a:moveTo>
                  <a:lnTo>
                    <a:pt x="5318" y="1"/>
                  </a:lnTo>
                  <a:cubicBezTo>
                    <a:pt x="4550" y="498"/>
                    <a:pt x="3635" y="769"/>
                    <a:pt x="2653" y="769"/>
                  </a:cubicBezTo>
                  <a:cubicBezTo>
                    <a:pt x="2648" y="769"/>
                    <a:pt x="2643" y="769"/>
                    <a:pt x="2637" y="769"/>
                  </a:cubicBezTo>
                  <a:cubicBezTo>
                    <a:pt x="1703" y="769"/>
                    <a:pt x="791" y="507"/>
                    <a:pt x="0" y="13"/>
                  </a:cubicBezTo>
                  <a:lnTo>
                    <a:pt x="0" y="13"/>
                  </a:lnTo>
                  <a:cubicBezTo>
                    <a:pt x="82" y="272"/>
                    <a:pt x="202" y="516"/>
                    <a:pt x="362" y="736"/>
                  </a:cubicBezTo>
                  <a:cubicBezTo>
                    <a:pt x="898" y="1464"/>
                    <a:pt x="1747" y="1895"/>
                    <a:pt x="2653" y="1898"/>
                  </a:cubicBezTo>
                  <a:cubicBezTo>
                    <a:pt x="2660" y="1898"/>
                    <a:pt x="2667" y="1898"/>
                    <a:pt x="2674" y="1898"/>
                  </a:cubicBezTo>
                  <a:cubicBezTo>
                    <a:pt x="3870" y="1898"/>
                    <a:pt x="4935" y="1135"/>
                    <a:pt x="531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223" name="Google Shape;5223;p60"/>
            <p:cNvSpPr/>
            <p:nvPr/>
          </p:nvSpPr>
          <p:spPr>
            <a:xfrm>
              <a:off x="4163275" y="4399275"/>
              <a:ext cx="84275" cy="84200"/>
            </a:xfrm>
            <a:custGeom>
              <a:avLst/>
              <a:gdLst/>
              <a:ahLst/>
              <a:cxnLst/>
              <a:rect l="l" t="t" r="r" b="b"/>
              <a:pathLst>
                <a:path w="3371" h="3368" extrusionOk="0">
                  <a:moveTo>
                    <a:pt x="1090" y="1"/>
                  </a:moveTo>
                  <a:cubicBezTo>
                    <a:pt x="707" y="1"/>
                    <a:pt x="330" y="106"/>
                    <a:pt x="1" y="305"/>
                  </a:cubicBezTo>
                  <a:cubicBezTo>
                    <a:pt x="338" y="420"/>
                    <a:pt x="660" y="573"/>
                    <a:pt x="961" y="769"/>
                  </a:cubicBezTo>
                  <a:lnTo>
                    <a:pt x="961" y="781"/>
                  </a:lnTo>
                  <a:cubicBezTo>
                    <a:pt x="1443" y="1070"/>
                    <a:pt x="1874" y="1446"/>
                    <a:pt x="2226" y="1886"/>
                  </a:cubicBezTo>
                  <a:cubicBezTo>
                    <a:pt x="2587" y="2329"/>
                    <a:pt x="2871" y="2829"/>
                    <a:pt x="3060" y="3368"/>
                  </a:cubicBezTo>
                  <a:cubicBezTo>
                    <a:pt x="3262" y="3033"/>
                    <a:pt x="3370" y="2651"/>
                    <a:pt x="3364" y="2259"/>
                  </a:cubicBezTo>
                  <a:cubicBezTo>
                    <a:pt x="3361" y="1236"/>
                    <a:pt x="2672" y="341"/>
                    <a:pt x="1684" y="79"/>
                  </a:cubicBezTo>
                  <a:cubicBezTo>
                    <a:pt x="1615" y="58"/>
                    <a:pt x="1543" y="46"/>
                    <a:pt x="1467" y="46"/>
                  </a:cubicBezTo>
                  <a:cubicBezTo>
                    <a:pt x="1344" y="34"/>
                    <a:pt x="1232" y="1"/>
                    <a:pt x="1106" y="1"/>
                  </a:cubicBezTo>
                  <a:cubicBezTo>
                    <a:pt x="1101" y="1"/>
                    <a:pt x="1095" y="1"/>
                    <a:pt x="109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224" name="Google Shape;5224;p60"/>
            <p:cNvSpPr/>
            <p:nvPr/>
          </p:nvSpPr>
          <p:spPr>
            <a:xfrm>
              <a:off x="3938800" y="4692800"/>
              <a:ext cx="359700" cy="188300"/>
            </a:xfrm>
            <a:custGeom>
              <a:avLst/>
              <a:gdLst/>
              <a:ahLst/>
              <a:cxnLst/>
              <a:rect l="l" t="t" r="r" b="b"/>
              <a:pathLst>
                <a:path w="14388" h="7532" extrusionOk="0">
                  <a:moveTo>
                    <a:pt x="11160" y="4144"/>
                  </a:moveTo>
                  <a:cubicBezTo>
                    <a:pt x="11470" y="4144"/>
                    <a:pt x="11723" y="4397"/>
                    <a:pt x="11723" y="4710"/>
                  </a:cubicBezTo>
                  <a:cubicBezTo>
                    <a:pt x="11723" y="5021"/>
                    <a:pt x="11470" y="5274"/>
                    <a:pt x="11160" y="5274"/>
                  </a:cubicBezTo>
                  <a:lnTo>
                    <a:pt x="10031" y="5274"/>
                  </a:lnTo>
                  <a:cubicBezTo>
                    <a:pt x="9718" y="5274"/>
                    <a:pt x="9465" y="5021"/>
                    <a:pt x="9465" y="4710"/>
                  </a:cubicBezTo>
                  <a:cubicBezTo>
                    <a:pt x="9465" y="4397"/>
                    <a:pt x="9718" y="4144"/>
                    <a:pt x="10031" y="4144"/>
                  </a:cubicBezTo>
                  <a:close/>
                  <a:moveTo>
                    <a:pt x="3379" y="1"/>
                  </a:moveTo>
                  <a:lnTo>
                    <a:pt x="2385" y="248"/>
                  </a:lnTo>
                  <a:cubicBezTo>
                    <a:pt x="922" y="615"/>
                    <a:pt x="0" y="2067"/>
                    <a:pt x="295" y="3545"/>
                  </a:cubicBezTo>
                  <a:lnTo>
                    <a:pt x="1006" y="7080"/>
                  </a:lnTo>
                  <a:cubicBezTo>
                    <a:pt x="1060" y="7342"/>
                    <a:pt x="1292" y="7532"/>
                    <a:pt x="1560" y="7532"/>
                  </a:cubicBezTo>
                  <a:lnTo>
                    <a:pt x="12831" y="7532"/>
                  </a:lnTo>
                  <a:cubicBezTo>
                    <a:pt x="12833" y="7532"/>
                    <a:pt x="12835" y="7532"/>
                    <a:pt x="12837" y="7532"/>
                  </a:cubicBezTo>
                  <a:cubicBezTo>
                    <a:pt x="13103" y="7532"/>
                    <a:pt x="13331" y="7343"/>
                    <a:pt x="13382" y="7080"/>
                  </a:cubicBezTo>
                  <a:lnTo>
                    <a:pt x="14096" y="3545"/>
                  </a:lnTo>
                  <a:cubicBezTo>
                    <a:pt x="14388" y="2070"/>
                    <a:pt x="13476" y="621"/>
                    <a:pt x="12018" y="248"/>
                  </a:cubicBezTo>
                  <a:lnTo>
                    <a:pt x="11046" y="13"/>
                  </a:lnTo>
                  <a:cubicBezTo>
                    <a:pt x="10678" y="1506"/>
                    <a:pt x="9474" y="2648"/>
                    <a:pt x="7965" y="2943"/>
                  </a:cubicBezTo>
                  <a:cubicBezTo>
                    <a:pt x="7714" y="2991"/>
                    <a:pt x="7463" y="3015"/>
                    <a:pt x="7214" y="3015"/>
                  </a:cubicBezTo>
                  <a:cubicBezTo>
                    <a:pt x="5960" y="3015"/>
                    <a:pt x="4762" y="2417"/>
                    <a:pt x="4011" y="1377"/>
                  </a:cubicBezTo>
                  <a:cubicBezTo>
                    <a:pt x="3707" y="967"/>
                    <a:pt x="3493" y="498"/>
                    <a:pt x="337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5225" name="Google Shape;5225;p60"/>
          <p:cNvGrpSpPr/>
          <p:nvPr/>
        </p:nvGrpSpPr>
        <p:grpSpPr>
          <a:xfrm>
            <a:off x="7632288" y="3538890"/>
            <a:ext cx="159039" cy="339253"/>
            <a:chOff x="4584850" y="4399275"/>
            <a:chExt cx="225875" cy="481825"/>
          </a:xfrm>
        </p:grpSpPr>
        <p:sp>
          <p:nvSpPr>
            <p:cNvPr id="5226" name="Google Shape;5226;p60"/>
            <p:cNvSpPr/>
            <p:nvPr/>
          </p:nvSpPr>
          <p:spPr>
            <a:xfrm>
              <a:off x="4655400" y="4399275"/>
              <a:ext cx="84700" cy="84725"/>
            </a:xfrm>
            <a:custGeom>
              <a:avLst/>
              <a:gdLst/>
              <a:ahLst/>
              <a:cxnLst/>
              <a:rect l="l" t="t" r="r" b="b"/>
              <a:pathLst>
                <a:path w="3388" h="3389" extrusionOk="0">
                  <a:moveTo>
                    <a:pt x="1696" y="1"/>
                  </a:moveTo>
                  <a:cubicBezTo>
                    <a:pt x="759" y="1"/>
                    <a:pt x="0" y="760"/>
                    <a:pt x="0" y="1696"/>
                  </a:cubicBezTo>
                  <a:cubicBezTo>
                    <a:pt x="0" y="2630"/>
                    <a:pt x="759" y="3389"/>
                    <a:pt x="1696" y="3389"/>
                  </a:cubicBezTo>
                  <a:cubicBezTo>
                    <a:pt x="2629" y="3389"/>
                    <a:pt x="3388" y="2630"/>
                    <a:pt x="3388" y="1696"/>
                  </a:cubicBezTo>
                  <a:cubicBezTo>
                    <a:pt x="3388" y="760"/>
                    <a:pt x="2629" y="1"/>
                    <a:pt x="169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227" name="Google Shape;5227;p60"/>
            <p:cNvSpPr/>
            <p:nvPr/>
          </p:nvSpPr>
          <p:spPr>
            <a:xfrm>
              <a:off x="4584850" y="4512200"/>
              <a:ext cx="225875" cy="368900"/>
            </a:xfrm>
            <a:custGeom>
              <a:avLst/>
              <a:gdLst/>
              <a:ahLst/>
              <a:cxnLst/>
              <a:rect l="l" t="t" r="r" b="b"/>
              <a:pathLst>
                <a:path w="9035" h="14756" extrusionOk="0">
                  <a:moveTo>
                    <a:pt x="2259" y="1"/>
                  </a:moveTo>
                  <a:cubicBezTo>
                    <a:pt x="1013" y="1"/>
                    <a:pt x="1" y="1052"/>
                    <a:pt x="1" y="2298"/>
                  </a:cubicBezTo>
                  <a:lnTo>
                    <a:pt x="1" y="5686"/>
                  </a:lnTo>
                  <a:cubicBezTo>
                    <a:pt x="1" y="6280"/>
                    <a:pt x="414" y="6792"/>
                    <a:pt x="1106" y="6792"/>
                  </a:cubicBezTo>
                  <a:cubicBezTo>
                    <a:pt x="1284" y="6792"/>
                    <a:pt x="1480" y="6758"/>
                    <a:pt x="1693" y="6683"/>
                  </a:cubicBezTo>
                  <a:lnTo>
                    <a:pt x="1693" y="13627"/>
                  </a:lnTo>
                  <a:cubicBezTo>
                    <a:pt x="1693" y="14250"/>
                    <a:pt x="2199" y="14756"/>
                    <a:pt x="2822" y="14756"/>
                  </a:cubicBezTo>
                  <a:cubicBezTo>
                    <a:pt x="3446" y="14756"/>
                    <a:pt x="3952" y="14250"/>
                    <a:pt x="3952" y="13627"/>
                  </a:cubicBezTo>
                  <a:lnTo>
                    <a:pt x="3952" y="9637"/>
                  </a:lnTo>
                  <a:cubicBezTo>
                    <a:pt x="3952" y="9324"/>
                    <a:pt x="4204" y="9074"/>
                    <a:pt x="4518" y="9074"/>
                  </a:cubicBezTo>
                  <a:cubicBezTo>
                    <a:pt x="4828" y="9074"/>
                    <a:pt x="5081" y="9324"/>
                    <a:pt x="5081" y="9637"/>
                  </a:cubicBezTo>
                  <a:lnTo>
                    <a:pt x="5081" y="13627"/>
                  </a:lnTo>
                  <a:cubicBezTo>
                    <a:pt x="5081" y="14250"/>
                    <a:pt x="5587" y="14756"/>
                    <a:pt x="6210" y="14756"/>
                  </a:cubicBezTo>
                  <a:cubicBezTo>
                    <a:pt x="6833" y="14756"/>
                    <a:pt x="7339" y="14250"/>
                    <a:pt x="7339" y="13627"/>
                  </a:cubicBezTo>
                  <a:lnTo>
                    <a:pt x="7339" y="6683"/>
                  </a:lnTo>
                  <a:cubicBezTo>
                    <a:pt x="7552" y="6758"/>
                    <a:pt x="7749" y="6792"/>
                    <a:pt x="7927" y="6792"/>
                  </a:cubicBezTo>
                  <a:cubicBezTo>
                    <a:pt x="8619" y="6792"/>
                    <a:pt x="9035" y="6280"/>
                    <a:pt x="9035" y="5686"/>
                  </a:cubicBezTo>
                  <a:lnTo>
                    <a:pt x="9035" y="2298"/>
                  </a:lnTo>
                  <a:cubicBezTo>
                    <a:pt x="9035" y="1052"/>
                    <a:pt x="8020" y="1"/>
                    <a:pt x="67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5228" name="Google Shape;5228;p60"/>
          <p:cNvSpPr/>
          <p:nvPr/>
        </p:nvSpPr>
        <p:spPr>
          <a:xfrm>
            <a:off x="7950424" y="3538820"/>
            <a:ext cx="372275" cy="339112"/>
          </a:xfrm>
          <a:custGeom>
            <a:avLst/>
            <a:gdLst/>
            <a:ahLst/>
            <a:cxnLst/>
            <a:rect l="l" t="t" r="r" b="b"/>
            <a:pathLst>
              <a:path w="21149" h="19265" extrusionOk="0">
                <a:moveTo>
                  <a:pt x="10580" y="3417"/>
                </a:moveTo>
                <a:cubicBezTo>
                  <a:pt x="12186" y="3417"/>
                  <a:pt x="13773" y="4040"/>
                  <a:pt x="14967" y="5236"/>
                </a:cubicBezTo>
                <a:cubicBezTo>
                  <a:pt x="16933" y="7199"/>
                  <a:pt x="17352" y="10231"/>
                  <a:pt x="15997" y="12655"/>
                </a:cubicBezTo>
                <a:lnTo>
                  <a:pt x="7550" y="4209"/>
                </a:lnTo>
                <a:cubicBezTo>
                  <a:pt x="8500" y="3676"/>
                  <a:pt x="9544" y="3417"/>
                  <a:pt x="10580" y="3417"/>
                </a:cubicBezTo>
                <a:close/>
                <a:moveTo>
                  <a:pt x="5156" y="6603"/>
                </a:moveTo>
                <a:lnTo>
                  <a:pt x="13600" y="15049"/>
                </a:lnTo>
                <a:cubicBezTo>
                  <a:pt x="12650" y="15584"/>
                  <a:pt x="11607" y="15844"/>
                  <a:pt x="10570" y="15844"/>
                </a:cubicBezTo>
                <a:cubicBezTo>
                  <a:pt x="8964" y="15844"/>
                  <a:pt x="7375" y="15218"/>
                  <a:pt x="6183" y="14019"/>
                </a:cubicBezTo>
                <a:cubicBezTo>
                  <a:pt x="4210" y="12059"/>
                  <a:pt x="3789" y="9024"/>
                  <a:pt x="5156" y="6603"/>
                </a:cubicBezTo>
                <a:close/>
                <a:moveTo>
                  <a:pt x="10574" y="0"/>
                </a:moveTo>
                <a:cubicBezTo>
                  <a:pt x="8127" y="0"/>
                  <a:pt x="5681" y="948"/>
                  <a:pt x="3789" y="2842"/>
                </a:cubicBezTo>
                <a:cubicBezTo>
                  <a:pt x="1" y="6630"/>
                  <a:pt x="1" y="12628"/>
                  <a:pt x="3789" y="16413"/>
                </a:cubicBezTo>
                <a:cubicBezTo>
                  <a:pt x="5662" y="18289"/>
                  <a:pt x="8113" y="19265"/>
                  <a:pt x="10576" y="19265"/>
                </a:cubicBezTo>
                <a:cubicBezTo>
                  <a:pt x="13036" y="19265"/>
                  <a:pt x="15488" y="18289"/>
                  <a:pt x="17361" y="16413"/>
                </a:cubicBezTo>
                <a:cubicBezTo>
                  <a:pt x="21149" y="12625"/>
                  <a:pt x="21149" y="6630"/>
                  <a:pt x="17361" y="2842"/>
                </a:cubicBezTo>
                <a:cubicBezTo>
                  <a:pt x="15467" y="948"/>
                  <a:pt x="13020" y="0"/>
                  <a:pt x="1057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grpSp>
        <p:nvGrpSpPr>
          <p:cNvPr id="5229" name="Google Shape;5229;p60"/>
          <p:cNvGrpSpPr/>
          <p:nvPr/>
        </p:nvGrpSpPr>
        <p:grpSpPr>
          <a:xfrm>
            <a:off x="817316" y="3951795"/>
            <a:ext cx="339253" cy="339253"/>
            <a:chOff x="5642550" y="4399275"/>
            <a:chExt cx="481825" cy="481825"/>
          </a:xfrm>
        </p:grpSpPr>
        <p:sp>
          <p:nvSpPr>
            <p:cNvPr id="5230" name="Google Shape;5230;p60"/>
            <p:cNvSpPr/>
            <p:nvPr/>
          </p:nvSpPr>
          <p:spPr>
            <a:xfrm>
              <a:off x="5642550" y="439927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15283" y="7945"/>
                  </a:moveTo>
                  <a:cubicBezTo>
                    <a:pt x="15593" y="7945"/>
                    <a:pt x="15846" y="8195"/>
                    <a:pt x="15846" y="8508"/>
                  </a:cubicBezTo>
                  <a:lnTo>
                    <a:pt x="15846" y="10766"/>
                  </a:lnTo>
                  <a:cubicBezTo>
                    <a:pt x="15846" y="11079"/>
                    <a:pt x="15593" y="11332"/>
                    <a:pt x="15283" y="11332"/>
                  </a:cubicBezTo>
                  <a:lnTo>
                    <a:pt x="3991" y="11332"/>
                  </a:lnTo>
                  <a:cubicBezTo>
                    <a:pt x="3678" y="11332"/>
                    <a:pt x="3425" y="11079"/>
                    <a:pt x="3425" y="10766"/>
                  </a:cubicBezTo>
                  <a:lnTo>
                    <a:pt x="3425" y="8508"/>
                  </a:lnTo>
                  <a:cubicBezTo>
                    <a:pt x="3425" y="8195"/>
                    <a:pt x="3678" y="7945"/>
                    <a:pt x="3991" y="7945"/>
                  </a:cubicBezTo>
                  <a:close/>
                  <a:moveTo>
                    <a:pt x="9637" y="1"/>
                  </a:moveTo>
                  <a:cubicBezTo>
                    <a:pt x="4331" y="1"/>
                    <a:pt x="1" y="4331"/>
                    <a:pt x="1" y="9637"/>
                  </a:cubicBezTo>
                  <a:cubicBezTo>
                    <a:pt x="1" y="14946"/>
                    <a:pt x="4328" y="19273"/>
                    <a:pt x="9637" y="19273"/>
                  </a:cubicBezTo>
                  <a:cubicBezTo>
                    <a:pt x="14943" y="19273"/>
                    <a:pt x="19273" y="14946"/>
                    <a:pt x="19273" y="9637"/>
                  </a:cubicBezTo>
                  <a:cubicBezTo>
                    <a:pt x="19273" y="4331"/>
                    <a:pt x="14943" y="1"/>
                    <a:pt x="96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231" name="Google Shape;5231;p60"/>
            <p:cNvSpPr/>
            <p:nvPr/>
          </p:nvSpPr>
          <p:spPr>
            <a:xfrm>
              <a:off x="5756375" y="4626100"/>
              <a:ext cx="254100" cy="28275"/>
            </a:xfrm>
            <a:custGeom>
              <a:avLst/>
              <a:gdLst/>
              <a:ahLst/>
              <a:cxnLst/>
              <a:rect l="l" t="t" r="r" b="b"/>
              <a:pathLst>
                <a:path w="10164" h="1131" extrusionOk="0">
                  <a:moveTo>
                    <a:pt x="1" y="1"/>
                  </a:moveTo>
                  <a:lnTo>
                    <a:pt x="1" y="1130"/>
                  </a:lnTo>
                  <a:lnTo>
                    <a:pt x="10164" y="1130"/>
                  </a:lnTo>
                  <a:lnTo>
                    <a:pt x="1016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5232" name="Google Shape;5232;p60"/>
          <p:cNvGrpSpPr/>
          <p:nvPr/>
        </p:nvGrpSpPr>
        <p:grpSpPr>
          <a:xfrm>
            <a:off x="2670186" y="3963703"/>
            <a:ext cx="363316" cy="315437"/>
            <a:chOff x="6218300" y="4416175"/>
            <a:chExt cx="516000" cy="448000"/>
          </a:xfrm>
        </p:grpSpPr>
        <p:sp>
          <p:nvSpPr>
            <p:cNvPr id="5233" name="Google Shape;5233;p60"/>
            <p:cNvSpPr/>
            <p:nvPr/>
          </p:nvSpPr>
          <p:spPr>
            <a:xfrm>
              <a:off x="6462150" y="4525375"/>
              <a:ext cx="28250" cy="141250"/>
            </a:xfrm>
            <a:custGeom>
              <a:avLst/>
              <a:gdLst/>
              <a:ahLst/>
              <a:cxnLst/>
              <a:rect l="l" t="t" r="r" b="b"/>
              <a:pathLst>
                <a:path w="1130" h="5650" extrusionOk="0">
                  <a:moveTo>
                    <a:pt x="566" y="1"/>
                  </a:moveTo>
                  <a:cubicBezTo>
                    <a:pt x="253" y="1"/>
                    <a:pt x="0" y="254"/>
                    <a:pt x="0" y="567"/>
                  </a:cubicBezTo>
                  <a:lnTo>
                    <a:pt x="0" y="5087"/>
                  </a:lnTo>
                  <a:cubicBezTo>
                    <a:pt x="0" y="5397"/>
                    <a:pt x="253" y="5650"/>
                    <a:pt x="566" y="5650"/>
                  </a:cubicBezTo>
                  <a:cubicBezTo>
                    <a:pt x="877" y="5650"/>
                    <a:pt x="1130" y="5397"/>
                    <a:pt x="1130" y="5087"/>
                  </a:cubicBezTo>
                  <a:lnTo>
                    <a:pt x="1130" y="567"/>
                  </a:lnTo>
                  <a:cubicBezTo>
                    <a:pt x="1130" y="254"/>
                    <a:pt x="877" y="1"/>
                    <a:pt x="5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234" name="Google Shape;5234;p60"/>
            <p:cNvSpPr/>
            <p:nvPr/>
          </p:nvSpPr>
          <p:spPr>
            <a:xfrm>
              <a:off x="6218300" y="4416175"/>
              <a:ext cx="516000" cy="448000"/>
            </a:xfrm>
            <a:custGeom>
              <a:avLst/>
              <a:gdLst/>
              <a:ahLst/>
              <a:cxnLst/>
              <a:rect l="l" t="t" r="r" b="b"/>
              <a:pathLst>
                <a:path w="20640" h="17920" extrusionOk="0">
                  <a:moveTo>
                    <a:pt x="10320" y="3240"/>
                  </a:moveTo>
                  <a:cubicBezTo>
                    <a:pt x="11254" y="3240"/>
                    <a:pt x="12013" y="3998"/>
                    <a:pt x="12013" y="4935"/>
                  </a:cubicBezTo>
                  <a:lnTo>
                    <a:pt x="12013" y="9452"/>
                  </a:lnTo>
                  <a:cubicBezTo>
                    <a:pt x="12013" y="10385"/>
                    <a:pt x="11254" y="11144"/>
                    <a:pt x="10320" y="11144"/>
                  </a:cubicBezTo>
                  <a:cubicBezTo>
                    <a:pt x="9384" y="11144"/>
                    <a:pt x="8625" y="10385"/>
                    <a:pt x="8625" y="9452"/>
                  </a:cubicBezTo>
                  <a:lnTo>
                    <a:pt x="8625" y="4935"/>
                  </a:lnTo>
                  <a:cubicBezTo>
                    <a:pt x="8625" y="3998"/>
                    <a:pt x="9384" y="3240"/>
                    <a:pt x="10320" y="3240"/>
                  </a:cubicBezTo>
                  <a:close/>
                  <a:moveTo>
                    <a:pt x="10320" y="12274"/>
                  </a:moveTo>
                  <a:cubicBezTo>
                    <a:pt x="10538" y="12274"/>
                    <a:pt x="10758" y="12316"/>
                    <a:pt x="10968" y="12403"/>
                  </a:cubicBezTo>
                  <a:cubicBezTo>
                    <a:pt x="11600" y="12665"/>
                    <a:pt x="12013" y="13282"/>
                    <a:pt x="12013" y="13969"/>
                  </a:cubicBezTo>
                  <a:cubicBezTo>
                    <a:pt x="12013" y="14902"/>
                    <a:pt x="11254" y="15661"/>
                    <a:pt x="10320" y="15661"/>
                  </a:cubicBezTo>
                  <a:cubicBezTo>
                    <a:pt x="9634" y="15661"/>
                    <a:pt x="9017" y="15248"/>
                    <a:pt x="8755" y="14616"/>
                  </a:cubicBezTo>
                  <a:cubicBezTo>
                    <a:pt x="8493" y="13984"/>
                    <a:pt x="8637" y="13255"/>
                    <a:pt x="9122" y="12770"/>
                  </a:cubicBezTo>
                  <a:cubicBezTo>
                    <a:pt x="9446" y="12446"/>
                    <a:pt x="9880" y="12274"/>
                    <a:pt x="10320" y="12274"/>
                  </a:cubicBezTo>
                  <a:close/>
                  <a:moveTo>
                    <a:pt x="10319" y="1"/>
                  </a:moveTo>
                  <a:cubicBezTo>
                    <a:pt x="9352" y="1"/>
                    <a:pt x="8386" y="487"/>
                    <a:pt x="7848" y="1460"/>
                  </a:cubicBezTo>
                  <a:lnTo>
                    <a:pt x="1040" y="13731"/>
                  </a:lnTo>
                  <a:cubicBezTo>
                    <a:pt x="1" y="15613"/>
                    <a:pt x="1359" y="17919"/>
                    <a:pt x="3509" y="17919"/>
                  </a:cubicBezTo>
                  <a:lnTo>
                    <a:pt x="17129" y="17919"/>
                  </a:lnTo>
                  <a:cubicBezTo>
                    <a:pt x="19279" y="17919"/>
                    <a:pt x="20640" y="15616"/>
                    <a:pt x="19598" y="13731"/>
                  </a:cubicBezTo>
                  <a:lnTo>
                    <a:pt x="12790" y="1460"/>
                  </a:lnTo>
                  <a:cubicBezTo>
                    <a:pt x="12252" y="487"/>
                    <a:pt x="11286" y="1"/>
                    <a:pt x="103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235" name="Google Shape;5235;p60"/>
            <p:cNvSpPr/>
            <p:nvPr/>
          </p:nvSpPr>
          <p:spPr>
            <a:xfrm>
              <a:off x="6462150" y="4751225"/>
              <a:ext cx="28250" cy="28250"/>
            </a:xfrm>
            <a:custGeom>
              <a:avLst/>
              <a:gdLst/>
              <a:ahLst/>
              <a:cxnLst/>
              <a:rect l="l" t="t" r="r" b="b"/>
              <a:pathLst>
                <a:path w="1130" h="1130" extrusionOk="0">
                  <a:moveTo>
                    <a:pt x="566" y="1"/>
                  </a:moveTo>
                  <a:cubicBezTo>
                    <a:pt x="253" y="1"/>
                    <a:pt x="0" y="253"/>
                    <a:pt x="0" y="567"/>
                  </a:cubicBezTo>
                  <a:cubicBezTo>
                    <a:pt x="0" y="877"/>
                    <a:pt x="253" y="1130"/>
                    <a:pt x="566" y="1130"/>
                  </a:cubicBezTo>
                  <a:cubicBezTo>
                    <a:pt x="877" y="1130"/>
                    <a:pt x="1130" y="877"/>
                    <a:pt x="1130" y="567"/>
                  </a:cubicBezTo>
                  <a:cubicBezTo>
                    <a:pt x="1130" y="253"/>
                    <a:pt x="877" y="1"/>
                    <a:pt x="5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5236" name="Google Shape;5236;p60"/>
          <p:cNvGrpSpPr/>
          <p:nvPr/>
        </p:nvGrpSpPr>
        <p:grpSpPr>
          <a:xfrm>
            <a:off x="5870391" y="3951792"/>
            <a:ext cx="339253" cy="339253"/>
            <a:chOff x="899850" y="4992125"/>
            <a:chExt cx="481825" cy="481825"/>
          </a:xfrm>
        </p:grpSpPr>
        <p:sp>
          <p:nvSpPr>
            <p:cNvPr id="5237" name="Google Shape;5237;p60"/>
            <p:cNvSpPr/>
            <p:nvPr/>
          </p:nvSpPr>
          <p:spPr>
            <a:xfrm>
              <a:off x="1126600" y="5360100"/>
              <a:ext cx="28250" cy="28250"/>
            </a:xfrm>
            <a:custGeom>
              <a:avLst/>
              <a:gdLst/>
              <a:ahLst/>
              <a:cxnLst/>
              <a:rect l="l" t="t" r="r" b="b"/>
              <a:pathLst>
                <a:path w="1130" h="1130" extrusionOk="0">
                  <a:moveTo>
                    <a:pt x="566" y="1"/>
                  </a:moveTo>
                  <a:cubicBezTo>
                    <a:pt x="253" y="1"/>
                    <a:pt x="0" y="250"/>
                    <a:pt x="0" y="564"/>
                  </a:cubicBezTo>
                  <a:cubicBezTo>
                    <a:pt x="0" y="877"/>
                    <a:pt x="253" y="1130"/>
                    <a:pt x="566" y="1130"/>
                  </a:cubicBezTo>
                  <a:cubicBezTo>
                    <a:pt x="876" y="1130"/>
                    <a:pt x="1129" y="877"/>
                    <a:pt x="1129" y="564"/>
                  </a:cubicBezTo>
                  <a:cubicBezTo>
                    <a:pt x="1129" y="250"/>
                    <a:pt x="876" y="1"/>
                    <a:pt x="5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238" name="Google Shape;5238;p60"/>
            <p:cNvSpPr/>
            <p:nvPr/>
          </p:nvSpPr>
          <p:spPr>
            <a:xfrm>
              <a:off x="1056050" y="5079900"/>
              <a:ext cx="169400" cy="194950"/>
            </a:xfrm>
            <a:custGeom>
              <a:avLst/>
              <a:gdLst/>
              <a:ahLst/>
              <a:cxnLst/>
              <a:rect l="l" t="t" r="r" b="b"/>
              <a:pathLst>
                <a:path w="6776" h="7798" extrusionOk="0">
                  <a:moveTo>
                    <a:pt x="3417" y="1"/>
                  </a:moveTo>
                  <a:cubicBezTo>
                    <a:pt x="1713" y="1"/>
                    <a:pt x="0" y="1115"/>
                    <a:pt x="0" y="3304"/>
                  </a:cubicBezTo>
                  <a:cubicBezTo>
                    <a:pt x="0" y="3614"/>
                    <a:pt x="250" y="3867"/>
                    <a:pt x="564" y="3867"/>
                  </a:cubicBezTo>
                  <a:cubicBezTo>
                    <a:pt x="877" y="3867"/>
                    <a:pt x="1130" y="3614"/>
                    <a:pt x="1130" y="3304"/>
                  </a:cubicBezTo>
                  <a:cubicBezTo>
                    <a:pt x="1130" y="2069"/>
                    <a:pt x="2111" y="1061"/>
                    <a:pt x="3388" y="1061"/>
                  </a:cubicBezTo>
                  <a:cubicBezTo>
                    <a:pt x="4665" y="1061"/>
                    <a:pt x="5647" y="2066"/>
                    <a:pt x="5647" y="3304"/>
                  </a:cubicBezTo>
                  <a:cubicBezTo>
                    <a:pt x="5647" y="4147"/>
                    <a:pt x="5174" y="4921"/>
                    <a:pt x="4424" y="5310"/>
                  </a:cubicBezTo>
                  <a:cubicBezTo>
                    <a:pt x="3617" y="5728"/>
                    <a:pt x="3108" y="6336"/>
                    <a:pt x="2912" y="7116"/>
                  </a:cubicBezTo>
                  <a:cubicBezTo>
                    <a:pt x="2870" y="7285"/>
                    <a:pt x="2906" y="7466"/>
                    <a:pt x="3015" y="7601"/>
                  </a:cubicBezTo>
                  <a:cubicBezTo>
                    <a:pt x="3118" y="7736"/>
                    <a:pt x="3277" y="7798"/>
                    <a:pt x="3439" y="7798"/>
                  </a:cubicBezTo>
                  <a:cubicBezTo>
                    <a:pt x="3686" y="7798"/>
                    <a:pt x="3938" y="7652"/>
                    <a:pt x="4005" y="7399"/>
                  </a:cubicBezTo>
                  <a:cubicBezTo>
                    <a:pt x="4129" y="6936"/>
                    <a:pt x="4445" y="6568"/>
                    <a:pt x="4945" y="6312"/>
                  </a:cubicBezTo>
                  <a:cubicBezTo>
                    <a:pt x="6071" y="5728"/>
                    <a:pt x="6776" y="4569"/>
                    <a:pt x="6776" y="3304"/>
                  </a:cubicBezTo>
                  <a:cubicBezTo>
                    <a:pt x="6776" y="1090"/>
                    <a:pt x="5101" y="1"/>
                    <a:pt x="34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239" name="Google Shape;5239;p60"/>
            <p:cNvSpPr/>
            <p:nvPr/>
          </p:nvSpPr>
          <p:spPr>
            <a:xfrm>
              <a:off x="899850" y="499212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9636" y="2334"/>
                  </a:moveTo>
                  <a:cubicBezTo>
                    <a:pt x="12223" y="2334"/>
                    <a:pt x="14153" y="4367"/>
                    <a:pt x="14153" y="6815"/>
                  </a:cubicBezTo>
                  <a:cubicBezTo>
                    <a:pt x="14153" y="8501"/>
                    <a:pt x="13214" y="10049"/>
                    <a:pt x="11714" y="10826"/>
                  </a:cubicBezTo>
                  <a:cubicBezTo>
                    <a:pt x="11401" y="10986"/>
                    <a:pt x="11362" y="11142"/>
                    <a:pt x="11344" y="11202"/>
                  </a:cubicBezTo>
                  <a:cubicBezTo>
                    <a:pt x="11141" y="11958"/>
                    <a:pt x="10458" y="12455"/>
                    <a:pt x="9710" y="12455"/>
                  </a:cubicBezTo>
                  <a:cubicBezTo>
                    <a:pt x="9569" y="12455"/>
                    <a:pt x="9426" y="12438"/>
                    <a:pt x="9284" y="12401"/>
                  </a:cubicBezTo>
                  <a:cubicBezTo>
                    <a:pt x="8383" y="12169"/>
                    <a:pt x="7841" y="11254"/>
                    <a:pt x="8064" y="10353"/>
                  </a:cubicBezTo>
                  <a:cubicBezTo>
                    <a:pt x="8338" y="9260"/>
                    <a:pt x="9061" y="8384"/>
                    <a:pt x="10154" y="7818"/>
                  </a:cubicBezTo>
                  <a:cubicBezTo>
                    <a:pt x="10832" y="7465"/>
                    <a:pt x="10973" y="6556"/>
                    <a:pt x="10434" y="6017"/>
                  </a:cubicBezTo>
                  <a:cubicBezTo>
                    <a:pt x="10219" y="5801"/>
                    <a:pt x="9934" y="5700"/>
                    <a:pt x="9650" y="5700"/>
                  </a:cubicBezTo>
                  <a:cubicBezTo>
                    <a:pt x="9078" y="5700"/>
                    <a:pt x="8507" y="6109"/>
                    <a:pt x="8507" y="6815"/>
                  </a:cubicBezTo>
                  <a:cubicBezTo>
                    <a:pt x="8507" y="7749"/>
                    <a:pt x="7748" y="8507"/>
                    <a:pt x="6812" y="8507"/>
                  </a:cubicBezTo>
                  <a:cubicBezTo>
                    <a:pt x="5875" y="8507"/>
                    <a:pt x="5119" y="7749"/>
                    <a:pt x="5119" y="6815"/>
                  </a:cubicBezTo>
                  <a:cubicBezTo>
                    <a:pt x="5119" y="4388"/>
                    <a:pt x="7028" y="2334"/>
                    <a:pt x="9636" y="2334"/>
                  </a:cubicBezTo>
                  <a:close/>
                  <a:moveTo>
                    <a:pt x="9636" y="13588"/>
                  </a:moveTo>
                  <a:cubicBezTo>
                    <a:pt x="9854" y="13588"/>
                    <a:pt x="10074" y="13630"/>
                    <a:pt x="10284" y="13717"/>
                  </a:cubicBezTo>
                  <a:cubicBezTo>
                    <a:pt x="10916" y="13979"/>
                    <a:pt x="11328" y="14596"/>
                    <a:pt x="11328" y="15283"/>
                  </a:cubicBezTo>
                  <a:cubicBezTo>
                    <a:pt x="11328" y="16219"/>
                    <a:pt x="10570" y="16975"/>
                    <a:pt x="9636" y="16978"/>
                  </a:cubicBezTo>
                  <a:cubicBezTo>
                    <a:pt x="8950" y="16978"/>
                    <a:pt x="8332" y="16562"/>
                    <a:pt x="8070" y="15930"/>
                  </a:cubicBezTo>
                  <a:cubicBezTo>
                    <a:pt x="7808" y="15298"/>
                    <a:pt x="7953" y="14569"/>
                    <a:pt x="8438" y="14084"/>
                  </a:cubicBezTo>
                  <a:cubicBezTo>
                    <a:pt x="8762" y="13760"/>
                    <a:pt x="9195" y="13588"/>
                    <a:pt x="9636" y="13588"/>
                  </a:cubicBezTo>
                  <a:close/>
                  <a:moveTo>
                    <a:pt x="9636" y="1"/>
                  </a:moveTo>
                  <a:cubicBezTo>
                    <a:pt x="4330" y="1"/>
                    <a:pt x="0" y="4331"/>
                    <a:pt x="0" y="9637"/>
                  </a:cubicBezTo>
                  <a:cubicBezTo>
                    <a:pt x="0" y="14945"/>
                    <a:pt x="4330" y="19273"/>
                    <a:pt x="9636" y="19273"/>
                  </a:cubicBezTo>
                  <a:cubicBezTo>
                    <a:pt x="14939" y="19273"/>
                    <a:pt x="19272" y="14945"/>
                    <a:pt x="19272" y="9637"/>
                  </a:cubicBezTo>
                  <a:cubicBezTo>
                    <a:pt x="19272" y="4331"/>
                    <a:pt x="14942" y="1"/>
                    <a:pt x="96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5240" name="Google Shape;5240;p60"/>
          <p:cNvGrpSpPr/>
          <p:nvPr/>
        </p:nvGrpSpPr>
        <p:grpSpPr>
          <a:xfrm>
            <a:off x="5410993" y="3951792"/>
            <a:ext cx="339253" cy="339253"/>
            <a:chOff x="1492675" y="4992125"/>
            <a:chExt cx="481825" cy="481825"/>
          </a:xfrm>
        </p:grpSpPr>
        <p:sp>
          <p:nvSpPr>
            <p:cNvPr id="5241" name="Google Shape;5241;p60"/>
            <p:cNvSpPr/>
            <p:nvPr/>
          </p:nvSpPr>
          <p:spPr>
            <a:xfrm>
              <a:off x="1492675" y="499212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12728" y="5990"/>
                  </a:moveTo>
                  <a:cubicBezTo>
                    <a:pt x="13161" y="5990"/>
                    <a:pt x="13595" y="6156"/>
                    <a:pt x="13925" y="6487"/>
                  </a:cubicBezTo>
                  <a:cubicBezTo>
                    <a:pt x="14587" y="7149"/>
                    <a:pt x="14587" y="8221"/>
                    <a:pt x="13928" y="8884"/>
                  </a:cubicBezTo>
                  <a:lnTo>
                    <a:pt x="10028" y="12780"/>
                  </a:lnTo>
                  <a:cubicBezTo>
                    <a:pt x="9709" y="13100"/>
                    <a:pt x="9278" y="13280"/>
                    <a:pt x="8830" y="13280"/>
                  </a:cubicBezTo>
                  <a:lnTo>
                    <a:pt x="8815" y="13280"/>
                  </a:lnTo>
                  <a:cubicBezTo>
                    <a:pt x="8811" y="13280"/>
                    <a:pt x="8807" y="13280"/>
                    <a:pt x="8804" y="13280"/>
                  </a:cubicBezTo>
                  <a:cubicBezTo>
                    <a:pt x="8362" y="13280"/>
                    <a:pt x="7936" y="13103"/>
                    <a:pt x="7622" y="12789"/>
                  </a:cubicBezTo>
                  <a:lnTo>
                    <a:pt x="5346" y="10528"/>
                  </a:lnTo>
                  <a:cubicBezTo>
                    <a:pt x="4632" y="9877"/>
                    <a:pt x="4605" y="8760"/>
                    <a:pt x="5288" y="8077"/>
                  </a:cubicBezTo>
                  <a:cubicBezTo>
                    <a:pt x="5620" y="7745"/>
                    <a:pt x="6053" y="7581"/>
                    <a:pt x="6485" y="7581"/>
                  </a:cubicBezTo>
                  <a:cubicBezTo>
                    <a:pt x="6944" y="7581"/>
                    <a:pt x="7402" y="7766"/>
                    <a:pt x="7737" y="8134"/>
                  </a:cubicBezTo>
                  <a:lnTo>
                    <a:pt x="8812" y="9206"/>
                  </a:lnTo>
                  <a:lnTo>
                    <a:pt x="11531" y="6487"/>
                  </a:lnTo>
                  <a:cubicBezTo>
                    <a:pt x="11861" y="6156"/>
                    <a:pt x="12294" y="5990"/>
                    <a:pt x="12728" y="5990"/>
                  </a:cubicBezTo>
                  <a:close/>
                  <a:moveTo>
                    <a:pt x="9637" y="1"/>
                  </a:moveTo>
                  <a:cubicBezTo>
                    <a:pt x="7095" y="1"/>
                    <a:pt x="4686" y="1012"/>
                    <a:pt x="2849" y="2849"/>
                  </a:cubicBezTo>
                  <a:cubicBezTo>
                    <a:pt x="1013" y="4686"/>
                    <a:pt x="1" y="7098"/>
                    <a:pt x="1" y="9637"/>
                  </a:cubicBezTo>
                  <a:cubicBezTo>
                    <a:pt x="1" y="12175"/>
                    <a:pt x="1013" y="14587"/>
                    <a:pt x="2849" y="16424"/>
                  </a:cubicBezTo>
                  <a:cubicBezTo>
                    <a:pt x="4686" y="18261"/>
                    <a:pt x="7095" y="19273"/>
                    <a:pt x="9637" y="19273"/>
                  </a:cubicBezTo>
                  <a:cubicBezTo>
                    <a:pt x="12175" y="19273"/>
                    <a:pt x="14584" y="18261"/>
                    <a:pt x="16421" y="16424"/>
                  </a:cubicBezTo>
                  <a:cubicBezTo>
                    <a:pt x="18258" y="14587"/>
                    <a:pt x="19273" y="12175"/>
                    <a:pt x="19273" y="9637"/>
                  </a:cubicBezTo>
                  <a:cubicBezTo>
                    <a:pt x="19273" y="7098"/>
                    <a:pt x="18258" y="4686"/>
                    <a:pt x="16421" y="2849"/>
                  </a:cubicBezTo>
                  <a:cubicBezTo>
                    <a:pt x="14584" y="1012"/>
                    <a:pt x="12175" y="1"/>
                    <a:pt x="96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242" name="Google Shape;5242;p60"/>
            <p:cNvSpPr/>
            <p:nvPr/>
          </p:nvSpPr>
          <p:spPr>
            <a:xfrm>
              <a:off x="1639625" y="5170175"/>
              <a:ext cx="190100" cy="125750"/>
            </a:xfrm>
            <a:custGeom>
              <a:avLst/>
              <a:gdLst/>
              <a:ahLst/>
              <a:cxnLst/>
              <a:rect l="l" t="t" r="r" b="b"/>
              <a:pathLst>
                <a:path w="7604" h="5030" extrusionOk="0">
                  <a:moveTo>
                    <a:pt x="6852" y="0"/>
                  </a:moveTo>
                  <a:cubicBezTo>
                    <a:pt x="6851" y="0"/>
                    <a:pt x="6850" y="0"/>
                    <a:pt x="6848" y="0"/>
                  </a:cubicBezTo>
                  <a:cubicBezTo>
                    <a:pt x="6698" y="0"/>
                    <a:pt x="6556" y="57"/>
                    <a:pt x="6451" y="163"/>
                  </a:cubicBezTo>
                  <a:lnTo>
                    <a:pt x="3334" y="3279"/>
                  </a:lnTo>
                  <a:cubicBezTo>
                    <a:pt x="3224" y="3391"/>
                    <a:pt x="3080" y="3447"/>
                    <a:pt x="2935" y="3447"/>
                  </a:cubicBezTo>
                  <a:cubicBezTo>
                    <a:pt x="2791" y="3447"/>
                    <a:pt x="2646" y="3391"/>
                    <a:pt x="2536" y="3279"/>
                  </a:cubicBezTo>
                  <a:cubicBezTo>
                    <a:pt x="2533" y="3279"/>
                    <a:pt x="2533" y="3279"/>
                    <a:pt x="2530" y="3276"/>
                  </a:cubicBezTo>
                  <a:cubicBezTo>
                    <a:pt x="2521" y="3267"/>
                    <a:pt x="2509" y="3255"/>
                    <a:pt x="2497" y="3246"/>
                  </a:cubicBezTo>
                  <a:lnTo>
                    <a:pt x="1061" y="1810"/>
                  </a:lnTo>
                  <a:cubicBezTo>
                    <a:pt x="948" y="1678"/>
                    <a:pt x="789" y="1611"/>
                    <a:pt x="629" y="1611"/>
                  </a:cubicBezTo>
                  <a:cubicBezTo>
                    <a:pt x="486" y="1611"/>
                    <a:pt x="342" y="1666"/>
                    <a:pt x="233" y="1777"/>
                  </a:cubicBezTo>
                  <a:cubicBezTo>
                    <a:pt x="1" y="2009"/>
                    <a:pt x="16" y="2391"/>
                    <a:pt x="266" y="2605"/>
                  </a:cubicBezTo>
                  <a:lnTo>
                    <a:pt x="2542" y="4869"/>
                  </a:lnTo>
                  <a:cubicBezTo>
                    <a:pt x="2645" y="4972"/>
                    <a:pt x="2782" y="5029"/>
                    <a:pt x="2926" y="5029"/>
                  </a:cubicBezTo>
                  <a:cubicBezTo>
                    <a:pt x="2929" y="5029"/>
                    <a:pt x="2933" y="5029"/>
                    <a:pt x="2937" y="5029"/>
                  </a:cubicBezTo>
                  <a:lnTo>
                    <a:pt x="2943" y="5029"/>
                  </a:lnTo>
                  <a:cubicBezTo>
                    <a:pt x="3096" y="5029"/>
                    <a:pt x="3241" y="4969"/>
                    <a:pt x="3352" y="4860"/>
                  </a:cubicBezTo>
                  <a:lnTo>
                    <a:pt x="7249" y="964"/>
                  </a:lnTo>
                  <a:cubicBezTo>
                    <a:pt x="7603" y="606"/>
                    <a:pt x="7352" y="0"/>
                    <a:pt x="68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5243" name="Google Shape;5243;p60"/>
          <p:cNvGrpSpPr/>
          <p:nvPr/>
        </p:nvGrpSpPr>
        <p:grpSpPr>
          <a:xfrm>
            <a:off x="4951595" y="3951792"/>
            <a:ext cx="339253" cy="339253"/>
            <a:chOff x="2085525" y="4992125"/>
            <a:chExt cx="481825" cy="481825"/>
          </a:xfrm>
        </p:grpSpPr>
        <p:sp>
          <p:nvSpPr>
            <p:cNvPr id="5244" name="Google Shape;5244;p60"/>
            <p:cNvSpPr/>
            <p:nvPr/>
          </p:nvSpPr>
          <p:spPr>
            <a:xfrm>
              <a:off x="2244150" y="5152125"/>
              <a:ext cx="164500" cy="161825"/>
            </a:xfrm>
            <a:custGeom>
              <a:avLst/>
              <a:gdLst/>
              <a:ahLst/>
              <a:cxnLst/>
              <a:rect l="l" t="t" r="r" b="b"/>
              <a:pathLst>
                <a:path w="6580" h="6473" extrusionOk="0">
                  <a:moveTo>
                    <a:pt x="618" y="1"/>
                  </a:moveTo>
                  <a:cubicBezTo>
                    <a:pt x="474" y="1"/>
                    <a:pt x="329" y="56"/>
                    <a:pt x="220" y="165"/>
                  </a:cubicBezTo>
                  <a:cubicBezTo>
                    <a:pt x="3" y="385"/>
                    <a:pt x="0" y="737"/>
                    <a:pt x="214" y="957"/>
                  </a:cubicBezTo>
                  <a:lnTo>
                    <a:pt x="2093" y="2836"/>
                  </a:lnTo>
                  <a:cubicBezTo>
                    <a:pt x="2313" y="3059"/>
                    <a:pt x="2313" y="3414"/>
                    <a:pt x="2093" y="3637"/>
                  </a:cubicBezTo>
                  <a:lnTo>
                    <a:pt x="214" y="5516"/>
                  </a:lnTo>
                  <a:cubicBezTo>
                    <a:pt x="0" y="5736"/>
                    <a:pt x="3" y="6088"/>
                    <a:pt x="220" y="6308"/>
                  </a:cubicBezTo>
                  <a:cubicBezTo>
                    <a:pt x="329" y="6418"/>
                    <a:pt x="474" y="6473"/>
                    <a:pt x="618" y="6473"/>
                  </a:cubicBezTo>
                  <a:cubicBezTo>
                    <a:pt x="760" y="6473"/>
                    <a:pt x="902" y="6420"/>
                    <a:pt x="1012" y="6314"/>
                  </a:cubicBezTo>
                  <a:lnTo>
                    <a:pt x="1018" y="6308"/>
                  </a:lnTo>
                  <a:lnTo>
                    <a:pt x="2897" y="4495"/>
                  </a:lnTo>
                  <a:cubicBezTo>
                    <a:pt x="3007" y="4390"/>
                    <a:pt x="3148" y="4337"/>
                    <a:pt x="3290" y="4337"/>
                  </a:cubicBezTo>
                  <a:cubicBezTo>
                    <a:pt x="3431" y="4337"/>
                    <a:pt x="3573" y="4390"/>
                    <a:pt x="3683" y="4495"/>
                  </a:cubicBezTo>
                  <a:lnTo>
                    <a:pt x="5562" y="6308"/>
                  </a:lnTo>
                  <a:lnTo>
                    <a:pt x="5568" y="6314"/>
                  </a:lnTo>
                  <a:cubicBezTo>
                    <a:pt x="5678" y="6420"/>
                    <a:pt x="5820" y="6473"/>
                    <a:pt x="5962" y="6473"/>
                  </a:cubicBezTo>
                  <a:cubicBezTo>
                    <a:pt x="6106" y="6473"/>
                    <a:pt x="6250" y="6418"/>
                    <a:pt x="6360" y="6308"/>
                  </a:cubicBezTo>
                  <a:cubicBezTo>
                    <a:pt x="6577" y="6088"/>
                    <a:pt x="6580" y="5736"/>
                    <a:pt x="6366" y="5516"/>
                  </a:cubicBezTo>
                  <a:lnTo>
                    <a:pt x="4487" y="3637"/>
                  </a:lnTo>
                  <a:cubicBezTo>
                    <a:pt x="4267" y="3414"/>
                    <a:pt x="4267" y="3059"/>
                    <a:pt x="4487" y="2836"/>
                  </a:cubicBezTo>
                  <a:lnTo>
                    <a:pt x="6366" y="957"/>
                  </a:lnTo>
                  <a:cubicBezTo>
                    <a:pt x="6580" y="737"/>
                    <a:pt x="6577" y="385"/>
                    <a:pt x="6360" y="165"/>
                  </a:cubicBezTo>
                  <a:cubicBezTo>
                    <a:pt x="6250" y="56"/>
                    <a:pt x="6106" y="1"/>
                    <a:pt x="5962" y="1"/>
                  </a:cubicBezTo>
                  <a:cubicBezTo>
                    <a:pt x="5820" y="1"/>
                    <a:pt x="5678" y="53"/>
                    <a:pt x="5568" y="159"/>
                  </a:cubicBezTo>
                  <a:lnTo>
                    <a:pt x="5562" y="165"/>
                  </a:lnTo>
                  <a:lnTo>
                    <a:pt x="3683" y="1978"/>
                  </a:lnTo>
                  <a:cubicBezTo>
                    <a:pt x="3573" y="2083"/>
                    <a:pt x="3431" y="2136"/>
                    <a:pt x="3290" y="2136"/>
                  </a:cubicBezTo>
                  <a:cubicBezTo>
                    <a:pt x="3148" y="2136"/>
                    <a:pt x="3007" y="2083"/>
                    <a:pt x="2897" y="1978"/>
                  </a:cubicBezTo>
                  <a:lnTo>
                    <a:pt x="1018" y="165"/>
                  </a:lnTo>
                  <a:lnTo>
                    <a:pt x="1012" y="159"/>
                  </a:lnTo>
                  <a:cubicBezTo>
                    <a:pt x="902" y="53"/>
                    <a:pt x="760" y="1"/>
                    <a:pt x="61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245" name="Google Shape;5245;p60"/>
            <p:cNvSpPr/>
            <p:nvPr/>
          </p:nvSpPr>
          <p:spPr>
            <a:xfrm>
              <a:off x="2085525" y="499212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12313" y="5263"/>
                  </a:moveTo>
                  <a:cubicBezTo>
                    <a:pt x="12748" y="5263"/>
                    <a:pt x="13183" y="5429"/>
                    <a:pt x="13515" y="5761"/>
                  </a:cubicBezTo>
                  <a:cubicBezTo>
                    <a:pt x="14174" y="6424"/>
                    <a:pt x="14171" y="7496"/>
                    <a:pt x="13509" y="8155"/>
                  </a:cubicBezTo>
                  <a:lnTo>
                    <a:pt x="12030" y="9637"/>
                  </a:lnTo>
                  <a:lnTo>
                    <a:pt x="13512" y="11118"/>
                  </a:lnTo>
                  <a:cubicBezTo>
                    <a:pt x="14174" y="11778"/>
                    <a:pt x="14177" y="12850"/>
                    <a:pt x="13515" y="13512"/>
                  </a:cubicBezTo>
                  <a:cubicBezTo>
                    <a:pt x="13184" y="13844"/>
                    <a:pt x="12749" y="14011"/>
                    <a:pt x="12315" y="14011"/>
                  </a:cubicBezTo>
                  <a:cubicBezTo>
                    <a:pt x="11883" y="14011"/>
                    <a:pt x="11451" y="13847"/>
                    <a:pt x="11121" y="13518"/>
                  </a:cubicBezTo>
                  <a:lnTo>
                    <a:pt x="9636" y="12088"/>
                  </a:lnTo>
                  <a:lnTo>
                    <a:pt x="8152" y="13518"/>
                  </a:lnTo>
                  <a:cubicBezTo>
                    <a:pt x="7822" y="13847"/>
                    <a:pt x="7390" y="14011"/>
                    <a:pt x="6958" y="14011"/>
                  </a:cubicBezTo>
                  <a:cubicBezTo>
                    <a:pt x="6523" y="14011"/>
                    <a:pt x="6087" y="13844"/>
                    <a:pt x="5755" y="13512"/>
                  </a:cubicBezTo>
                  <a:cubicBezTo>
                    <a:pt x="5095" y="12850"/>
                    <a:pt x="5098" y="11778"/>
                    <a:pt x="5761" y="11118"/>
                  </a:cubicBezTo>
                  <a:lnTo>
                    <a:pt x="7239" y="9637"/>
                  </a:lnTo>
                  <a:lnTo>
                    <a:pt x="5758" y="8155"/>
                  </a:lnTo>
                  <a:cubicBezTo>
                    <a:pt x="5095" y="7496"/>
                    <a:pt x="5092" y="6424"/>
                    <a:pt x="5755" y="5761"/>
                  </a:cubicBezTo>
                  <a:cubicBezTo>
                    <a:pt x="6085" y="5429"/>
                    <a:pt x="6519" y="5263"/>
                    <a:pt x="6954" y="5263"/>
                  </a:cubicBezTo>
                  <a:cubicBezTo>
                    <a:pt x="7386" y="5263"/>
                    <a:pt x="7818" y="5428"/>
                    <a:pt x="8149" y="5758"/>
                  </a:cubicBezTo>
                  <a:lnTo>
                    <a:pt x="9633" y="7188"/>
                  </a:lnTo>
                  <a:lnTo>
                    <a:pt x="11118" y="5758"/>
                  </a:lnTo>
                  <a:cubicBezTo>
                    <a:pt x="11448" y="5428"/>
                    <a:pt x="11881" y="5263"/>
                    <a:pt x="12313" y="5263"/>
                  </a:cubicBezTo>
                  <a:close/>
                  <a:moveTo>
                    <a:pt x="9636" y="1"/>
                  </a:moveTo>
                  <a:cubicBezTo>
                    <a:pt x="7095" y="1"/>
                    <a:pt x="4686" y="1012"/>
                    <a:pt x="2849" y="2849"/>
                  </a:cubicBezTo>
                  <a:cubicBezTo>
                    <a:pt x="1012" y="4686"/>
                    <a:pt x="0" y="7098"/>
                    <a:pt x="0" y="9637"/>
                  </a:cubicBezTo>
                  <a:cubicBezTo>
                    <a:pt x="0" y="12175"/>
                    <a:pt x="1012" y="14587"/>
                    <a:pt x="2849" y="16424"/>
                  </a:cubicBezTo>
                  <a:cubicBezTo>
                    <a:pt x="4686" y="18261"/>
                    <a:pt x="7095" y="19273"/>
                    <a:pt x="9636" y="19273"/>
                  </a:cubicBezTo>
                  <a:cubicBezTo>
                    <a:pt x="12175" y="19273"/>
                    <a:pt x="14584" y="18261"/>
                    <a:pt x="16421" y="16424"/>
                  </a:cubicBezTo>
                  <a:cubicBezTo>
                    <a:pt x="18261" y="14587"/>
                    <a:pt x="19272" y="12175"/>
                    <a:pt x="19272" y="9637"/>
                  </a:cubicBezTo>
                  <a:cubicBezTo>
                    <a:pt x="19272" y="7098"/>
                    <a:pt x="18261" y="4686"/>
                    <a:pt x="16421" y="2849"/>
                  </a:cubicBezTo>
                  <a:cubicBezTo>
                    <a:pt x="14584" y="1012"/>
                    <a:pt x="12175" y="1"/>
                    <a:pt x="96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5246" name="Google Shape;5246;p60"/>
          <p:cNvGrpSpPr/>
          <p:nvPr/>
        </p:nvGrpSpPr>
        <p:grpSpPr>
          <a:xfrm>
            <a:off x="6789344" y="3951792"/>
            <a:ext cx="339253" cy="339253"/>
            <a:chOff x="2678350" y="4992125"/>
            <a:chExt cx="481825" cy="481825"/>
          </a:xfrm>
        </p:grpSpPr>
        <p:sp>
          <p:nvSpPr>
            <p:cNvPr id="5247" name="Google Shape;5247;p60"/>
            <p:cNvSpPr/>
            <p:nvPr/>
          </p:nvSpPr>
          <p:spPr>
            <a:xfrm>
              <a:off x="2975725" y="5079150"/>
              <a:ext cx="56475" cy="309125"/>
            </a:xfrm>
            <a:custGeom>
              <a:avLst/>
              <a:gdLst/>
              <a:ahLst/>
              <a:cxnLst/>
              <a:rect l="l" t="t" r="r" b="b"/>
              <a:pathLst>
                <a:path w="2259" h="12365" extrusionOk="0">
                  <a:moveTo>
                    <a:pt x="2259" y="1"/>
                  </a:moveTo>
                  <a:cubicBezTo>
                    <a:pt x="943" y="272"/>
                    <a:pt x="0" y="1428"/>
                    <a:pt x="0" y="2768"/>
                  </a:cubicBezTo>
                  <a:lnTo>
                    <a:pt x="0" y="6722"/>
                  </a:lnTo>
                  <a:lnTo>
                    <a:pt x="563" y="6722"/>
                  </a:lnTo>
                  <a:cubicBezTo>
                    <a:pt x="877" y="6722"/>
                    <a:pt x="1130" y="6972"/>
                    <a:pt x="1130" y="7285"/>
                  </a:cubicBezTo>
                  <a:lnTo>
                    <a:pt x="1130" y="11802"/>
                  </a:lnTo>
                  <a:cubicBezTo>
                    <a:pt x="1130" y="12115"/>
                    <a:pt x="1379" y="12365"/>
                    <a:pt x="1693" y="12365"/>
                  </a:cubicBezTo>
                  <a:cubicBezTo>
                    <a:pt x="2006" y="12365"/>
                    <a:pt x="2259" y="12115"/>
                    <a:pt x="2259" y="11802"/>
                  </a:cubicBezTo>
                  <a:lnTo>
                    <a:pt x="225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248" name="Google Shape;5248;p60"/>
            <p:cNvSpPr/>
            <p:nvPr/>
          </p:nvSpPr>
          <p:spPr>
            <a:xfrm>
              <a:off x="2806350" y="5162500"/>
              <a:ext cx="84700" cy="225775"/>
            </a:xfrm>
            <a:custGeom>
              <a:avLst/>
              <a:gdLst/>
              <a:ahLst/>
              <a:cxnLst/>
              <a:rect l="l" t="t" r="r" b="b"/>
              <a:pathLst>
                <a:path w="3388" h="9031" extrusionOk="0">
                  <a:moveTo>
                    <a:pt x="0" y="0"/>
                  </a:moveTo>
                  <a:lnTo>
                    <a:pt x="0" y="563"/>
                  </a:lnTo>
                  <a:cubicBezTo>
                    <a:pt x="0" y="876"/>
                    <a:pt x="250" y="1129"/>
                    <a:pt x="563" y="1129"/>
                  </a:cubicBezTo>
                  <a:cubicBezTo>
                    <a:pt x="876" y="1129"/>
                    <a:pt x="1129" y="1379"/>
                    <a:pt x="1129" y="1692"/>
                  </a:cubicBezTo>
                  <a:lnTo>
                    <a:pt x="1129" y="8468"/>
                  </a:lnTo>
                  <a:cubicBezTo>
                    <a:pt x="1129" y="8781"/>
                    <a:pt x="1379" y="9031"/>
                    <a:pt x="1692" y="9031"/>
                  </a:cubicBezTo>
                  <a:cubicBezTo>
                    <a:pt x="2006" y="9031"/>
                    <a:pt x="2258" y="8781"/>
                    <a:pt x="2258" y="8468"/>
                  </a:cubicBezTo>
                  <a:lnTo>
                    <a:pt x="2258" y="1692"/>
                  </a:lnTo>
                  <a:cubicBezTo>
                    <a:pt x="2258" y="1379"/>
                    <a:pt x="2508" y="1129"/>
                    <a:pt x="2822" y="1129"/>
                  </a:cubicBezTo>
                  <a:cubicBezTo>
                    <a:pt x="3135" y="1129"/>
                    <a:pt x="3388" y="876"/>
                    <a:pt x="3388" y="563"/>
                  </a:cubicBezTo>
                  <a:lnTo>
                    <a:pt x="338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249" name="Google Shape;5249;p60"/>
            <p:cNvSpPr/>
            <p:nvPr/>
          </p:nvSpPr>
          <p:spPr>
            <a:xfrm>
              <a:off x="2678350" y="499212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9071" y="2298"/>
                  </a:moveTo>
                  <a:cubicBezTo>
                    <a:pt x="9384" y="2298"/>
                    <a:pt x="9637" y="2548"/>
                    <a:pt x="9637" y="2861"/>
                  </a:cubicBezTo>
                  <a:lnTo>
                    <a:pt x="9637" y="6249"/>
                  </a:lnTo>
                  <a:lnTo>
                    <a:pt x="9637" y="7378"/>
                  </a:lnTo>
                  <a:cubicBezTo>
                    <a:pt x="9634" y="8095"/>
                    <a:pt x="9182" y="8736"/>
                    <a:pt x="8508" y="8977"/>
                  </a:cubicBezTo>
                  <a:lnTo>
                    <a:pt x="8508" y="15283"/>
                  </a:lnTo>
                  <a:cubicBezTo>
                    <a:pt x="8508" y="16219"/>
                    <a:pt x="7749" y="16975"/>
                    <a:pt x="6812" y="16975"/>
                  </a:cubicBezTo>
                  <a:cubicBezTo>
                    <a:pt x="5876" y="16975"/>
                    <a:pt x="5120" y="16219"/>
                    <a:pt x="5120" y="15283"/>
                  </a:cubicBezTo>
                  <a:lnTo>
                    <a:pt x="5120" y="8977"/>
                  </a:lnTo>
                  <a:cubicBezTo>
                    <a:pt x="4443" y="8736"/>
                    <a:pt x="3991" y="8095"/>
                    <a:pt x="3991" y="7378"/>
                  </a:cubicBezTo>
                  <a:lnTo>
                    <a:pt x="3991" y="2861"/>
                  </a:lnTo>
                  <a:cubicBezTo>
                    <a:pt x="3991" y="2548"/>
                    <a:pt x="4241" y="2298"/>
                    <a:pt x="4554" y="2298"/>
                  </a:cubicBezTo>
                  <a:cubicBezTo>
                    <a:pt x="4867" y="2298"/>
                    <a:pt x="5120" y="2548"/>
                    <a:pt x="5120" y="2861"/>
                  </a:cubicBezTo>
                  <a:lnTo>
                    <a:pt x="5120" y="5686"/>
                  </a:lnTo>
                  <a:lnTo>
                    <a:pt x="6249" y="5686"/>
                  </a:lnTo>
                  <a:lnTo>
                    <a:pt x="6249" y="2861"/>
                  </a:lnTo>
                  <a:cubicBezTo>
                    <a:pt x="6249" y="2548"/>
                    <a:pt x="6499" y="2298"/>
                    <a:pt x="6812" y="2298"/>
                  </a:cubicBezTo>
                  <a:cubicBezTo>
                    <a:pt x="7126" y="2298"/>
                    <a:pt x="7378" y="2548"/>
                    <a:pt x="7378" y="2861"/>
                  </a:cubicBezTo>
                  <a:lnTo>
                    <a:pt x="7378" y="5686"/>
                  </a:lnTo>
                  <a:lnTo>
                    <a:pt x="8508" y="5686"/>
                  </a:lnTo>
                  <a:lnTo>
                    <a:pt x="8508" y="2861"/>
                  </a:lnTo>
                  <a:cubicBezTo>
                    <a:pt x="8508" y="2548"/>
                    <a:pt x="8758" y="2298"/>
                    <a:pt x="9071" y="2298"/>
                  </a:cubicBezTo>
                  <a:close/>
                  <a:moveTo>
                    <a:pt x="14717" y="2298"/>
                  </a:moveTo>
                  <a:cubicBezTo>
                    <a:pt x="15030" y="2298"/>
                    <a:pt x="15283" y="2548"/>
                    <a:pt x="15283" y="2861"/>
                  </a:cubicBezTo>
                  <a:lnTo>
                    <a:pt x="15283" y="15283"/>
                  </a:lnTo>
                  <a:cubicBezTo>
                    <a:pt x="15283" y="16219"/>
                    <a:pt x="14524" y="16975"/>
                    <a:pt x="13588" y="16975"/>
                  </a:cubicBezTo>
                  <a:cubicBezTo>
                    <a:pt x="12651" y="16975"/>
                    <a:pt x="11895" y="16219"/>
                    <a:pt x="11895" y="15283"/>
                  </a:cubicBezTo>
                  <a:lnTo>
                    <a:pt x="11895" y="11332"/>
                  </a:lnTo>
                  <a:lnTo>
                    <a:pt x="11329" y="11332"/>
                  </a:lnTo>
                  <a:cubicBezTo>
                    <a:pt x="11016" y="11332"/>
                    <a:pt x="10766" y="11079"/>
                    <a:pt x="10766" y="10766"/>
                  </a:cubicBezTo>
                  <a:lnTo>
                    <a:pt x="10766" y="6249"/>
                  </a:lnTo>
                  <a:cubicBezTo>
                    <a:pt x="10766" y="4066"/>
                    <a:pt x="12534" y="2298"/>
                    <a:pt x="14717" y="2298"/>
                  </a:cubicBezTo>
                  <a:close/>
                  <a:moveTo>
                    <a:pt x="1693" y="1"/>
                  </a:moveTo>
                  <a:cubicBezTo>
                    <a:pt x="757" y="1"/>
                    <a:pt x="1" y="759"/>
                    <a:pt x="1" y="1696"/>
                  </a:cubicBezTo>
                  <a:lnTo>
                    <a:pt x="1" y="17580"/>
                  </a:lnTo>
                  <a:cubicBezTo>
                    <a:pt x="1" y="18514"/>
                    <a:pt x="757" y="19273"/>
                    <a:pt x="1693" y="19273"/>
                  </a:cubicBezTo>
                  <a:lnTo>
                    <a:pt x="17578" y="19273"/>
                  </a:lnTo>
                  <a:cubicBezTo>
                    <a:pt x="18514" y="19273"/>
                    <a:pt x="19270" y="18514"/>
                    <a:pt x="19273" y="17580"/>
                  </a:cubicBezTo>
                  <a:lnTo>
                    <a:pt x="19273" y="1696"/>
                  </a:lnTo>
                  <a:cubicBezTo>
                    <a:pt x="19270" y="759"/>
                    <a:pt x="18514" y="1"/>
                    <a:pt x="1757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5250" name="Google Shape;5250;p60"/>
          <p:cNvGrpSpPr/>
          <p:nvPr/>
        </p:nvGrpSpPr>
        <p:grpSpPr>
          <a:xfrm>
            <a:off x="4492198" y="3951792"/>
            <a:ext cx="339253" cy="339253"/>
            <a:chOff x="3271200" y="4992125"/>
            <a:chExt cx="481825" cy="481825"/>
          </a:xfrm>
        </p:grpSpPr>
        <p:sp>
          <p:nvSpPr>
            <p:cNvPr id="5251" name="Google Shape;5251;p60"/>
            <p:cNvSpPr/>
            <p:nvPr/>
          </p:nvSpPr>
          <p:spPr>
            <a:xfrm>
              <a:off x="3497950" y="5106025"/>
              <a:ext cx="28250" cy="28250"/>
            </a:xfrm>
            <a:custGeom>
              <a:avLst/>
              <a:gdLst/>
              <a:ahLst/>
              <a:cxnLst/>
              <a:rect l="l" t="t" r="r" b="b"/>
              <a:pathLst>
                <a:path w="1130" h="1130" extrusionOk="0">
                  <a:moveTo>
                    <a:pt x="566" y="1"/>
                  </a:moveTo>
                  <a:cubicBezTo>
                    <a:pt x="253" y="1"/>
                    <a:pt x="0" y="251"/>
                    <a:pt x="0" y="564"/>
                  </a:cubicBezTo>
                  <a:cubicBezTo>
                    <a:pt x="0" y="877"/>
                    <a:pt x="253" y="1130"/>
                    <a:pt x="566" y="1130"/>
                  </a:cubicBezTo>
                  <a:cubicBezTo>
                    <a:pt x="877" y="1130"/>
                    <a:pt x="1130" y="877"/>
                    <a:pt x="1130" y="564"/>
                  </a:cubicBezTo>
                  <a:cubicBezTo>
                    <a:pt x="1130" y="251"/>
                    <a:pt x="877" y="1"/>
                    <a:pt x="5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252" name="Google Shape;5252;p60"/>
            <p:cNvSpPr/>
            <p:nvPr/>
          </p:nvSpPr>
          <p:spPr>
            <a:xfrm>
              <a:off x="3497950" y="5218950"/>
              <a:ext cx="28250" cy="141175"/>
            </a:xfrm>
            <a:custGeom>
              <a:avLst/>
              <a:gdLst/>
              <a:ahLst/>
              <a:cxnLst/>
              <a:rect l="l" t="t" r="r" b="b"/>
              <a:pathLst>
                <a:path w="1130" h="5647" extrusionOk="0">
                  <a:moveTo>
                    <a:pt x="0" y="0"/>
                  </a:moveTo>
                  <a:lnTo>
                    <a:pt x="0" y="5647"/>
                  </a:lnTo>
                  <a:lnTo>
                    <a:pt x="1130" y="5647"/>
                  </a:lnTo>
                  <a:lnTo>
                    <a:pt x="113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253" name="Google Shape;5253;p60"/>
            <p:cNvSpPr/>
            <p:nvPr/>
          </p:nvSpPr>
          <p:spPr>
            <a:xfrm>
              <a:off x="3271200" y="499212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9636" y="3427"/>
                  </a:moveTo>
                  <a:cubicBezTo>
                    <a:pt x="10320" y="3427"/>
                    <a:pt x="10937" y="3840"/>
                    <a:pt x="11199" y="4472"/>
                  </a:cubicBezTo>
                  <a:cubicBezTo>
                    <a:pt x="11461" y="5105"/>
                    <a:pt x="11317" y="5833"/>
                    <a:pt x="10832" y="6318"/>
                  </a:cubicBezTo>
                  <a:cubicBezTo>
                    <a:pt x="10508" y="6642"/>
                    <a:pt x="10074" y="6814"/>
                    <a:pt x="9634" y="6814"/>
                  </a:cubicBezTo>
                  <a:cubicBezTo>
                    <a:pt x="9415" y="6814"/>
                    <a:pt x="9195" y="6772"/>
                    <a:pt x="8986" y="6686"/>
                  </a:cubicBezTo>
                  <a:cubicBezTo>
                    <a:pt x="8354" y="6424"/>
                    <a:pt x="7941" y="5806"/>
                    <a:pt x="7941" y="5120"/>
                  </a:cubicBezTo>
                  <a:cubicBezTo>
                    <a:pt x="7941" y="4183"/>
                    <a:pt x="8700" y="3427"/>
                    <a:pt x="9636" y="3427"/>
                  </a:cubicBezTo>
                  <a:close/>
                  <a:moveTo>
                    <a:pt x="10766" y="7944"/>
                  </a:moveTo>
                  <a:cubicBezTo>
                    <a:pt x="11076" y="7944"/>
                    <a:pt x="11329" y="8194"/>
                    <a:pt x="11329" y="8507"/>
                  </a:cubicBezTo>
                  <a:lnTo>
                    <a:pt x="11329" y="14720"/>
                  </a:lnTo>
                  <a:lnTo>
                    <a:pt x="11895" y="14720"/>
                  </a:lnTo>
                  <a:cubicBezTo>
                    <a:pt x="12205" y="14720"/>
                    <a:pt x="12458" y="14969"/>
                    <a:pt x="12458" y="15283"/>
                  </a:cubicBezTo>
                  <a:cubicBezTo>
                    <a:pt x="12458" y="15596"/>
                    <a:pt x="12205" y="15849"/>
                    <a:pt x="11895" y="15849"/>
                  </a:cubicBezTo>
                  <a:lnTo>
                    <a:pt x="7378" y="15849"/>
                  </a:lnTo>
                  <a:cubicBezTo>
                    <a:pt x="7065" y="15849"/>
                    <a:pt x="6812" y="15596"/>
                    <a:pt x="6812" y="15283"/>
                  </a:cubicBezTo>
                  <a:cubicBezTo>
                    <a:pt x="6812" y="14969"/>
                    <a:pt x="7065" y="14720"/>
                    <a:pt x="7378" y="14720"/>
                  </a:cubicBezTo>
                  <a:lnTo>
                    <a:pt x="7941" y="14720"/>
                  </a:lnTo>
                  <a:lnTo>
                    <a:pt x="7941" y="9073"/>
                  </a:lnTo>
                  <a:lnTo>
                    <a:pt x="7378" y="9073"/>
                  </a:lnTo>
                  <a:cubicBezTo>
                    <a:pt x="7065" y="9073"/>
                    <a:pt x="6812" y="8821"/>
                    <a:pt x="6812" y="8507"/>
                  </a:cubicBezTo>
                  <a:cubicBezTo>
                    <a:pt x="6812" y="8194"/>
                    <a:pt x="7065" y="7944"/>
                    <a:pt x="7378" y="7944"/>
                  </a:cubicBezTo>
                  <a:close/>
                  <a:moveTo>
                    <a:pt x="1693" y="1"/>
                  </a:moveTo>
                  <a:cubicBezTo>
                    <a:pt x="756" y="1"/>
                    <a:pt x="0" y="759"/>
                    <a:pt x="0" y="1696"/>
                  </a:cubicBezTo>
                  <a:lnTo>
                    <a:pt x="0" y="17580"/>
                  </a:lnTo>
                  <a:cubicBezTo>
                    <a:pt x="0" y="18514"/>
                    <a:pt x="756" y="19273"/>
                    <a:pt x="1693" y="19273"/>
                  </a:cubicBezTo>
                  <a:lnTo>
                    <a:pt x="17577" y="19273"/>
                  </a:lnTo>
                  <a:cubicBezTo>
                    <a:pt x="18514" y="19273"/>
                    <a:pt x="19269" y="18514"/>
                    <a:pt x="19272" y="17580"/>
                  </a:cubicBezTo>
                  <a:lnTo>
                    <a:pt x="19272" y="1696"/>
                  </a:lnTo>
                  <a:cubicBezTo>
                    <a:pt x="19269" y="759"/>
                    <a:pt x="18514" y="1"/>
                    <a:pt x="175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5254" name="Google Shape;5254;p60"/>
          <p:cNvGrpSpPr/>
          <p:nvPr/>
        </p:nvGrpSpPr>
        <p:grpSpPr>
          <a:xfrm>
            <a:off x="6329788" y="3952813"/>
            <a:ext cx="339411" cy="337211"/>
            <a:chOff x="5049575" y="4993600"/>
            <a:chExt cx="482050" cy="478925"/>
          </a:xfrm>
        </p:grpSpPr>
        <p:sp>
          <p:nvSpPr>
            <p:cNvPr id="5255" name="Google Shape;5255;p60"/>
            <p:cNvSpPr/>
            <p:nvPr/>
          </p:nvSpPr>
          <p:spPr>
            <a:xfrm>
              <a:off x="5063200" y="5058825"/>
              <a:ext cx="315450" cy="164750"/>
            </a:xfrm>
            <a:custGeom>
              <a:avLst/>
              <a:gdLst/>
              <a:ahLst/>
              <a:cxnLst/>
              <a:rect l="l" t="t" r="r" b="b"/>
              <a:pathLst>
                <a:path w="12618" h="6590" extrusionOk="0">
                  <a:moveTo>
                    <a:pt x="3647" y="1"/>
                  </a:moveTo>
                  <a:lnTo>
                    <a:pt x="169" y="1846"/>
                  </a:lnTo>
                  <a:cubicBezTo>
                    <a:pt x="109" y="1877"/>
                    <a:pt x="51" y="1913"/>
                    <a:pt x="0" y="1952"/>
                  </a:cubicBezTo>
                  <a:lnTo>
                    <a:pt x="8892" y="6589"/>
                  </a:lnTo>
                  <a:lnTo>
                    <a:pt x="12617" y="4746"/>
                  </a:lnTo>
                  <a:lnTo>
                    <a:pt x="364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256" name="Google Shape;5256;p60"/>
            <p:cNvSpPr/>
            <p:nvPr/>
          </p:nvSpPr>
          <p:spPr>
            <a:xfrm>
              <a:off x="5299425" y="5133350"/>
              <a:ext cx="232200" cy="339175"/>
            </a:xfrm>
            <a:custGeom>
              <a:avLst/>
              <a:gdLst/>
              <a:ahLst/>
              <a:cxnLst/>
              <a:rect l="l" t="t" r="r" b="b"/>
              <a:pathLst>
                <a:path w="9288" h="13567" extrusionOk="0">
                  <a:moveTo>
                    <a:pt x="9284" y="1"/>
                  </a:moveTo>
                  <a:lnTo>
                    <a:pt x="4837" y="2202"/>
                  </a:lnTo>
                  <a:lnTo>
                    <a:pt x="4837" y="4680"/>
                  </a:lnTo>
                  <a:cubicBezTo>
                    <a:pt x="4837" y="4993"/>
                    <a:pt x="4584" y="5246"/>
                    <a:pt x="4271" y="5246"/>
                  </a:cubicBezTo>
                  <a:cubicBezTo>
                    <a:pt x="3957" y="5246"/>
                    <a:pt x="3707" y="4993"/>
                    <a:pt x="3707" y="4680"/>
                  </a:cubicBezTo>
                  <a:lnTo>
                    <a:pt x="3707" y="2762"/>
                  </a:lnTo>
                  <a:lnTo>
                    <a:pt x="1" y="4593"/>
                  </a:lnTo>
                  <a:lnTo>
                    <a:pt x="1" y="13566"/>
                  </a:lnTo>
                  <a:cubicBezTo>
                    <a:pt x="13" y="13560"/>
                    <a:pt x="25" y="13557"/>
                    <a:pt x="37" y="13551"/>
                  </a:cubicBezTo>
                  <a:lnTo>
                    <a:pt x="8553" y="9236"/>
                  </a:lnTo>
                  <a:cubicBezTo>
                    <a:pt x="9004" y="9010"/>
                    <a:pt x="9287" y="8550"/>
                    <a:pt x="9287" y="8047"/>
                  </a:cubicBezTo>
                  <a:lnTo>
                    <a:pt x="9287" y="52"/>
                  </a:lnTo>
                  <a:cubicBezTo>
                    <a:pt x="9287" y="34"/>
                    <a:pt x="9287" y="19"/>
                    <a:pt x="92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257" name="Google Shape;5257;p60"/>
            <p:cNvSpPr/>
            <p:nvPr/>
          </p:nvSpPr>
          <p:spPr>
            <a:xfrm>
              <a:off x="5184475" y="4993600"/>
              <a:ext cx="334125" cy="168525"/>
            </a:xfrm>
            <a:custGeom>
              <a:avLst/>
              <a:gdLst/>
              <a:ahLst/>
              <a:cxnLst/>
              <a:rect l="l" t="t" r="r" b="b"/>
              <a:pathLst>
                <a:path w="13365" h="6741" extrusionOk="0">
                  <a:moveTo>
                    <a:pt x="4040" y="0"/>
                  </a:moveTo>
                  <a:cubicBezTo>
                    <a:pt x="3830" y="0"/>
                    <a:pt x="3621" y="50"/>
                    <a:pt x="3430" y="149"/>
                  </a:cubicBezTo>
                  <a:lnTo>
                    <a:pt x="0" y="1971"/>
                  </a:lnTo>
                  <a:lnTo>
                    <a:pt x="9013" y="6741"/>
                  </a:lnTo>
                  <a:lnTo>
                    <a:pt x="13364" y="4588"/>
                  </a:lnTo>
                  <a:cubicBezTo>
                    <a:pt x="13298" y="4537"/>
                    <a:pt x="13226" y="4492"/>
                    <a:pt x="13151" y="4455"/>
                  </a:cubicBezTo>
                  <a:lnTo>
                    <a:pt x="4638" y="140"/>
                  </a:lnTo>
                  <a:lnTo>
                    <a:pt x="4635" y="140"/>
                  </a:lnTo>
                  <a:cubicBezTo>
                    <a:pt x="4446" y="47"/>
                    <a:pt x="4243" y="0"/>
                    <a:pt x="40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258" name="Google Shape;5258;p60"/>
            <p:cNvSpPr/>
            <p:nvPr/>
          </p:nvSpPr>
          <p:spPr>
            <a:xfrm>
              <a:off x="5049575" y="5132450"/>
              <a:ext cx="221650" cy="339925"/>
            </a:xfrm>
            <a:custGeom>
              <a:avLst/>
              <a:gdLst/>
              <a:ahLst/>
              <a:cxnLst/>
              <a:rect l="l" t="t" r="r" b="b"/>
              <a:pathLst>
                <a:path w="8866" h="13597" extrusionOk="0">
                  <a:moveTo>
                    <a:pt x="5803" y="5648"/>
                  </a:moveTo>
                  <a:cubicBezTo>
                    <a:pt x="5997" y="5648"/>
                    <a:pt x="6186" y="5748"/>
                    <a:pt x="6291" y="5927"/>
                  </a:cubicBezTo>
                  <a:cubicBezTo>
                    <a:pt x="6450" y="6195"/>
                    <a:pt x="6360" y="6541"/>
                    <a:pt x="6092" y="6701"/>
                  </a:cubicBezTo>
                  <a:lnTo>
                    <a:pt x="3843" y="8016"/>
                  </a:lnTo>
                  <a:lnTo>
                    <a:pt x="3834" y="8023"/>
                  </a:lnTo>
                  <a:lnTo>
                    <a:pt x="3831" y="8026"/>
                  </a:lnTo>
                  <a:lnTo>
                    <a:pt x="3818" y="8029"/>
                  </a:lnTo>
                  <a:cubicBezTo>
                    <a:pt x="3812" y="8032"/>
                    <a:pt x="3806" y="8035"/>
                    <a:pt x="3800" y="8038"/>
                  </a:cubicBezTo>
                  <a:lnTo>
                    <a:pt x="3785" y="8047"/>
                  </a:lnTo>
                  <a:lnTo>
                    <a:pt x="3767" y="8053"/>
                  </a:lnTo>
                  <a:lnTo>
                    <a:pt x="3752" y="8059"/>
                  </a:lnTo>
                  <a:lnTo>
                    <a:pt x="3734" y="8065"/>
                  </a:lnTo>
                  <a:lnTo>
                    <a:pt x="3716" y="8071"/>
                  </a:lnTo>
                  <a:lnTo>
                    <a:pt x="3698" y="8077"/>
                  </a:lnTo>
                  <a:cubicBezTo>
                    <a:pt x="3692" y="8077"/>
                    <a:pt x="3686" y="8080"/>
                    <a:pt x="3680" y="8080"/>
                  </a:cubicBezTo>
                  <a:cubicBezTo>
                    <a:pt x="3671" y="8083"/>
                    <a:pt x="3668" y="8083"/>
                    <a:pt x="3665" y="8083"/>
                  </a:cubicBezTo>
                  <a:lnTo>
                    <a:pt x="3641" y="8089"/>
                  </a:lnTo>
                  <a:lnTo>
                    <a:pt x="3629" y="8089"/>
                  </a:lnTo>
                  <a:cubicBezTo>
                    <a:pt x="3620" y="8089"/>
                    <a:pt x="3611" y="8092"/>
                    <a:pt x="3602" y="8092"/>
                  </a:cubicBezTo>
                  <a:lnTo>
                    <a:pt x="3484" y="8092"/>
                  </a:lnTo>
                  <a:lnTo>
                    <a:pt x="3466" y="8089"/>
                  </a:lnTo>
                  <a:cubicBezTo>
                    <a:pt x="3460" y="8089"/>
                    <a:pt x="3454" y="8086"/>
                    <a:pt x="3448" y="8086"/>
                  </a:cubicBezTo>
                  <a:cubicBezTo>
                    <a:pt x="3442" y="8083"/>
                    <a:pt x="3436" y="8083"/>
                    <a:pt x="3433" y="8080"/>
                  </a:cubicBezTo>
                  <a:lnTo>
                    <a:pt x="3412" y="8077"/>
                  </a:lnTo>
                  <a:cubicBezTo>
                    <a:pt x="3406" y="8077"/>
                    <a:pt x="3403" y="8074"/>
                    <a:pt x="3397" y="8071"/>
                  </a:cubicBezTo>
                  <a:lnTo>
                    <a:pt x="3376" y="8065"/>
                  </a:lnTo>
                  <a:lnTo>
                    <a:pt x="3361" y="8062"/>
                  </a:lnTo>
                  <a:lnTo>
                    <a:pt x="3343" y="8053"/>
                  </a:lnTo>
                  <a:lnTo>
                    <a:pt x="3328" y="8047"/>
                  </a:lnTo>
                  <a:lnTo>
                    <a:pt x="3310" y="8038"/>
                  </a:lnTo>
                  <a:lnTo>
                    <a:pt x="3295" y="8032"/>
                  </a:lnTo>
                  <a:cubicBezTo>
                    <a:pt x="3289" y="8029"/>
                    <a:pt x="3282" y="8026"/>
                    <a:pt x="3276" y="8019"/>
                  </a:cubicBezTo>
                  <a:lnTo>
                    <a:pt x="3261" y="8013"/>
                  </a:lnTo>
                  <a:lnTo>
                    <a:pt x="3246" y="8001"/>
                  </a:lnTo>
                  <a:cubicBezTo>
                    <a:pt x="3240" y="7998"/>
                    <a:pt x="3237" y="7995"/>
                    <a:pt x="3231" y="7992"/>
                  </a:cubicBezTo>
                  <a:lnTo>
                    <a:pt x="3216" y="7980"/>
                  </a:lnTo>
                  <a:cubicBezTo>
                    <a:pt x="3210" y="7977"/>
                    <a:pt x="3207" y="7974"/>
                    <a:pt x="3201" y="7968"/>
                  </a:cubicBezTo>
                  <a:cubicBezTo>
                    <a:pt x="3198" y="7965"/>
                    <a:pt x="3192" y="7962"/>
                    <a:pt x="3186" y="7956"/>
                  </a:cubicBezTo>
                  <a:lnTo>
                    <a:pt x="3174" y="7944"/>
                  </a:lnTo>
                  <a:lnTo>
                    <a:pt x="3159" y="7932"/>
                  </a:lnTo>
                  <a:lnTo>
                    <a:pt x="3147" y="7917"/>
                  </a:lnTo>
                  <a:cubicBezTo>
                    <a:pt x="3141" y="7914"/>
                    <a:pt x="3138" y="7908"/>
                    <a:pt x="3135" y="7905"/>
                  </a:cubicBezTo>
                  <a:lnTo>
                    <a:pt x="3120" y="7890"/>
                  </a:lnTo>
                  <a:lnTo>
                    <a:pt x="3111" y="7875"/>
                  </a:lnTo>
                  <a:cubicBezTo>
                    <a:pt x="3105" y="7869"/>
                    <a:pt x="3102" y="7863"/>
                    <a:pt x="3096" y="7857"/>
                  </a:cubicBezTo>
                  <a:lnTo>
                    <a:pt x="3087" y="7845"/>
                  </a:lnTo>
                  <a:lnTo>
                    <a:pt x="3075" y="7827"/>
                  </a:lnTo>
                  <a:lnTo>
                    <a:pt x="3069" y="7815"/>
                  </a:lnTo>
                  <a:lnTo>
                    <a:pt x="3069" y="7812"/>
                  </a:lnTo>
                  <a:lnTo>
                    <a:pt x="3063" y="7803"/>
                  </a:lnTo>
                  <a:lnTo>
                    <a:pt x="2415" y="6631"/>
                  </a:lnTo>
                  <a:cubicBezTo>
                    <a:pt x="2265" y="6357"/>
                    <a:pt x="2367" y="6014"/>
                    <a:pt x="2641" y="5863"/>
                  </a:cubicBezTo>
                  <a:lnTo>
                    <a:pt x="2635" y="5863"/>
                  </a:lnTo>
                  <a:cubicBezTo>
                    <a:pt x="2722" y="5816"/>
                    <a:pt x="2815" y="5793"/>
                    <a:pt x="2908" y="5793"/>
                  </a:cubicBezTo>
                  <a:cubicBezTo>
                    <a:pt x="3107" y="5793"/>
                    <a:pt x="3300" y="5899"/>
                    <a:pt x="3403" y="6086"/>
                  </a:cubicBezTo>
                  <a:lnTo>
                    <a:pt x="3770" y="6752"/>
                  </a:lnTo>
                  <a:lnTo>
                    <a:pt x="5520" y="5725"/>
                  </a:lnTo>
                  <a:cubicBezTo>
                    <a:pt x="5609" y="5673"/>
                    <a:pt x="5707" y="5648"/>
                    <a:pt x="5803" y="5648"/>
                  </a:cubicBezTo>
                  <a:close/>
                  <a:moveTo>
                    <a:pt x="6" y="1"/>
                  </a:moveTo>
                  <a:cubicBezTo>
                    <a:pt x="3" y="25"/>
                    <a:pt x="0" y="52"/>
                    <a:pt x="0" y="76"/>
                  </a:cubicBezTo>
                  <a:lnTo>
                    <a:pt x="0" y="8095"/>
                  </a:lnTo>
                  <a:cubicBezTo>
                    <a:pt x="0" y="8589"/>
                    <a:pt x="274" y="9043"/>
                    <a:pt x="714" y="9269"/>
                  </a:cubicBezTo>
                  <a:lnTo>
                    <a:pt x="8820" y="13572"/>
                  </a:lnTo>
                  <a:lnTo>
                    <a:pt x="8826" y="13575"/>
                  </a:lnTo>
                  <a:lnTo>
                    <a:pt x="8865" y="13596"/>
                  </a:lnTo>
                  <a:lnTo>
                    <a:pt x="8865" y="4620"/>
                  </a:lnTo>
                  <a:lnTo>
                    <a:pt x="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5259" name="Google Shape;5259;p60"/>
          <p:cNvSpPr txBox="1"/>
          <p:nvPr/>
        </p:nvSpPr>
        <p:spPr>
          <a:xfrm>
            <a:off x="723400" y="1187975"/>
            <a:ext cx="7697100" cy="76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</a:rPr>
              <a:t>You can </a:t>
            </a:r>
            <a:r>
              <a:rPr lang="en" sz="1100" b="1">
                <a:solidFill>
                  <a:schemeClr val="dk2"/>
                </a:solidFill>
              </a:rPr>
              <a:t>resize </a:t>
            </a:r>
            <a:r>
              <a:rPr lang="en" sz="1100">
                <a:solidFill>
                  <a:schemeClr val="lt1"/>
                </a:solidFill>
              </a:rPr>
              <a:t>these icons without losing quality.</a:t>
            </a:r>
            <a:endParaRPr sz="1100">
              <a:solidFill>
                <a:schemeClr val="lt1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</a:rPr>
              <a:t>You can </a:t>
            </a:r>
            <a:r>
              <a:rPr lang="en" sz="1100" b="1">
                <a:solidFill>
                  <a:schemeClr val="dk2"/>
                </a:solidFill>
              </a:rPr>
              <a:t>change the stroke and fill color</a:t>
            </a:r>
            <a:r>
              <a:rPr lang="en" sz="1100">
                <a:solidFill>
                  <a:schemeClr val="lt1"/>
                </a:solidFill>
              </a:rPr>
              <a:t>; just select the icon and click on the </a:t>
            </a:r>
            <a:r>
              <a:rPr lang="en" sz="1100" b="1">
                <a:solidFill>
                  <a:schemeClr val="dk2"/>
                </a:solidFill>
              </a:rPr>
              <a:t>paint bucket/pen</a:t>
            </a:r>
            <a:r>
              <a:rPr lang="en" sz="1100">
                <a:solidFill>
                  <a:schemeClr val="lt1"/>
                </a:solidFill>
              </a:rPr>
              <a:t>.</a:t>
            </a:r>
            <a:endParaRPr sz="1100">
              <a:solidFill>
                <a:schemeClr val="lt1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</a:rPr>
              <a:t>In Google Slides, you can also use </a:t>
            </a:r>
            <a:r>
              <a:rPr lang="en" sz="1100" b="1">
                <a:solidFill>
                  <a:schemeClr val="dk2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Flaticon’s extension</a:t>
            </a:r>
            <a:r>
              <a:rPr lang="en" sz="1100">
                <a:solidFill>
                  <a:schemeClr val="lt1"/>
                </a:solidFill>
              </a:rPr>
              <a:t>, allowing you to customize and add even more icons.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5260" name="Google Shape;5260;p60"/>
          <p:cNvSpPr txBox="1">
            <a:spLocks noGrp="1"/>
          </p:cNvSpPr>
          <p:nvPr>
            <p:ph type="title"/>
          </p:nvPr>
        </p:nvSpPr>
        <p:spPr>
          <a:xfrm>
            <a:off x="723450" y="511025"/>
            <a:ext cx="76971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...and our sets of editable icons</a:t>
            </a:r>
            <a:endParaRPr/>
          </a:p>
        </p:txBody>
      </p:sp>
      <p:grpSp>
        <p:nvGrpSpPr>
          <p:cNvPr id="5261" name="Google Shape;5261;p60"/>
          <p:cNvGrpSpPr/>
          <p:nvPr/>
        </p:nvGrpSpPr>
        <p:grpSpPr>
          <a:xfrm>
            <a:off x="7248742" y="3975375"/>
            <a:ext cx="195300" cy="343772"/>
            <a:chOff x="3999225" y="4364775"/>
            <a:chExt cx="195300" cy="343772"/>
          </a:xfrm>
        </p:grpSpPr>
        <p:grpSp>
          <p:nvGrpSpPr>
            <p:cNvPr id="5262" name="Google Shape;5262;p60"/>
            <p:cNvGrpSpPr/>
            <p:nvPr/>
          </p:nvGrpSpPr>
          <p:grpSpPr>
            <a:xfrm>
              <a:off x="4048568" y="4562577"/>
              <a:ext cx="97317" cy="145970"/>
              <a:chOff x="1529575" y="2222650"/>
              <a:chExt cx="203125" cy="304675"/>
            </a:xfrm>
          </p:grpSpPr>
          <p:sp>
            <p:nvSpPr>
              <p:cNvPr id="5263" name="Google Shape;5263;p60"/>
              <p:cNvSpPr/>
              <p:nvPr/>
            </p:nvSpPr>
            <p:spPr>
              <a:xfrm>
                <a:off x="1631125" y="2222650"/>
                <a:ext cx="25" cy="304675"/>
              </a:xfrm>
              <a:custGeom>
                <a:avLst/>
                <a:gdLst/>
                <a:ahLst/>
                <a:cxnLst/>
                <a:rect l="l" t="t" r="r" b="b"/>
                <a:pathLst>
                  <a:path w="1" h="12187" fill="none" extrusionOk="0">
                    <a:moveTo>
                      <a:pt x="1" y="1"/>
                    </a:moveTo>
                    <a:lnTo>
                      <a:pt x="1" y="12187"/>
                    </a:lnTo>
                  </a:path>
                </a:pathLst>
              </a:custGeom>
              <a:solidFill>
                <a:srgbClr val="869FB2"/>
              </a:solidFill>
              <a:ln w="19050" cap="rnd" cmpd="sng">
                <a:solidFill>
                  <a:srgbClr val="869FB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4" name="Google Shape;5264;p60"/>
              <p:cNvSpPr/>
              <p:nvPr/>
            </p:nvSpPr>
            <p:spPr>
              <a:xfrm>
                <a:off x="1529575" y="2425750"/>
                <a:ext cx="2031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8125" h="1" fill="none" extrusionOk="0">
                    <a:moveTo>
                      <a:pt x="1" y="1"/>
                    </a:moveTo>
                    <a:lnTo>
                      <a:pt x="8125" y="1"/>
                    </a:lnTo>
                  </a:path>
                </a:pathLst>
              </a:custGeom>
              <a:solidFill>
                <a:srgbClr val="869FB2"/>
              </a:solidFill>
              <a:ln w="19050" cap="rnd" cmpd="sng">
                <a:solidFill>
                  <a:srgbClr val="869FB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265" name="Google Shape;5265;p60"/>
            <p:cNvGrpSpPr/>
            <p:nvPr/>
          </p:nvGrpSpPr>
          <p:grpSpPr>
            <a:xfrm>
              <a:off x="3999225" y="4364775"/>
              <a:ext cx="195300" cy="195300"/>
              <a:chOff x="3999225" y="4364775"/>
              <a:chExt cx="195300" cy="195300"/>
            </a:xfrm>
          </p:grpSpPr>
          <p:sp>
            <p:nvSpPr>
              <p:cNvPr id="5266" name="Google Shape;5266;p60"/>
              <p:cNvSpPr/>
              <p:nvPr/>
            </p:nvSpPr>
            <p:spPr>
              <a:xfrm>
                <a:off x="3999225" y="4364775"/>
                <a:ext cx="195300" cy="195300"/>
              </a:xfrm>
              <a:prstGeom prst="ellipse">
                <a:avLst/>
              </a:prstGeom>
              <a:solidFill>
                <a:schemeClr val="dk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7" name="Google Shape;5267;p60"/>
              <p:cNvSpPr/>
              <p:nvPr/>
            </p:nvSpPr>
            <p:spPr>
              <a:xfrm>
                <a:off x="4029725" y="4395250"/>
                <a:ext cx="134400" cy="134400"/>
              </a:xfrm>
              <a:prstGeom prst="ellipse">
                <a:avLst/>
              </a:prstGeom>
              <a:solidFill>
                <a:schemeClr val="dk2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268" name="Google Shape;5268;p60"/>
          <p:cNvGrpSpPr/>
          <p:nvPr/>
        </p:nvGrpSpPr>
        <p:grpSpPr>
          <a:xfrm>
            <a:off x="7564186" y="3991627"/>
            <a:ext cx="277088" cy="259611"/>
            <a:chOff x="4335888" y="4398114"/>
            <a:chExt cx="277088" cy="259611"/>
          </a:xfrm>
        </p:grpSpPr>
        <p:grpSp>
          <p:nvGrpSpPr>
            <p:cNvPr id="5269" name="Google Shape;5269;p60"/>
            <p:cNvGrpSpPr/>
            <p:nvPr/>
          </p:nvGrpSpPr>
          <p:grpSpPr>
            <a:xfrm>
              <a:off x="4335888" y="4462425"/>
              <a:ext cx="195300" cy="195300"/>
              <a:chOff x="4335888" y="4462425"/>
              <a:chExt cx="195300" cy="195300"/>
            </a:xfrm>
          </p:grpSpPr>
          <p:sp>
            <p:nvSpPr>
              <p:cNvPr id="5270" name="Google Shape;5270;p60"/>
              <p:cNvSpPr/>
              <p:nvPr/>
            </p:nvSpPr>
            <p:spPr>
              <a:xfrm>
                <a:off x="4335888" y="4462425"/>
                <a:ext cx="195300" cy="195300"/>
              </a:xfrm>
              <a:prstGeom prst="ellipse">
                <a:avLst/>
              </a:prstGeom>
              <a:solidFill>
                <a:schemeClr val="dk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1" name="Google Shape;5271;p60"/>
              <p:cNvSpPr/>
              <p:nvPr/>
            </p:nvSpPr>
            <p:spPr>
              <a:xfrm>
                <a:off x="4366388" y="4492900"/>
                <a:ext cx="134400" cy="134400"/>
              </a:xfrm>
              <a:prstGeom prst="ellipse">
                <a:avLst/>
              </a:prstGeom>
              <a:solidFill>
                <a:schemeClr val="dk2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272" name="Google Shape;5272;p60"/>
            <p:cNvGrpSpPr/>
            <p:nvPr/>
          </p:nvGrpSpPr>
          <p:grpSpPr>
            <a:xfrm>
              <a:off x="4509813" y="4398114"/>
              <a:ext cx="103162" cy="103198"/>
              <a:chOff x="2277975" y="2021700"/>
              <a:chExt cx="215325" cy="215400"/>
            </a:xfrm>
          </p:grpSpPr>
          <p:sp>
            <p:nvSpPr>
              <p:cNvPr id="5273" name="Google Shape;5273;p60"/>
              <p:cNvSpPr/>
              <p:nvPr/>
            </p:nvSpPr>
            <p:spPr>
              <a:xfrm>
                <a:off x="2277975" y="2026475"/>
                <a:ext cx="210650" cy="210625"/>
              </a:xfrm>
              <a:custGeom>
                <a:avLst/>
                <a:gdLst/>
                <a:ahLst/>
                <a:cxnLst/>
                <a:rect l="l" t="t" r="r" b="b"/>
                <a:pathLst>
                  <a:path w="8426" h="8425" fill="none" extrusionOk="0">
                    <a:moveTo>
                      <a:pt x="8425" y="0"/>
                    </a:moveTo>
                    <a:lnTo>
                      <a:pt x="1" y="8425"/>
                    </a:lnTo>
                  </a:path>
                </a:pathLst>
              </a:custGeom>
              <a:solidFill>
                <a:srgbClr val="869FB2"/>
              </a:solidFill>
              <a:ln w="19050" cap="rnd" cmpd="sng">
                <a:solidFill>
                  <a:srgbClr val="869FB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4" name="Google Shape;5274;p60"/>
              <p:cNvSpPr/>
              <p:nvPr/>
            </p:nvSpPr>
            <p:spPr>
              <a:xfrm>
                <a:off x="2349675" y="2021700"/>
                <a:ext cx="143625" cy="143500"/>
              </a:xfrm>
              <a:custGeom>
                <a:avLst/>
                <a:gdLst/>
                <a:ahLst/>
                <a:cxnLst/>
                <a:rect l="l" t="t" r="r" b="b"/>
                <a:pathLst>
                  <a:path w="5745" h="5740" fill="none" extrusionOk="0">
                    <a:moveTo>
                      <a:pt x="1" y="0"/>
                    </a:moveTo>
                    <a:lnTo>
                      <a:pt x="5744" y="0"/>
                    </a:lnTo>
                    <a:lnTo>
                      <a:pt x="5744" y="5740"/>
                    </a:lnTo>
                  </a:path>
                </a:pathLst>
              </a:custGeom>
              <a:solidFill>
                <a:srgbClr val="869FB2"/>
              </a:solidFill>
              <a:ln w="19050" cap="rnd" cmpd="sng">
                <a:solidFill>
                  <a:srgbClr val="869FB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275" name="Google Shape;5275;p60"/>
          <p:cNvGrpSpPr/>
          <p:nvPr/>
        </p:nvGrpSpPr>
        <p:grpSpPr>
          <a:xfrm>
            <a:off x="7961419" y="4049613"/>
            <a:ext cx="392275" cy="195300"/>
            <a:chOff x="4752588" y="4440200"/>
            <a:chExt cx="392275" cy="195300"/>
          </a:xfrm>
        </p:grpSpPr>
        <p:grpSp>
          <p:nvGrpSpPr>
            <p:cNvPr id="5276" name="Google Shape;5276;p60"/>
            <p:cNvGrpSpPr/>
            <p:nvPr/>
          </p:nvGrpSpPr>
          <p:grpSpPr>
            <a:xfrm>
              <a:off x="4950384" y="4469728"/>
              <a:ext cx="194479" cy="136244"/>
              <a:chOff x="3163375" y="2175125"/>
              <a:chExt cx="405925" cy="284375"/>
            </a:xfrm>
          </p:grpSpPr>
          <p:sp>
            <p:nvSpPr>
              <p:cNvPr id="5277" name="Google Shape;5277;p60"/>
              <p:cNvSpPr/>
              <p:nvPr/>
            </p:nvSpPr>
            <p:spPr>
              <a:xfrm>
                <a:off x="3163375" y="2317300"/>
                <a:ext cx="38905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5562" h="1" fill="none" extrusionOk="0">
                    <a:moveTo>
                      <a:pt x="15562" y="1"/>
                    </a:moveTo>
                    <a:lnTo>
                      <a:pt x="1" y="1"/>
                    </a:lnTo>
                  </a:path>
                </a:pathLst>
              </a:custGeom>
              <a:solidFill>
                <a:srgbClr val="869FB2"/>
              </a:solidFill>
              <a:ln w="19050" cap="sq" cmpd="sng">
                <a:solidFill>
                  <a:srgbClr val="869FB2"/>
                </a:solidFill>
                <a:prstDash val="solid"/>
                <a:miter lim="406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8" name="Google Shape;5278;p60"/>
              <p:cNvSpPr/>
              <p:nvPr/>
            </p:nvSpPr>
            <p:spPr>
              <a:xfrm>
                <a:off x="3299975" y="2175125"/>
                <a:ext cx="25" cy="284375"/>
              </a:xfrm>
              <a:custGeom>
                <a:avLst/>
                <a:gdLst/>
                <a:ahLst/>
                <a:cxnLst/>
                <a:rect l="l" t="t" r="r" b="b"/>
                <a:pathLst>
                  <a:path w="1" h="11375" fill="none" extrusionOk="0">
                    <a:moveTo>
                      <a:pt x="0" y="1"/>
                    </a:moveTo>
                    <a:lnTo>
                      <a:pt x="0" y="11374"/>
                    </a:lnTo>
                  </a:path>
                </a:pathLst>
              </a:custGeom>
              <a:solidFill>
                <a:srgbClr val="869FB2"/>
              </a:solidFill>
              <a:ln w="19050" cap="rnd" cmpd="sng">
                <a:solidFill>
                  <a:srgbClr val="869FB2"/>
                </a:solidFill>
                <a:prstDash val="solid"/>
                <a:miter lim="406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9" name="Google Shape;5279;p60"/>
              <p:cNvSpPr/>
              <p:nvPr/>
            </p:nvSpPr>
            <p:spPr>
              <a:xfrm>
                <a:off x="3438275" y="2186300"/>
                <a:ext cx="131025" cy="261925"/>
              </a:xfrm>
              <a:custGeom>
                <a:avLst/>
                <a:gdLst/>
                <a:ahLst/>
                <a:cxnLst/>
                <a:rect l="l" t="t" r="r" b="b"/>
                <a:pathLst>
                  <a:path w="5241" h="10477" fill="none" extrusionOk="0">
                    <a:moveTo>
                      <a:pt x="0" y="10476"/>
                    </a:moveTo>
                    <a:lnTo>
                      <a:pt x="5240" y="5241"/>
                    </a:lnTo>
                    <a:lnTo>
                      <a:pt x="0" y="1"/>
                    </a:lnTo>
                  </a:path>
                </a:pathLst>
              </a:custGeom>
              <a:solidFill>
                <a:srgbClr val="869FB2"/>
              </a:solidFill>
              <a:ln w="19050" cap="rnd" cmpd="sng">
                <a:solidFill>
                  <a:srgbClr val="869FB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280" name="Google Shape;5280;p60"/>
            <p:cNvGrpSpPr/>
            <p:nvPr/>
          </p:nvGrpSpPr>
          <p:grpSpPr>
            <a:xfrm>
              <a:off x="4752588" y="4440200"/>
              <a:ext cx="195300" cy="195300"/>
              <a:chOff x="4335888" y="4462425"/>
              <a:chExt cx="195300" cy="195300"/>
            </a:xfrm>
          </p:grpSpPr>
          <p:sp>
            <p:nvSpPr>
              <p:cNvPr id="5281" name="Google Shape;5281;p60"/>
              <p:cNvSpPr/>
              <p:nvPr/>
            </p:nvSpPr>
            <p:spPr>
              <a:xfrm>
                <a:off x="4335888" y="4462425"/>
                <a:ext cx="195300" cy="195300"/>
              </a:xfrm>
              <a:prstGeom prst="ellipse">
                <a:avLst/>
              </a:prstGeom>
              <a:solidFill>
                <a:schemeClr val="dk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2" name="Google Shape;5282;p60"/>
              <p:cNvSpPr/>
              <p:nvPr/>
            </p:nvSpPr>
            <p:spPr>
              <a:xfrm>
                <a:off x="4366388" y="4492900"/>
                <a:ext cx="134400" cy="134400"/>
              </a:xfrm>
              <a:prstGeom prst="ellipse">
                <a:avLst/>
              </a:prstGeom>
              <a:solidFill>
                <a:schemeClr val="dk2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5G Wireless Technology Agency by Slidesgo">
  <a:themeElements>
    <a:clrScheme name="Simple Light">
      <a:dk1>
        <a:srgbClr val="191919"/>
      </a:dk1>
      <a:lt1>
        <a:srgbClr val="ECECEC"/>
      </a:lt1>
      <a:dk2>
        <a:srgbClr val="7109D8"/>
      </a:dk2>
      <a:lt2>
        <a:srgbClr val="9B4DEA"/>
      </a:lt2>
      <a:accent1>
        <a:srgbClr val="093C7A"/>
      </a:accent1>
      <a:accent2>
        <a:srgbClr val="00C0D3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899</Words>
  <Application>Microsoft Office PowerPoint</Application>
  <PresentationFormat>On-screen Show (16:9)</PresentationFormat>
  <Paragraphs>137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9" baseType="lpstr">
      <vt:lpstr>Arial</vt:lpstr>
      <vt:lpstr>Proxima Nova Semibold</vt:lpstr>
      <vt:lpstr>Raleway</vt:lpstr>
      <vt:lpstr>Open Sans Light</vt:lpstr>
      <vt:lpstr>Proxima Nova</vt:lpstr>
      <vt:lpstr>Century</vt:lpstr>
      <vt:lpstr>Bebas Neue</vt:lpstr>
      <vt:lpstr>Open Sans</vt:lpstr>
      <vt:lpstr>Times New Roman</vt:lpstr>
      <vt:lpstr>Sarabun</vt:lpstr>
      <vt:lpstr>Figtree</vt:lpstr>
      <vt:lpstr>Fira Sans</vt:lpstr>
      <vt:lpstr>5G Wireless Technology Agency by Slidesgo</vt:lpstr>
      <vt:lpstr>Slidesgo Final Pages</vt:lpstr>
      <vt:lpstr>  Държавен изпит за придобиване на трета степен на професионална квалификация – част по теория на професията по професия код 481030 „Приложен програмист” специалност код 4810301 „Приложно програмиране” </vt:lpstr>
      <vt:lpstr>Contents of this template</vt:lpstr>
      <vt:lpstr>Table of contents</vt:lpstr>
      <vt:lpstr>Overview</vt:lpstr>
      <vt:lpstr>Overview</vt:lpstr>
      <vt:lpstr>Services and solutions</vt:lpstr>
      <vt:lpstr>Experience and track record</vt:lpstr>
      <vt:lpstr>Team and expertise</vt:lpstr>
      <vt:lpstr>Client focus</vt:lpstr>
      <vt:lpstr>123,123</vt:lpstr>
      <vt:lpstr>We turn challenges into opportunities!</vt:lpstr>
      <vt:lpstr>What are our priorities right now?</vt:lpstr>
      <vt:lpstr>How did our projects do?</vt:lpstr>
      <vt:lpstr>Thanks</vt:lpstr>
      <vt:lpstr>...and our sets of editable icons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Държавен изпит за придобиване на трета степен на професионална квалификация – част по теория на професията по професия код 481030 „Приложен програмист” специалност код 4810301 „Приложно програмиране”</dc:title>
  <dc:creator>Admin</dc:creator>
  <cp:lastModifiedBy>Admin</cp:lastModifiedBy>
  <cp:revision>6</cp:revision>
  <dcterms:modified xsi:type="dcterms:W3CDTF">2026-04-28T09:49:15Z</dcterms:modified>
</cp:coreProperties>
</file>